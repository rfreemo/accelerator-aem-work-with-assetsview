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303" r:id="rId3"/>
    <p:sldId id="304" r:id="rId4"/>
    <p:sldId id="305" r:id="rId5"/>
    <p:sldId id="315" r:id="rId6"/>
    <p:sldId id="316" r:id="rId7"/>
    <p:sldId id="318" r:id="rId8"/>
    <p:sldId id="319" r:id="rId9"/>
    <p:sldId id="321" r:id="rId10"/>
    <p:sldId id="323" r:id="rId11"/>
    <p:sldId id="324" r:id="rId12"/>
    <p:sldId id="322" r:id="rId13"/>
    <p:sldId id="311" r:id="rId14"/>
    <p:sldId id="313" r:id="rId15"/>
    <p:sldId id="314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dobe Clean"/>
        <a:ea typeface="Adobe Clean"/>
        <a:cs typeface="Adobe Clean"/>
        <a:sym typeface="Adobe Clean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dobe Clean"/>
        <a:ea typeface="Adobe Clean"/>
        <a:cs typeface="Adobe Clean"/>
        <a:sym typeface="Adobe Clean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dobe Clean"/>
        <a:ea typeface="Adobe Clean"/>
        <a:cs typeface="Adobe Clean"/>
        <a:sym typeface="Adobe Clean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dobe Clean"/>
        <a:ea typeface="Adobe Clean"/>
        <a:cs typeface="Adobe Clean"/>
        <a:sym typeface="Adobe Clean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dobe Clean"/>
        <a:ea typeface="Adobe Clean"/>
        <a:cs typeface="Adobe Clean"/>
        <a:sym typeface="Adobe Clean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dobe Clean"/>
        <a:ea typeface="Adobe Clean"/>
        <a:cs typeface="Adobe Clean"/>
        <a:sym typeface="Adobe Clean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dobe Clean"/>
        <a:ea typeface="Adobe Clean"/>
        <a:cs typeface="Adobe Clean"/>
        <a:sym typeface="Adobe Clean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dobe Clean"/>
        <a:ea typeface="Adobe Clean"/>
        <a:cs typeface="Adobe Clean"/>
        <a:sym typeface="Adobe Clean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dobe Clean"/>
        <a:ea typeface="Adobe Clean"/>
        <a:cs typeface="Adobe Clean"/>
        <a:sym typeface="Adobe Cle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dobe Clean"/>
          <a:ea typeface="Adobe Clean"/>
          <a:cs typeface="Adobe Cle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Adobe Clean"/>
          <a:ea typeface="Adobe Clean"/>
          <a:cs typeface="Adobe Cle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>
          <a:latin typeface="Adobe Clean"/>
          <a:ea typeface="Adobe Clean"/>
          <a:cs typeface="Adobe Cle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>
          <a:latin typeface="Adobe Clean"/>
          <a:ea typeface="Adobe Clean"/>
          <a:cs typeface="Adobe Cle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dobe Clean"/>
          <a:ea typeface="Adobe Clean"/>
          <a:cs typeface="Adobe Cle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dobe Clean"/>
          <a:ea typeface="Adobe Clean"/>
          <a:cs typeface="Adobe Clean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E6E6E6"/>
          </a:solidFill>
        </a:fill>
      </a:tcStyle>
    </a:firstCol>
    <a:lastRow>
      <a:tcTxStyle b="on" i="off">
        <a:font>
          <a:latin typeface="Adobe Clean"/>
          <a:ea typeface="Adobe Clean"/>
          <a:cs typeface="Adobe Cle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dobe Clean"/>
          <a:ea typeface="Adobe Clean"/>
          <a:cs typeface="Adobe Cle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dobe Clean"/>
          <a:ea typeface="Adobe Clean"/>
          <a:cs typeface="Adobe Cle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0D0"/>
          </a:solidFill>
        </a:fill>
      </a:tcStyle>
    </a:wholeTbl>
    <a:band2H>
      <a:tcTxStyle/>
      <a:tcStyle>
        <a:tcBdr/>
        <a:fill>
          <a:solidFill>
            <a:srgbClr val="E6F0E9"/>
          </a:solidFill>
        </a:fill>
      </a:tcStyle>
    </a:band2H>
    <a:firstCol>
      <a:tcTxStyle b="on" i="off">
        <a:font>
          <a:latin typeface="Adobe Clean"/>
          <a:ea typeface="Adobe Clean"/>
          <a:cs typeface="Adobe Cle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dobe Clean"/>
          <a:ea typeface="Adobe Clean"/>
          <a:cs typeface="Adobe Cle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dobe Clean"/>
          <a:ea typeface="Adobe Clean"/>
          <a:cs typeface="Adobe Cle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dobe Clean"/>
          <a:ea typeface="Adobe Clean"/>
          <a:cs typeface="Adobe Cle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2EC"/>
          </a:solidFill>
        </a:fill>
      </a:tcStyle>
    </a:wholeTbl>
    <a:band2H>
      <a:tcTxStyle/>
      <a:tcStyle>
        <a:tcBdr/>
        <a:fill>
          <a:solidFill>
            <a:srgbClr val="FFEAF6"/>
          </a:solidFill>
        </a:fill>
      </a:tcStyle>
    </a:band2H>
    <a:firstCol>
      <a:tcTxStyle b="on" i="off">
        <a:font>
          <a:latin typeface="Adobe Clean"/>
          <a:ea typeface="Adobe Clean"/>
          <a:cs typeface="Adobe Cle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dobe Clean"/>
          <a:ea typeface="Adobe Clean"/>
          <a:cs typeface="Adobe Cle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dobe Clean"/>
          <a:ea typeface="Adobe Clean"/>
          <a:cs typeface="Adobe Cle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dobe Clean"/>
          <a:ea typeface="Adobe Clean"/>
          <a:cs typeface="Adobe Clean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7CACA"/>
          </a:solidFill>
        </a:fill>
      </a:tcStyle>
    </a:wholeTbl>
    <a:band2H>
      <a:tcTxStyle/>
      <a:tcStyle>
        <a:tcBdr/>
        <a:fill>
          <a:solidFill>
            <a:srgbClr val="FBE6E6"/>
          </a:solidFill>
        </a:fill>
      </a:tcStyle>
    </a:band2H>
    <a:firstCol>
      <a:tcTxStyle b="on" i="off">
        <a:font>
          <a:latin typeface="Adobe Clean"/>
          <a:ea typeface="Adobe Clean"/>
          <a:cs typeface="Adobe Cle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dobe Clean"/>
          <a:ea typeface="Adobe Clean"/>
          <a:cs typeface="Adobe Cle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dobe Clean"/>
          <a:ea typeface="Adobe Clean"/>
          <a:cs typeface="Adobe Clean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dobe Clean"/>
          <a:ea typeface="Adobe Clean"/>
          <a:cs typeface="Adobe Cle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dobe Clean"/>
          <a:ea typeface="Adobe Clean"/>
          <a:cs typeface="Adobe Cle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dobe Clean"/>
          <a:ea typeface="Adobe Clean"/>
          <a:cs typeface="Adobe Clean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dobe Clean"/>
          <a:ea typeface="Adobe Clean"/>
          <a:cs typeface="Adobe Clean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/>
    <p:restoredTop sz="94714"/>
  </p:normalViewPr>
  <p:slideViewPr>
    <p:cSldViewPr snapToGrid="0">
      <p:cViewPr varScale="1">
        <p:scale>
          <a:sx n="101" d="100"/>
          <a:sy n="101" d="100"/>
        </p:scale>
        <p:origin x="108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Shape 19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3" name="Shape 19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8" name="Shape 219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99" name="Shape 219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Shape 220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05" name="Shape 220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Shape 221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11" name="Shape 221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CF33-4EC2-2E10-BC3B-BF50F43D6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Shape 2210">
            <a:extLst>
              <a:ext uri="{FF2B5EF4-FFF2-40B4-BE49-F238E27FC236}">
                <a16:creationId xmlns:a16="http://schemas.microsoft.com/office/drawing/2014/main" id="{18244A42-3A49-A11F-68B6-8F622A533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11" name="Shape 2211">
            <a:extLst>
              <a:ext uri="{FF2B5EF4-FFF2-40B4-BE49-F238E27FC236}">
                <a16:creationId xmlns:a16="http://schemas.microsoft.com/office/drawing/2014/main" id="{50BF388D-1FD1-3FF1-0981-A7FFB8661EA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98440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0718-A94B-BEFD-2B90-2A2FB3B4D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Shape 2210">
            <a:extLst>
              <a:ext uri="{FF2B5EF4-FFF2-40B4-BE49-F238E27FC236}">
                <a16:creationId xmlns:a16="http://schemas.microsoft.com/office/drawing/2014/main" id="{636341F2-9A89-C151-BFDD-63D9B0C69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11" name="Shape 2211">
            <a:extLst>
              <a:ext uri="{FF2B5EF4-FFF2-40B4-BE49-F238E27FC236}">
                <a16:creationId xmlns:a16="http://schemas.microsoft.com/office/drawing/2014/main" id="{F465991B-AD37-6C1C-A155-562286D3440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82874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BD702-8F69-01F7-3AD0-4ABC8430E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Shape 2210">
            <a:extLst>
              <a:ext uri="{FF2B5EF4-FFF2-40B4-BE49-F238E27FC236}">
                <a16:creationId xmlns:a16="http://schemas.microsoft.com/office/drawing/2014/main" id="{727D43A1-3A2F-1C58-0101-A8F002FEA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11" name="Shape 2211">
            <a:extLst>
              <a:ext uri="{FF2B5EF4-FFF2-40B4-BE49-F238E27FC236}">
                <a16:creationId xmlns:a16="http://schemas.microsoft.com/office/drawing/2014/main" id="{50E62CE8-95FF-726C-E9F3-F4ECED8729B2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68349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93FEC-D180-F89F-8799-76CDB712E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Shape 2210">
            <a:extLst>
              <a:ext uri="{FF2B5EF4-FFF2-40B4-BE49-F238E27FC236}">
                <a16:creationId xmlns:a16="http://schemas.microsoft.com/office/drawing/2014/main" id="{85F6849E-499D-C273-08B3-4C4C843E6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11" name="Shape 2211">
            <a:extLst>
              <a:ext uri="{FF2B5EF4-FFF2-40B4-BE49-F238E27FC236}">
                <a16:creationId xmlns:a16="http://schemas.microsoft.com/office/drawing/2014/main" id="{D8306DBB-0AAC-A3F4-D6BA-6A8987E5BB2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60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75579-E87D-1E40-E252-157BE3C2A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Shape 2210">
            <a:extLst>
              <a:ext uri="{FF2B5EF4-FFF2-40B4-BE49-F238E27FC236}">
                <a16:creationId xmlns:a16="http://schemas.microsoft.com/office/drawing/2014/main" id="{2EF5834B-A31A-33EA-427F-4F34F0282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11" name="Shape 2211">
            <a:extLst>
              <a:ext uri="{FF2B5EF4-FFF2-40B4-BE49-F238E27FC236}">
                <a16:creationId xmlns:a16="http://schemas.microsoft.com/office/drawing/2014/main" id="{0FE4D4D1-8453-356B-AC1C-0785A31961B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6165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B888A-6B89-8509-A601-630F0D335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Shape 2210">
            <a:extLst>
              <a:ext uri="{FF2B5EF4-FFF2-40B4-BE49-F238E27FC236}">
                <a16:creationId xmlns:a16="http://schemas.microsoft.com/office/drawing/2014/main" id="{81ABDDFC-58EC-4B5D-E88B-6F71A4699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11" name="Shape 2211">
            <a:extLst>
              <a:ext uri="{FF2B5EF4-FFF2-40B4-BE49-F238E27FC236}">
                <a16:creationId xmlns:a16="http://schemas.microsoft.com/office/drawing/2014/main" id="{5B0B7445-74EA-CC40-D982-A8CE2EFCA76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62022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E078F-7D17-3D56-2E4B-882E8955C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Shape 2210">
            <a:extLst>
              <a:ext uri="{FF2B5EF4-FFF2-40B4-BE49-F238E27FC236}">
                <a16:creationId xmlns:a16="http://schemas.microsoft.com/office/drawing/2014/main" id="{775854E1-3743-A472-7F2A-1C4A4DDB2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11" name="Shape 2211">
            <a:extLst>
              <a:ext uri="{FF2B5EF4-FFF2-40B4-BE49-F238E27FC236}">
                <a16:creationId xmlns:a16="http://schemas.microsoft.com/office/drawing/2014/main" id="{80B56E65-5DFB-4A16-01BB-25EDB0C9D7E5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741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9E07F-066D-78A4-4F2C-9F0235445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Shape 2210">
            <a:extLst>
              <a:ext uri="{FF2B5EF4-FFF2-40B4-BE49-F238E27FC236}">
                <a16:creationId xmlns:a16="http://schemas.microsoft.com/office/drawing/2014/main" id="{F90A2A71-886A-D861-584F-F1058DB87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11" name="Shape 2211">
            <a:extLst>
              <a:ext uri="{FF2B5EF4-FFF2-40B4-BE49-F238E27FC236}">
                <a16:creationId xmlns:a16="http://schemas.microsoft.com/office/drawing/2014/main" id="{F8F1D942-4211-DDA0-6614-F81D28E80FB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15721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Shape 224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47" name="Shape 224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Shape 225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5" name="Shape 225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 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609600" y="1122362"/>
            <a:ext cx="10972800" cy="2387601"/>
          </a:xfrm>
          <a:prstGeom prst="rect">
            <a:avLst/>
          </a:prstGeom>
        </p:spPr>
        <p:txBody>
          <a:bodyPr anchor="b"/>
          <a:lstStyle>
            <a:lvl1pPr>
              <a:defRPr sz="7700" b="1" spc="-12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3602037"/>
            <a:ext cx="109728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None/>
              <a:defRPr sz="2400">
                <a:solidFill>
                  <a:srgbClr val="FFFFFF"/>
                </a:solidFill>
              </a:defRPr>
            </a:lvl1pPr>
            <a:lvl2pPr marL="0" indent="457200">
              <a:buSzTx/>
              <a:buNone/>
              <a:defRPr sz="2400">
                <a:solidFill>
                  <a:srgbClr val="FFFFFF"/>
                </a:solidFill>
              </a:defRPr>
            </a:lvl2pPr>
            <a:lvl3pPr marL="0" indent="914400">
              <a:buSzTx/>
              <a:buNone/>
              <a:defRPr sz="2400">
                <a:solidFill>
                  <a:srgbClr val="FFFFFF"/>
                </a:solidFill>
              </a:defRPr>
            </a:lvl3pPr>
            <a:lvl4pPr marL="0" indent="1371600">
              <a:buSzTx/>
              <a:buNone/>
              <a:defRPr sz="2400">
                <a:solidFill>
                  <a:srgbClr val="FFFFFF"/>
                </a:solidFill>
              </a:defRPr>
            </a:lvl4pPr>
            <a:lvl5pPr marL="0" indent="1828800">
              <a:buSz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14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00" y="5997507"/>
            <a:ext cx="1316737" cy="318212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 -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609600" y="1122362"/>
            <a:ext cx="10972800" cy="2387601"/>
          </a:xfrm>
          <a:prstGeom prst="rect">
            <a:avLst/>
          </a:prstGeom>
        </p:spPr>
        <p:txBody>
          <a:bodyPr anchor="b"/>
          <a:lstStyle>
            <a:lvl1pPr>
              <a:defRPr sz="7700" b="1" spc="-12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3602037"/>
            <a:ext cx="10972800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None/>
              <a:defRPr sz="2400">
                <a:solidFill>
                  <a:srgbClr val="FFFFFF"/>
                </a:solidFill>
              </a:defRPr>
            </a:lvl1pPr>
            <a:lvl2pPr marL="0" indent="457200">
              <a:buSzTx/>
              <a:buNone/>
              <a:defRPr sz="2400">
                <a:solidFill>
                  <a:srgbClr val="FFFFFF"/>
                </a:solidFill>
              </a:defRPr>
            </a:lvl2pPr>
            <a:lvl3pPr marL="0" indent="914400">
              <a:buSzTx/>
              <a:buNone/>
              <a:defRPr sz="2400">
                <a:solidFill>
                  <a:srgbClr val="FFFFFF"/>
                </a:solidFill>
              </a:defRPr>
            </a:lvl3pPr>
            <a:lvl4pPr marL="0" indent="1371600">
              <a:buSzTx/>
              <a:buNone/>
              <a:defRPr sz="2400">
                <a:solidFill>
                  <a:srgbClr val="FFFFFF"/>
                </a:solidFill>
              </a:defRPr>
            </a:lvl4pPr>
            <a:lvl5pPr marL="0" indent="1828800">
              <a:buSz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34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27" y="6003485"/>
            <a:ext cx="1316737" cy="318213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>
            <a:spLocks noGrp="1"/>
          </p:cNvSpPr>
          <p:nvPr>
            <p:ph type="title"/>
          </p:nvPr>
        </p:nvSpPr>
        <p:spPr>
          <a:xfrm>
            <a:off x="609598" y="426061"/>
            <a:ext cx="5334003" cy="2387601"/>
          </a:xfrm>
          <a:prstGeom prst="rect">
            <a:avLst/>
          </a:prstGeom>
        </p:spPr>
        <p:txBody>
          <a:bodyPr anchor="b"/>
          <a:lstStyle>
            <a:lvl1pPr>
              <a:defRPr sz="5400" b="1" spc="-120"/>
            </a:lvl1pPr>
          </a:lstStyle>
          <a:p>
            <a:r>
              <a:t>Title Text</a:t>
            </a:r>
          </a:p>
        </p:txBody>
      </p:sp>
      <p:sp>
        <p:nvSpPr>
          <p:cNvPr id="4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598" y="3012925"/>
            <a:ext cx="5334003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None/>
              <a:defRPr sz="2400"/>
            </a:lvl1pPr>
            <a:lvl2pPr marL="0" indent="457200">
              <a:buSzTx/>
              <a:buNone/>
              <a:defRPr sz="2400"/>
            </a:lvl2pPr>
            <a:lvl3pPr marL="0" indent="914400">
              <a:buSzTx/>
              <a:buNone/>
              <a:defRPr sz="2400"/>
            </a:lvl3pPr>
            <a:lvl4pPr marL="0" indent="1371600">
              <a:buSzTx/>
              <a:buNone/>
              <a:defRPr sz="2400"/>
            </a:lvl4pPr>
            <a:lvl5pPr marL="0" indent="1828800"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Picture Placeholder 7"/>
          <p:cNvSpPr>
            <a:spLocks noGrp="1"/>
          </p:cNvSpPr>
          <p:nvPr>
            <p:ph type="pic" idx="2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pic>
        <p:nvPicPr>
          <p:cNvPr id="45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27" y="6003485"/>
            <a:ext cx="1316737" cy="318213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White - Botto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62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63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64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65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68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69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73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74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75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76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77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82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84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87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88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90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334323"/>
            <a:ext cx="10972800" cy="4992625"/>
          </a:xfrm>
          <a:prstGeom prst="rect">
            <a:avLst/>
          </a:prstGeom>
        </p:spPr>
        <p:txBody>
          <a:bodyPr>
            <a:normAutofit/>
          </a:bodyPr>
          <a:lstStyle>
            <a:lvl1pPr marL="182563" indent="-182563">
              <a:defRPr sz="2400"/>
            </a:lvl1pPr>
            <a:lvl2pPr marL="414020" indent="-188595">
              <a:defRPr sz="2400"/>
            </a:lvl2pPr>
            <a:lvl3pPr marL="723900" indent="-285750">
              <a:defRPr sz="2400"/>
            </a:lvl3pPr>
            <a:lvl4pPr marL="793750" indent="-247650">
              <a:defRPr sz="2400"/>
            </a:lvl4pPr>
            <a:lvl5pPr marL="999981" indent="-284018"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39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40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41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42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45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46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9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50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51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52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53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54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7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59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61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2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3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64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65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Title Text"/>
          <p:cNvSpPr txBox="1">
            <a:spLocks noGrp="1"/>
          </p:cNvSpPr>
          <p:nvPr>
            <p:ph type="title"/>
          </p:nvPr>
        </p:nvSpPr>
        <p:spPr>
          <a:xfrm>
            <a:off x="609601" y="264084"/>
            <a:ext cx="676656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1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1" y="1334323"/>
            <a:ext cx="5943601" cy="499262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8" name="Picture Placeholder 5"/>
          <p:cNvSpPr>
            <a:spLocks noGrp="1"/>
          </p:cNvSpPr>
          <p:nvPr>
            <p:ph type="pic" sz="half" idx="21"/>
          </p:nvPr>
        </p:nvSpPr>
        <p:spPr>
          <a:xfrm>
            <a:off x="7894319" y="0"/>
            <a:ext cx="4297681" cy="685800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9" name="Copyright"/>
          <p:cNvSpPr txBox="1"/>
          <p:nvPr/>
        </p:nvSpPr>
        <p:spPr>
          <a:xfrm>
            <a:off x="5656581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70" name="Blocker"/>
          <p:cNvSpPr/>
          <p:nvPr/>
        </p:nvSpPr>
        <p:spPr>
          <a:xfrm>
            <a:off x="9834006" y="6503996"/>
            <a:ext cx="1748394" cy="20195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449168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ur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253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254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255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256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7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8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259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260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1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2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3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264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265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266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267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268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9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0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1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2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273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4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275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6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7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278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279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28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12648" y="1334323"/>
            <a:ext cx="2240280" cy="4992625"/>
          </a:xfrm>
          <a:prstGeom prst="rect">
            <a:avLst/>
          </a:prstGeom>
        </p:spPr>
        <p:txBody>
          <a:bodyPr>
            <a:normAutofit/>
          </a:bodyPr>
          <a:lstStyle>
            <a:lvl1pPr marL="182562" indent="-182562">
              <a:spcBef>
                <a:spcPts val="900"/>
              </a:spcBef>
              <a:defRPr sz="1400"/>
            </a:lvl1pPr>
            <a:lvl2pPr marL="408781" indent="-183356">
              <a:spcBef>
                <a:spcPts val="900"/>
              </a:spcBef>
              <a:defRPr sz="1400"/>
            </a:lvl2pPr>
            <a:lvl3pPr marL="619990" indent="-181840">
              <a:spcBef>
                <a:spcPts val="900"/>
              </a:spcBef>
              <a:defRPr sz="1400"/>
            </a:lvl3pPr>
            <a:lvl4pPr marL="703695" indent="-157595">
              <a:spcBef>
                <a:spcPts val="900"/>
              </a:spcBef>
              <a:defRPr sz="1400"/>
            </a:lvl4pPr>
            <a:lvl5pPr marL="898207" indent="-182244">
              <a:spcBef>
                <a:spcPts val="900"/>
              </a:spcBef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ve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290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291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292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293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4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5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296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297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8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9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0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301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302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303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304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305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6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7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8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9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310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1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312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3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4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315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316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31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12648" y="1334323"/>
            <a:ext cx="1920241" cy="4992625"/>
          </a:xfrm>
          <a:prstGeom prst="rect">
            <a:avLst/>
          </a:prstGeom>
        </p:spPr>
        <p:txBody>
          <a:bodyPr>
            <a:normAutofit/>
          </a:bodyPr>
          <a:lstStyle>
            <a:lvl1pPr marL="119062" indent="-119062">
              <a:spcBef>
                <a:spcPts val="900"/>
              </a:spcBef>
              <a:defRPr sz="1200"/>
            </a:lvl1pPr>
            <a:lvl2pPr marL="396875" indent="-171450">
              <a:spcBef>
                <a:spcPts val="900"/>
              </a:spcBef>
              <a:defRPr sz="1200"/>
            </a:lvl2pPr>
            <a:lvl3pPr marL="609600" indent="-171450">
              <a:spcBef>
                <a:spcPts val="900"/>
              </a:spcBef>
              <a:defRPr sz="1200"/>
            </a:lvl3pPr>
            <a:lvl4pPr marL="694690" indent="-148590">
              <a:spcBef>
                <a:spcPts val="900"/>
              </a:spcBef>
              <a:defRPr sz="1200"/>
            </a:lvl4pPr>
            <a:lvl5pPr marL="872172" indent="-156209">
              <a:spcBef>
                <a:spcPts val="900"/>
              </a:spcBef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327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328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329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330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1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2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333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334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5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6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7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338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339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340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341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342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3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4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5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6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347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8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349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0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1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352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353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354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355" name="Picture Placeholder 1"/>
          <p:cNvSpPr>
            <a:spLocks noGrp="1"/>
          </p:cNvSpPr>
          <p:nvPr>
            <p:ph type="pic" sz="quarter" idx="21"/>
          </p:nvPr>
        </p:nvSpPr>
        <p:spPr>
          <a:xfrm>
            <a:off x="609600" y="1335024"/>
            <a:ext cx="4937760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3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4023359"/>
            <a:ext cx="4846321" cy="2286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7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6644640" y="1335024"/>
            <a:ext cx="4937760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3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366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367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368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369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0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1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372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373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4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5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6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377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378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379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380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381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2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3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4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5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386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7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388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9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0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391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392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393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39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12648" y="4023359"/>
            <a:ext cx="3200401" cy="22860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/>
            </a:lvl1pPr>
            <a:lvl2pPr marL="405039" indent="-179614">
              <a:defRPr sz="1600"/>
            </a:lvl2pPr>
            <a:lvl3pPr marL="628650" indent="-190500">
              <a:defRPr sz="1600"/>
            </a:lvl3pPr>
            <a:lvl4pPr marL="711200" indent="-165100">
              <a:defRPr sz="1600"/>
            </a:lvl4pPr>
            <a:lvl5pPr marL="905308" indent="-189345"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5" name="Picture Placeholder 1"/>
          <p:cNvSpPr>
            <a:spLocks noGrp="1"/>
          </p:cNvSpPr>
          <p:nvPr>
            <p:ph type="pic" sz="quarter" idx="21"/>
          </p:nvPr>
        </p:nvSpPr>
        <p:spPr>
          <a:xfrm>
            <a:off x="609600" y="1335024"/>
            <a:ext cx="3255265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396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4468367" y="1335024"/>
            <a:ext cx="3255266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39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8327135" y="1335024"/>
            <a:ext cx="3255265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39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ur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406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407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408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409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0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1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412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413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4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5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6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417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418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419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420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421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2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3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4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5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426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7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428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9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0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431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432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43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12648" y="4023359"/>
            <a:ext cx="2194561" cy="2286001"/>
          </a:xfrm>
          <a:prstGeom prst="rect">
            <a:avLst/>
          </a:prstGeom>
        </p:spPr>
        <p:txBody>
          <a:bodyPr>
            <a:normAutofit/>
          </a:bodyPr>
          <a:lstStyle>
            <a:lvl1pPr marL="182562" indent="-182562">
              <a:spcBef>
                <a:spcPts val="900"/>
              </a:spcBef>
              <a:defRPr sz="1400"/>
            </a:lvl1pPr>
            <a:lvl2pPr marL="408781" indent="-183356">
              <a:spcBef>
                <a:spcPts val="900"/>
              </a:spcBef>
              <a:defRPr sz="1400"/>
            </a:lvl2pPr>
            <a:lvl3pPr marL="619990" indent="-181840">
              <a:spcBef>
                <a:spcPts val="900"/>
              </a:spcBef>
              <a:defRPr sz="1400"/>
            </a:lvl3pPr>
            <a:lvl4pPr marL="703695" indent="-157595">
              <a:spcBef>
                <a:spcPts val="900"/>
              </a:spcBef>
              <a:defRPr sz="1400"/>
            </a:lvl4pPr>
            <a:lvl5pPr marL="898207" indent="-182244">
              <a:spcBef>
                <a:spcPts val="900"/>
              </a:spcBef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5" name="Picture Placeholder 1"/>
          <p:cNvSpPr>
            <a:spLocks noGrp="1"/>
          </p:cNvSpPr>
          <p:nvPr>
            <p:ph type="pic" sz="quarter" idx="21"/>
          </p:nvPr>
        </p:nvSpPr>
        <p:spPr>
          <a:xfrm>
            <a:off x="609600" y="1335024"/>
            <a:ext cx="2240280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436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3520440" y="1335024"/>
            <a:ext cx="2240281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43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431279" y="1335024"/>
            <a:ext cx="2240281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438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9342119" y="1335024"/>
            <a:ext cx="2240281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4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ve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447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448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449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450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1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2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453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454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5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6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7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458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459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460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461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462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3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4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5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6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467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68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469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0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71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472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473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474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47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12648" y="4023359"/>
            <a:ext cx="1645921" cy="2286001"/>
          </a:xfrm>
          <a:prstGeom prst="rect">
            <a:avLst/>
          </a:prstGeom>
        </p:spPr>
        <p:txBody>
          <a:bodyPr>
            <a:normAutofit/>
          </a:bodyPr>
          <a:lstStyle>
            <a:lvl1pPr marL="119062" indent="-119062">
              <a:spcBef>
                <a:spcPts val="900"/>
              </a:spcBef>
              <a:defRPr sz="1200"/>
            </a:lvl1pPr>
            <a:lvl2pPr marL="396875" indent="-171450">
              <a:spcBef>
                <a:spcPts val="900"/>
              </a:spcBef>
              <a:defRPr sz="1200"/>
            </a:lvl2pPr>
            <a:lvl3pPr marL="609600" indent="-171450">
              <a:spcBef>
                <a:spcPts val="900"/>
              </a:spcBef>
              <a:defRPr sz="1200"/>
            </a:lvl3pPr>
            <a:lvl4pPr marL="694690" indent="-148590">
              <a:spcBef>
                <a:spcPts val="900"/>
              </a:spcBef>
              <a:defRPr sz="1200"/>
            </a:lvl4pPr>
            <a:lvl5pPr marL="872172" indent="-156209">
              <a:spcBef>
                <a:spcPts val="900"/>
              </a:spcBef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6" name="Picture Placeholder 1"/>
          <p:cNvSpPr>
            <a:spLocks noGrp="1"/>
          </p:cNvSpPr>
          <p:nvPr>
            <p:ph type="pic" sz="quarter" idx="21"/>
          </p:nvPr>
        </p:nvSpPr>
        <p:spPr>
          <a:xfrm>
            <a:off x="609600" y="1335024"/>
            <a:ext cx="1828800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477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2895600" y="1335024"/>
            <a:ext cx="1828800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478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5181600" y="1335024"/>
            <a:ext cx="1828800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479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7467600" y="1335024"/>
            <a:ext cx="1828800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480" name="Picture Placeholder 5"/>
          <p:cNvSpPr>
            <a:spLocks noGrp="1"/>
          </p:cNvSpPr>
          <p:nvPr>
            <p:ph type="pic" sz="quarter" idx="25"/>
          </p:nvPr>
        </p:nvSpPr>
        <p:spPr>
          <a:xfrm>
            <a:off x="9753600" y="1335024"/>
            <a:ext cx="1828800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4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489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490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491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492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3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4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495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496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7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8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9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500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501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502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503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504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5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6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7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8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509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0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511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2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3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514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515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516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51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66126"/>
            <a:ext cx="4846321" cy="34246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SzTx/>
              <a:buNone/>
              <a:defRPr sz="1600" b="1"/>
            </a:lvl1pPr>
            <a:lvl2pPr marL="405039" indent="-179614">
              <a:defRPr sz="1600" b="1"/>
            </a:lvl2pPr>
            <a:lvl3pPr marL="628650" indent="-190500">
              <a:defRPr sz="1600" b="1"/>
            </a:lvl3pPr>
            <a:lvl4pPr marL="711200" indent="-165100">
              <a:defRPr sz="1600" b="1"/>
            </a:lvl4pPr>
            <a:lvl5pPr marL="905308" indent="-189345">
              <a:defRPr sz="16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8" name="Picture Placeholder 7"/>
          <p:cNvSpPr>
            <a:spLocks noGrp="1"/>
          </p:cNvSpPr>
          <p:nvPr>
            <p:ph type="pic" sz="half" idx="21"/>
          </p:nvPr>
        </p:nvSpPr>
        <p:spPr>
          <a:xfrm>
            <a:off x="609600" y="2103120"/>
            <a:ext cx="493776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519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6644640" y="1566126"/>
            <a:ext cx="4846321" cy="342467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600" b="1"/>
            </a:pPr>
            <a:endParaRPr/>
          </a:p>
        </p:txBody>
      </p:sp>
      <p:sp>
        <p:nvSpPr>
          <p:cNvPr id="520" name="Picture Placeholder 9"/>
          <p:cNvSpPr>
            <a:spLocks noGrp="1"/>
          </p:cNvSpPr>
          <p:nvPr>
            <p:ph type="pic" sz="half" idx="23"/>
          </p:nvPr>
        </p:nvSpPr>
        <p:spPr>
          <a:xfrm>
            <a:off x="6644640" y="2103120"/>
            <a:ext cx="493776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5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529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530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531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532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3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4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535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536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7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8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9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540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541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542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543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544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5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6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7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8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549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0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551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2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3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554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555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556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55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66126"/>
            <a:ext cx="3200400" cy="34246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SzTx/>
              <a:buNone/>
              <a:defRPr sz="1600" b="1"/>
            </a:lvl1pPr>
            <a:lvl2pPr marL="405039" indent="-179614">
              <a:defRPr sz="1600" b="1"/>
            </a:lvl2pPr>
            <a:lvl3pPr marL="628650" indent="-190500">
              <a:defRPr sz="1600" b="1"/>
            </a:lvl3pPr>
            <a:lvl4pPr marL="711200" indent="-165100">
              <a:defRPr sz="1600" b="1"/>
            </a:lvl4pPr>
            <a:lvl5pPr marL="905308" indent="-189345">
              <a:defRPr sz="16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8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609600" y="2103120"/>
            <a:ext cx="3255265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559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4468367" y="1566126"/>
            <a:ext cx="3200401" cy="342467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600" b="1"/>
            </a:pPr>
            <a:endParaRPr/>
          </a:p>
        </p:txBody>
      </p:sp>
      <p:sp>
        <p:nvSpPr>
          <p:cNvPr id="560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4468367" y="2103120"/>
            <a:ext cx="3255266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561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8327135" y="1566126"/>
            <a:ext cx="3200401" cy="342467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600" b="1"/>
            </a:pPr>
            <a:endParaRPr/>
          </a:p>
        </p:txBody>
      </p:sp>
      <p:sp>
        <p:nvSpPr>
          <p:cNvPr id="562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8327135" y="2103120"/>
            <a:ext cx="3255265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5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ur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571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572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573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574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5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6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577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578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9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0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1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582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583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584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585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586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7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8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9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0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591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2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593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4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5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596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597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598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59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463278"/>
            <a:ext cx="2240280" cy="5481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SzTx/>
              <a:buNone/>
              <a:defRPr sz="1400" b="1"/>
            </a:lvl1pPr>
            <a:lvl2pPr marL="382588" indent="-157163">
              <a:defRPr sz="1400" b="1"/>
            </a:lvl2pPr>
            <a:lvl3pPr marL="604837" indent="-166687">
              <a:defRPr sz="1400" b="1"/>
            </a:lvl3pPr>
            <a:lvl4pPr marL="690562" indent="-144462">
              <a:defRPr sz="1400" b="1"/>
            </a:lvl4pPr>
            <a:lvl5pPr marL="881640" indent="-165677">
              <a:defRPr sz="1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0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609600" y="2103120"/>
            <a:ext cx="224028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01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3520440" y="1463278"/>
            <a:ext cx="2240281" cy="54816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/>
            </a:pPr>
            <a:endParaRPr/>
          </a:p>
        </p:txBody>
      </p:sp>
      <p:sp>
        <p:nvSpPr>
          <p:cNvPr id="602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3520440" y="2103120"/>
            <a:ext cx="2240281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03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6431279" y="1463278"/>
            <a:ext cx="2240281" cy="54816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/>
            </a:pPr>
            <a:endParaRPr/>
          </a:p>
        </p:txBody>
      </p:sp>
      <p:sp>
        <p:nvSpPr>
          <p:cNvPr id="604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6431279" y="2103120"/>
            <a:ext cx="2240281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05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9342119" y="1463278"/>
            <a:ext cx="2240281" cy="54816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/>
            </a:pPr>
            <a:endParaRPr/>
          </a:p>
        </p:txBody>
      </p:sp>
      <p:sp>
        <p:nvSpPr>
          <p:cNvPr id="606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9342119" y="2103120"/>
            <a:ext cx="2240281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0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ve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615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616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617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618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9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0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621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622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3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4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5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626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627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628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629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630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1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2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3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4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635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6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637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8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9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640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641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642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64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463278"/>
            <a:ext cx="1828800" cy="5481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SzTx/>
              <a:buNone/>
              <a:defRPr sz="1400" b="1"/>
            </a:lvl1pPr>
            <a:lvl2pPr marL="382588" indent="-157163">
              <a:defRPr sz="1400" b="1"/>
            </a:lvl2pPr>
            <a:lvl3pPr marL="604837" indent="-166687">
              <a:defRPr sz="1400" b="1"/>
            </a:lvl3pPr>
            <a:lvl4pPr marL="690562" indent="-144462">
              <a:defRPr sz="1400" b="1"/>
            </a:lvl4pPr>
            <a:lvl5pPr marL="881640" indent="-165677">
              <a:defRPr sz="1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44" name="Picture Placeholder 1"/>
          <p:cNvSpPr>
            <a:spLocks noGrp="1"/>
          </p:cNvSpPr>
          <p:nvPr>
            <p:ph type="pic" sz="quarter" idx="21"/>
          </p:nvPr>
        </p:nvSpPr>
        <p:spPr>
          <a:xfrm>
            <a:off x="609600" y="2103120"/>
            <a:ext cx="182880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45" name="Text Placeholder 2"/>
          <p:cNvSpPr>
            <a:spLocks noGrp="1"/>
          </p:cNvSpPr>
          <p:nvPr>
            <p:ph type="body" sz="quarter" idx="22"/>
          </p:nvPr>
        </p:nvSpPr>
        <p:spPr>
          <a:xfrm>
            <a:off x="2895600" y="1463278"/>
            <a:ext cx="1828800" cy="54816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/>
            </a:pPr>
            <a:endParaRPr/>
          </a:p>
        </p:txBody>
      </p:sp>
      <p:sp>
        <p:nvSpPr>
          <p:cNvPr id="646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2895600" y="2103120"/>
            <a:ext cx="182880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47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5181600" y="1463278"/>
            <a:ext cx="1828800" cy="54816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/>
            </a:pPr>
            <a:endParaRPr/>
          </a:p>
        </p:txBody>
      </p:sp>
      <p:sp>
        <p:nvSpPr>
          <p:cNvPr id="648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181600" y="2103120"/>
            <a:ext cx="182880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49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7467600" y="1463278"/>
            <a:ext cx="1828800" cy="54816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/>
            </a:pPr>
            <a:endParaRPr/>
          </a:p>
        </p:txBody>
      </p:sp>
      <p:sp>
        <p:nvSpPr>
          <p:cNvPr id="650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7467600" y="2103120"/>
            <a:ext cx="182880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51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9753600" y="1463278"/>
            <a:ext cx="1828800" cy="548164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/>
            </a:pPr>
            <a:endParaRPr/>
          </a:p>
        </p:txBody>
      </p:sp>
      <p:sp>
        <p:nvSpPr>
          <p:cNvPr id="652" name="Picture Placeholder 5"/>
          <p:cNvSpPr>
            <a:spLocks noGrp="1"/>
          </p:cNvSpPr>
          <p:nvPr>
            <p:ph type="pic" sz="quarter" idx="29"/>
          </p:nvPr>
        </p:nvSpPr>
        <p:spPr>
          <a:xfrm>
            <a:off x="9753600" y="2103120"/>
            <a:ext cx="182880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6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id -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698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699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700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701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2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3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704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705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6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7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8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709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710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711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712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713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4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5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6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7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718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9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720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1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2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723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724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725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72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609600" y="1554480"/>
            <a:ext cx="54864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727" name="Picture Placeholder 9"/>
          <p:cNvSpPr>
            <a:spLocks noGrp="1"/>
          </p:cNvSpPr>
          <p:nvPr>
            <p:ph type="pic" sz="quarter" idx="22"/>
          </p:nvPr>
        </p:nvSpPr>
        <p:spPr>
          <a:xfrm>
            <a:off x="6096000" y="1554480"/>
            <a:ext cx="54864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728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09600" y="3840479"/>
            <a:ext cx="54864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729" name="Picture Placeholder 9"/>
          <p:cNvSpPr>
            <a:spLocks noGrp="1"/>
          </p:cNvSpPr>
          <p:nvPr>
            <p:ph type="pic" sz="quarter" idx="24"/>
          </p:nvPr>
        </p:nvSpPr>
        <p:spPr>
          <a:xfrm>
            <a:off x="6096000" y="3840479"/>
            <a:ext cx="54864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7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id - 3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738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739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740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741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2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3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744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745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6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7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48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749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750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751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752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753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4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5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6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7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758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9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760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1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2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763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764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765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766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609600" y="1554480"/>
            <a:ext cx="36576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767" name="Picture Placeholder 9"/>
          <p:cNvSpPr>
            <a:spLocks noGrp="1"/>
          </p:cNvSpPr>
          <p:nvPr>
            <p:ph type="pic" sz="quarter" idx="22"/>
          </p:nvPr>
        </p:nvSpPr>
        <p:spPr>
          <a:xfrm>
            <a:off x="4267200" y="1554480"/>
            <a:ext cx="36576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768" name="Picture Placeholder 11"/>
          <p:cNvSpPr>
            <a:spLocks noGrp="1"/>
          </p:cNvSpPr>
          <p:nvPr>
            <p:ph type="pic" sz="quarter" idx="23"/>
          </p:nvPr>
        </p:nvSpPr>
        <p:spPr>
          <a:xfrm>
            <a:off x="7924800" y="1554480"/>
            <a:ext cx="36576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769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609600" y="3840479"/>
            <a:ext cx="36576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770" name="Picture Placeholder 15"/>
          <p:cNvSpPr>
            <a:spLocks noGrp="1"/>
          </p:cNvSpPr>
          <p:nvPr>
            <p:ph type="pic" sz="quarter" idx="25"/>
          </p:nvPr>
        </p:nvSpPr>
        <p:spPr>
          <a:xfrm>
            <a:off x="4267200" y="3840479"/>
            <a:ext cx="36576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771" name="Picture Placeholder 17"/>
          <p:cNvSpPr>
            <a:spLocks noGrp="1"/>
          </p:cNvSpPr>
          <p:nvPr>
            <p:ph type="pic" sz="quarter" idx="26"/>
          </p:nvPr>
        </p:nvSpPr>
        <p:spPr>
          <a:xfrm>
            <a:off x="7924800" y="3840479"/>
            <a:ext cx="36576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7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id - 8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780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781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782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783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4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5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786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787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8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9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0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791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792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793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794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795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6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7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8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99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800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1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802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3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04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805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806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807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808" name="Rectangle 5"/>
          <p:cNvSpPr/>
          <p:nvPr/>
        </p:nvSpPr>
        <p:spPr>
          <a:xfrm>
            <a:off x="609599" y="1334323"/>
            <a:ext cx="1268843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09" name="Rectangle 6"/>
          <p:cNvSpPr/>
          <p:nvPr/>
        </p:nvSpPr>
        <p:spPr>
          <a:xfrm>
            <a:off x="1995879" y="1334323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10" name="Rectangle 8"/>
          <p:cNvSpPr/>
          <p:nvPr/>
        </p:nvSpPr>
        <p:spPr>
          <a:xfrm>
            <a:off x="3382159" y="1334323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11" name="Rectangle 9"/>
          <p:cNvSpPr/>
          <p:nvPr/>
        </p:nvSpPr>
        <p:spPr>
          <a:xfrm>
            <a:off x="4768439" y="1334323"/>
            <a:ext cx="1268843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12" name="Rectangle 10"/>
          <p:cNvSpPr/>
          <p:nvPr/>
        </p:nvSpPr>
        <p:spPr>
          <a:xfrm>
            <a:off x="6154720" y="1334323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13" name="Rectangle 11"/>
          <p:cNvSpPr/>
          <p:nvPr/>
        </p:nvSpPr>
        <p:spPr>
          <a:xfrm>
            <a:off x="7541000" y="1334323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14" name="Rectangle 12"/>
          <p:cNvSpPr/>
          <p:nvPr/>
        </p:nvSpPr>
        <p:spPr>
          <a:xfrm>
            <a:off x="8927279" y="1334323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15" name="Rectangle 13"/>
          <p:cNvSpPr/>
          <p:nvPr/>
        </p:nvSpPr>
        <p:spPr>
          <a:xfrm>
            <a:off x="10313558" y="1334323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16" name="Rectangle 14"/>
          <p:cNvSpPr/>
          <p:nvPr/>
        </p:nvSpPr>
        <p:spPr>
          <a:xfrm>
            <a:off x="609599" y="2608440"/>
            <a:ext cx="1268843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17" name="Rectangle 15"/>
          <p:cNvSpPr/>
          <p:nvPr/>
        </p:nvSpPr>
        <p:spPr>
          <a:xfrm>
            <a:off x="1995879" y="2608440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18" name="Rectangle 16"/>
          <p:cNvSpPr/>
          <p:nvPr/>
        </p:nvSpPr>
        <p:spPr>
          <a:xfrm>
            <a:off x="3382159" y="2608440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19" name="Rectangle 17"/>
          <p:cNvSpPr/>
          <p:nvPr/>
        </p:nvSpPr>
        <p:spPr>
          <a:xfrm>
            <a:off x="4768439" y="2608440"/>
            <a:ext cx="1268843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20" name="Rectangle 18"/>
          <p:cNvSpPr/>
          <p:nvPr/>
        </p:nvSpPr>
        <p:spPr>
          <a:xfrm>
            <a:off x="6154720" y="2608440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21" name="Rectangle 19"/>
          <p:cNvSpPr/>
          <p:nvPr/>
        </p:nvSpPr>
        <p:spPr>
          <a:xfrm>
            <a:off x="7541000" y="2608440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22" name="Rectangle 20"/>
          <p:cNvSpPr/>
          <p:nvPr/>
        </p:nvSpPr>
        <p:spPr>
          <a:xfrm>
            <a:off x="8927279" y="2608440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23" name="Rectangle 21"/>
          <p:cNvSpPr/>
          <p:nvPr/>
        </p:nvSpPr>
        <p:spPr>
          <a:xfrm>
            <a:off x="10313558" y="2608440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24" name="Rectangle 22"/>
          <p:cNvSpPr/>
          <p:nvPr/>
        </p:nvSpPr>
        <p:spPr>
          <a:xfrm>
            <a:off x="609599" y="3882556"/>
            <a:ext cx="1268843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25" name="Rectangle 23"/>
          <p:cNvSpPr/>
          <p:nvPr/>
        </p:nvSpPr>
        <p:spPr>
          <a:xfrm>
            <a:off x="1995879" y="3882556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26" name="Rectangle 24"/>
          <p:cNvSpPr/>
          <p:nvPr/>
        </p:nvSpPr>
        <p:spPr>
          <a:xfrm>
            <a:off x="3382159" y="3882556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27" name="Rectangle 25"/>
          <p:cNvSpPr/>
          <p:nvPr/>
        </p:nvSpPr>
        <p:spPr>
          <a:xfrm>
            <a:off x="4768439" y="3882556"/>
            <a:ext cx="1268843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28" name="Rectangle 26"/>
          <p:cNvSpPr/>
          <p:nvPr/>
        </p:nvSpPr>
        <p:spPr>
          <a:xfrm>
            <a:off x="6154720" y="3882556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29" name="Rectangle 27"/>
          <p:cNvSpPr/>
          <p:nvPr/>
        </p:nvSpPr>
        <p:spPr>
          <a:xfrm>
            <a:off x="7541000" y="3882556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30" name="Rectangle 28"/>
          <p:cNvSpPr/>
          <p:nvPr/>
        </p:nvSpPr>
        <p:spPr>
          <a:xfrm>
            <a:off x="8927279" y="3882556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31" name="Rectangle 29"/>
          <p:cNvSpPr/>
          <p:nvPr/>
        </p:nvSpPr>
        <p:spPr>
          <a:xfrm>
            <a:off x="10313558" y="3882556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32" name="Rectangle 30"/>
          <p:cNvSpPr/>
          <p:nvPr/>
        </p:nvSpPr>
        <p:spPr>
          <a:xfrm>
            <a:off x="609599" y="5156674"/>
            <a:ext cx="1268843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33" name="Rectangle 31"/>
          <p:cNvSpPr/>
          <p:nvPr/>
        </p:nvSpPr>
        <p:spPr>
          <a:xfrm>
            <a:off x="1995879" y="5156674"/>
            <a:ext cx="1268842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34" name="Rectangle 32"/>
          <p:cNvSpPr/>
          <p:nvPr/>
        </p:nvSpPr>
        <p:spPr>
          <a:xfrm>
            <a:off x="3382159" y="5156674"/>
            <a:ext cx="1268842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35" name="Rectangle 33"/>
          <p:cNvSpPr/>
          <p:nvPr/>
        </p:nvSpPr>
        <p:spPr>
          <a:xfrm>
            <a:off x="4768439" y="5156674"/>
            <a:ext cx="1268843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36" name="Rectangle 34"/>
          <p:cNvSpPr/>
          <p:nvPr/>
        </p:nvSpPr>
        <p:spPr>
          <a:xfrm>
            <a:off x="6154720" y="5156674"/>
            <a:ext cx="1268842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37" name="Rectangle 35"/>
          <p:cNvSpPr/>
          <p:nvPr/>
        </p:nvSpPr>
        <p:spPr>
          <a:xfrm>
            <a:off x="7541000" y="5156674"/>
            <a:ext cx="1268842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38" name="Rectangle 36"/>
          <p:cNvSpPr/>
          <p:nvPr/>
        </p:nvSpPr>
        <p:spPr>
          <a:xfrm>
            <a:off x="8927279" y="5156674"/>
            <a:ext cx="1268842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39" name="Rectangle 37"/>
          <p:cNvSpPr/>
          <p:nvPr/>
        </p:nvSpPr>
        <p:spPr>
          <a:xfrm>
            <a:off x="10313558" y="5156674"/>
            <a:ext cx="1268842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840" name="row 1 Picture Placeholder 1"/>
          <p:cNvSpPr>
            <a:spLocks noGrp="1"/>
          </p:cNvSpPr>
          <p:nvPr>
            <p:ph type="pic" sz="quarter" idx="21"/>
          </p:nvPr>
        </p:nvSpPr>
        <p:spPr>
          <a:xfrm>
            <a:off x="652604" y="1374235"/>
            <a:ext cx="1182832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41" name="row 1 Picture Placeholder 2"/>
          <p:cNvSpPr>
            <a:spLocks noGrp="1"/>
          </p:cNvSpPr>
          <p:nvPr>
            <p:ph type="pic" sz="quarter" idx="22"/>
          </p:nvPr>
        </p:nvSpPr>
        <p:spPr>
          <a:xfrm>
            <a:off x="2034594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42" name="row 1 Picture Placeholder 3"/>
          <p:cNvSpPr>
            <a:spLocks noGrp="1"/>
          </p:cNvSpPr>
          <p:nvPr>
            <p:ph type="pic" sz="quarter" idx="23"/>
          </p:nvPr>
        </p:nvSpPr>
        <p:spPr>
          <a:xfrm>
            <a:off x="3421781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43" name="row 1 Picture Placeholder 4"/>
          <p:cNvSpPr>
            <a:spLocks noGrp="1"/>
          </p:cNvSpPr>
          <p:nvPr>
            <p:ph type="pic" sz="quarter" idx="24"/>
          </p:nvPr>
        </p:nvSpPr>
        <p:spPr>
          <a:xfrm>
            <a:off x="4814163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44" name="row 1 Picture Placeholder 5"/>
          <p:cNvSpPr>
            <a:spLocks noGrp="1"/>
          </p:cNvSpPr>
          <p:nvPr>
            <p:ph type="pic" sz="quarter" idx="25"/>
          </p:nvPr>
        </p:nvSpPr>
        <p:spPr>
          <a:xfrm>
            <a:off x="6196153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45" name="row 1 Picture Placeholder 6"/>
          <p:cNvSpPr>
            <a:spLocks noGrp="1"/>
          </p:cNvSpPr>
          <p:nvPr>
            <p:ph type="pic" sz="quarter" idx="26"/>
          </p:nvPr>
        </p:nvSpPr>
        <p:spPr>
          <a:xfrm>
            <a:off x="7583340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46" name="row 1 Picture Placeholder 7"/>
          <p:cNvSpPr>
            <a:spLocks noGrp="1"/>
          </p:cNvSpPr>
          <p:nvPr>
            <p:ph type="pic" sz="quarter" idx="27"/>
          </p:nvPr>
        </p:nvSpPr>
        <p:spPr>
          <a:xfrm>
            <a:off x="8970526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47" name="row 1 Picture Placeholder 8"/>
          <p:cNvSpPr>
            <a:spLocks noGrp="1"/>
          </p:cNvSpPr>
          <p:nvPr>
            <p:ph type="pic" sz="quarter" idx="28"/>
          </p:nvPr>
        </p:nvSpPr>
        <p:spPr>
          <a:xfrm>
            <a:off x="10357712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48" name="row 2 Picture Placeholder 1"/>
          <p:cNvSpPr>
            <a:spLocks noGrp="1"/>
          </p:cNvSpPr>
          <p:nvPr>
            <p:ph type="pic" sz="quarter" idx="29"/>
          </p:nvPr>
        </p:nvSpPr>
        <p:spPr>
          <a:xfrm>
            <a:off x="652604" y="2645822"/>
            <a:ext cx="1182832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49" name="row 2 Picture Placeholder 2"/>
          <p:cNvSpPr>
            <a:spLocks noGrp="1"/>
          </p:cNvSpPr>
          <p:nvPr>
            <p:ph type="pic" sz="quarter" idx="30"/>
          </p:nvPr>
        </p:nvSpPr>
        <p:spPr>
          <a:xfrm>
            <a:off x="2034594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50" name="row 2 Picture Placeholder 3"/>
          <p:cNvSpPr>
            <a:spLocks noGrp="1"/>
          </p:cNvSpPr>
          <p:nvPr>
            <p:ph type="pic" sz="quarter" idx="31"/>
          </p:nvPr>
        </p:nvSpPr>
        <p:spPr>
          <a:xfrm>
            <a:off x="3421781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51" name="row 2 Picture Placeholder 4"/>
          <p:cNvSpPr>
            <a:spLocks noGrp="1"/>
          </p:cNvSpPr>
          <p:nvPr>
            <p:ph type="pic" sz="quarter" idx="32"/>
          </p:nvPr>
        </p:nvSpPr>
        <p:spPr>
          <a:xfrm>
            <a:off x="4814163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52" name="row 2 Picture Placeholder 5"/>
          <p:cNvSpPr>
            <a:spLocks noGrp="1"/>
          </p:cNvSpPr>
          <p:nvPr>
            <p:ph type="pic" sz="quarter" idx="33"/>
          </p:nvPr>
        </p:nvSpPr>
        <p:spPr>
          <a:xfrm>
            <a:off x="6196153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53" name="row 2 Picture Placeholder 6"/>
          <p:cNvSpPr>
            <a:spLocks noGrp="1"/>
          </p:cNvSpPr>
          <p:nvPr>
            <p:ph type="pic" sz="quarter" idx="34"/>
          </p:nvPr>
        </p:nvSpPr>
        <p:spPr>
          <a:xfrm>
            <a:off x="7583340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54" name="row 2 Picture Placeholder 7"/>
          <p:cNvSpPr>
            <a:spLocks noGrp="1"/>
          </p:cNvSpPr>
          <p:nvPr>
            <p:ph type="pic" sz="quarter" idx="35"/>
          </p:nvPr>
        </p:nvSpPr>
        <p:spPr>
          <a:xfrm>
            <a:off x="8970526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55" name="row 2 Picture Placeholder 8"/>
          <p:cNvSpPr>
            <a:spLocks noGrp="1"/>
          </p:cNvSpPr>
          <p:nvPr>
            <p:ph type="pic" sz="quarter" idx="36"/>
          </p:nvPr>
        </p:nvSpPr>
        <p:spPr>
          <a:xfrm>
            <a:off x="10357712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56" name="row 3 Picture Placeholder 1"/>
          <p:cNvSpPr>
            <a:spLocks noGrp="1"/>
          </p:cNvSpPr>
          <p:nvPr>
            <p:ph type="pic" sz="quarter" idx="37"/>
          </p:nvPr>
        </p:nvSpPr>
        <p:spPr>
          <a:xfrm>
            <a:off x="652604" y="3924553"/>
            <a:ext cx="1182832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57" name="row 3 Picture Placeholder 2"/>
          <p:cNvSpPr>
            <a:spLocks noGrp="1"/>
          </p:cNvSpPr>
          <p:nvPr>
            <p:ph type="pic" sz="quarter" idx="38"/>
          </p:nvPr>
        </p:nvSpPr>
        <p:spPr>
          <a:xfrm>
            <a:off x="2034594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58" name="row 3 Picture Placeholder 3"/>
          <p:cNvSpPr>
            <a:spLocks noGrp="1"/>
          </p:cNvSpPr>
          <p:nvPr>
            <p:ph type="pic" sz="quarter" idx="39"/>
          </p:nvPr>
        </p:nvSpPr>
        <p:spPr>
          <a:xfrm>
            <a:off x="3421781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59" name="row 3 Picture Placeholder 4"/>
          <p:cNvSpPr>
            <a:spLocks noGrp="1"/>
          </p:cNvSpPr>
          <p:nvPr>
            <p:ph type="pic" sz="quarter" idx="40"/>
          </p:nvPr>
        </p:nvSpPr>
        <p:spPr>
          <a:xfrm>
            <a:off x="4814163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60" name="row 3 Picture Placeholder 5"/>
          <p:cNvSpPr>
            <a:spLocks noGrp="1"/>
          </p:cNvSpPr>
          <p:nvPr>
            <p:ph type="pic" sz="quarter" idx="41"/>
          </p:nvPr>
        </p:nvSpPr>
        <p:spPr>
          <a:xfrm>
            <a:off x="6196153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61" name="row 3 Picture Placeholder 6"/>
          <p:cNvSpPr>
            <a:spLocks noGrp="1"/>
          </p:cNvSpPr>
          <p:nvPr>
            <p:ph type="pic" sz="quarter" idx="42"/>
          </p:nvPr>
        </p:nvSpPr>
        <p:spPr>
          <a:xfrm>
            <a:off x="7583340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62" name="row 3 Picture Placeholder 7"/>
          <p:cNvSpPr>
            <a:spLocks noGrp="1"/>
          </p:cNvSpPr>
          <p:nvPr>
            <p:ph type="pic" sz="quarter" idx="43"/>
          </p:nvPr>
        </p:nvSpPr>
        <p:spPr>
          <a:xfrm>
            <a:off x="8970526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63" name="row 3 Picture Placeholder 8"/>
          <p:cNvSpPr>
            <a:spLocks noGrp="1"/>
          </p:cNvSpPr>
          <p:nvPr>
            <p:ph type="pic" sz="quarter" idx="44"/>
          </p:nvPr>
        </p:nvSpPr>
        <p:spPr>
          <a:xfrm>
            <a:off x="10357712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64" name="row 4 Picture Placeholder 1"/>
          <p:cNvSpPr>
            <a:spLocks noGrp="1"/>
          </p:cNvSpPr>
          <p:nvPr>
            <p:ph type="pic" sz="quarter" idx="45"/>
          </p:nvPr>
        </p:nvSpPr>
        <p:spPr>
          <a:xfrm>
            <a:off x="652604" y="5196140"/>
            <a:ext cx="1182832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65" name="row 4 Picture Placeholder 2"/>
          <p:cNvSpPr>
            <a:spLocks noGrp="1"/>
          </p:cNvSpPr>
          <p:nvPr>
            <p:ph type="pic" sz="quarter" idx="46"/>
          </p:nvPr>
        </p:nvSpPr>
        <p:spPr>
          <a:xfrm>
            <a:off x="2034594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66" name="row 4 Picture Placeholder 3"/>
          <p:cNvSpPr>
            <a:spLocks noGrp="1"/>
          </p:cNvSpPr>
          <p:nvPr>
            <p:ph type="pic" sz="quarter" idx="47"/>
          </p:nvPr>
        </p:nvSpPr>
        <p:spPr>
          <a:xfrm>
            <a:off x="3421781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67" name="row 4 Picture Placeholder 4"/>
          <p:cNvSpPr>
            <a:spLocks noGrp="1"/>
          </p:cNvSpPr>
          <p:nvPr>
            <p:ph type="pic" sz="quarter" idx="48"/>
          </p:nvPr>
        </p:nvSpPr>
        <p:spPr>
          <a:xfrm>
            <a:off x="4814163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68" name="row 4 Picture Placeholder 5"/>
          <p:cNvSpPr>
            <a:spLocks noGrp="1"/>
          </p:cNvSpPr>
          <p:nvPr>
            <p:ph type="pic" sz="quarter" idx="49"/>
          </p:nvPr>
        </p:nvSpPr>
        <p:spPr>
          <a:xfrm>
            <a:off x="6196153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69" name="row 4 Picture Placeholder 6"/>
          <p:cNvSpPr>
            <a:spLocks noGrp="1"/>
          </p:cNvSpPr>
          <p:nvPr>
            <p:ph type="pic" sz="quarter" idx="50"/>
          </p:nvPr>
        </p:nvSpPr>
        <p:spPr>
          <a:xfrm>
            <a:off x="7583340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70" name="row 4 Picture Placeholder 7"/>
          <p:cNvSpPr>
            <a:spLocks noGrp="1"/>
          </p:cNvSpPr>
          <p:nvPr>
            <p:ph type="pic" sz="quarter" idx="51"/>
          </p:nvPr>
        </p:nvSpPr>
        <p:spPr>
          <a:xfrm>
            <a:off x="8970526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71" name="row 4 Picture Placeholder 8"/>
          <p:cNvSpPr>
            <a:spLocks noGrp="1"/>
          </p:cNvSpPr>
          <p:nvPr>
            <p:ph type="pic" sz="quarter" idx="52"/>
          </p:nvPr>
        </p:nvSpPr>
        <p:spPr>
          <a:xfrm>
            <a:off x="10357712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8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 with Image -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Title Text"/>
          <p:cNvSpPr txBox="1">
            <a:spLocks noGrp="1"/>
          </p:cNvSpPr>
          <p:nvPr>
            <p:ph type="title"/>
          </p:nvPr>
        </p:nvSpPr>
        <p:spPr>
          <a:xfrm>
            <a:off x="609598" y="426061"/>
            <a:ext cx="5334003" cy="2387601"/>
          </a:xfrm>
          <a:prstGeom prst="rect">
            <a:avLst/>
          </a:prstGeom>
        </p:spPr>
        <p:txBody>
          <a:bodyPr anchor="b"/>
          <a:lstStyle>
            <a:lvl1pPr>
              <a:defRPr sz="4800" b="1" spc="-12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8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598" y="3012925"/>
            <a:ext cx="5334002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None/>
              <a:defRPr sz="2400">
                <a:solidFill>
                  <a:srgbClr val="FFFFFF"/>
                </a:solidFill>
              </a:defRPr>
            </a:lvl1pPr>
            <a:lvl2pPr marL="0" indent="457200">
              <a:buSzTx/>
              <a:buNone/>
              <a:defRPr sz="2400">
                <a:solidFill>
                  <a:srgbClr val="FFFFFF"/>
                </a:solidFill>
              </a:defRPr>
            </a:lvl2pPr>
            <a:lvl3pPr marL="0" indent="914400">
              <a:buSzTx/>
              <a:buNone/>
              <a:defRPr sz="2400">
                <a:solidFill>
                  <a:srgbClr val="FFFFFF"/>
                </a:solidFill>
              </a:defRPr>
            </a:lvl3pPr>
            <a:lvl4pPr marL="0" indent="1371600">
              <a:buSzTx/>
              <a:buNone/>
              <a:defRPr sz="2400">
                <a:solidFill>
                  <a:srgbClr val="FFFFFF"/>
                </a:solidFill>
              </a:defRPr>
            </a:lvl4pPr>
            <a:lvl5pPr marL="0" indent="1828800">
              <a:buSz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1" name="Picture Placeholder 7"/>
          <p:cNvSpPr>
            <a:spLocks noGrp="1"/>
          </p:cNvSpPr>
          <p:nvPr>
            <p:ph type="pic" idx="2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pic>
        <p:nvPicPr>
          <p:cNvPr id="882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27" y="6003485"/>
            <a:ext cx="1316737" cy="318213"/>
          </a:xfrm>
          <a:prstGeom prst="rect">
            <a:avLst/>
          </a:prstGeom>
          <a:ln w="12700">
            <a:miter lim="400000"/>
          </a:ln>
        </p:spPr>
      </p:pic>
      <p:sp>
        <p:nvSpPr>
          <p:cNvPr id="8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Divider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9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ck - Bottom Graphic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899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900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901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902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3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4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905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906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7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8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9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910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911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912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913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914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5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6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7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8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919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0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921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2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23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924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925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926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27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334323"/>
            <a:ext cx="10972800" cy="4990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28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9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1/3 Image -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977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978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979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980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1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2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983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984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5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6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7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988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989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990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991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992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3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4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5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6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997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8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999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0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1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002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003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004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676656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0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334323"/>
            <a:ext cx="5943600" cy="4992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6" name="Picture Placeholder 5"/>
          <p:cNvSpPr>
            <a:spLocks noGrp="1"/>
          </p:cNvSpPr>
          <p:nvPr>
            <p:ph type="pic" sz="half" idx="21"/>
          </p:nvPr>
        </p:nvSpPr>
        <p:spPr>
          <a:xfrm>
            <a:off x="7894319" y="0"/>
            <a:ext cx="4297681" cy="685800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007" name="Copyright"/>
          <p:cNvSpPr txBox="1"/>
          <p:nvPr/>
        </p:nvSpPr>
        <p:spPr>
          <a:xfrm>
            <a:off x="565657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008" name="Blocker"/>
          <p:cNvSpPr/>
          <p:nvPr/>
        </p:nvSpPr>
        <p:spPr>
          <a:xfrm>
            <a:off x="9834006" y="6483510"/>
            <a:ext cx="1748394" cy="201955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449168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lumns -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017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018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019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020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21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22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023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024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25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26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27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028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029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030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031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032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3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4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5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6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037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8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039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40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41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042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043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044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4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334323"/>
            <a:ext cx="4937760" cy="4992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6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0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Columns -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055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056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057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058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9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0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061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062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3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4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5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066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067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068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069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070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1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2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3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4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075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6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077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8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9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080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081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082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334323"/>
            <a:ext cx="3200400" cy="4992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  <a:lvl2pPr marL="405039" indent="-179614">
              <a:defRPr sz="1600">
                <a:solidFill>
                  <a:srgbClr val="FFFFFF"/>
                </a:solidFill>
              </a:defRPr>
            </a:lvl2pPr>
            <a:lvl3pPr marL="628650" indent="-190500">
              <a:defRPr sz="1600">
                <a:solidFill>
                  <a:srgbClr val="FFFFFF"/>
                </a:solidFill>
              </a:defRPr>
            </a:lvl3pPr>
            <a:lvl4pPr marL="711200" indent="-165100">
              <a:defRPr sz="1600">
                <a:solidFill>
                  <a:srgbClr val="FFFFFF"/>
                </a:solidFill>
              </a:defRPr>
            </a:lvl4pPr>
            <a:lvl5pPr marL="905308" indent="-189345">
              <a:defRPr sz="16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84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0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ur Columns -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093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094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095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096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7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8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099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100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1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2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3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104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105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106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107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108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9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0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1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2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113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4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115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6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7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118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119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120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1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12648" y="1334323"/>
            <a:ext cx="2240280" cy="4992625"/>
          </a:xfrm>
          <a:prstGeom prst="rect">
            <a:avLst/>
          </a:prstGeom>
        </p:spPr>
        <p:txBody>
          <a:bodyPr>
            <a:normAutofit/>
          </a:bodyPr>
          <a:lstStyle>
            <a:lvl1pPr marL="182562" indent="-182562">
              <a:spcBef>
                <a:spcPts val="900"/>
              </a:spcBef>
              <a:defRPr sz="1400">
                <a:solidFill>
                  <a:srgbClr val="FFFFFF"/>
                </a:solidFill>
              </a:defRPr>
            </a:lvl1pPr>
            <a:lvl2pPr marL="408781" indent="-183356">
              <a:spcBef>
                <a:spcPts val="900"/>
              </a:spcBef>
              <a:defRPr sz="1400">
                <a:solidFill>
                  <a:srgbClr val="FFFFFF"/>
                </a:solidFill>
              </a:defRPr>
            </a:lvl2pPr>
            <a:lvl3pPr marL="619990" indent="-181840">
              <a:spcBef>
                <a:spcPts val="900"/>
              </a:spcBef>
              <a:defRPr sz="1400">
                <a:solidFill>
                  <a:srgbClr val="FFFFFF"/>
                </a:solidFill>
              </a:defRPr>
            </a:lvl3pPr>
            <a:lvl4pPr marL="703695" indent="-157595">
              <a:spcBef>
                <a:spcPts val="900"/>
              </a:spcBef>
              <a:defRPr sz="1400">
                <a:solidFill>
                  <a:srgbClr val="FFFFFF"/>
                </a:solidFill>
              </a:defRPr>
            </a:lvl4pPr>
            <a:lvl5pPr marL="898207" indent="-182244">
              <a:spcBef>
                <a:spcPts val="900"/>
              </a:spcBef>
              <a:defRPr sz="1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2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ve Columns -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131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132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133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134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5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6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137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138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9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0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1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142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143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144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145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146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7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8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49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0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151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2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153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4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55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156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157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158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15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12648" y="1334323"/>
            <a:ext cx="1920240" cy="4992625"/>
          </a:xfrm>
          <a:prstGeom prst="rect">
            <a:avLst/>
          </a:prstGeom>
        </p:spPr>
        <p:txBody>
          <a:bodyPr>
            <a:normAutofit/>
          </a:bodyPr>
          <a:lstStyle>
            <a:lvl1pPr marL="119062" indent="-119062">
              <a:spcBef>
                <a:spcPts val="900"/>
              </a:spcBef>
              <a:defRPr sz="1200">
                <a:solidFill>
                  <a:srgbClr val="FFFFFF"/>
                </a:solidFill>
              </a:defRPr>
            </a:lvl1pPr>
            <a:lvl2pPr marL="396875" indent="-171450">
              <a:spcBef>
                <a:spcPts val="900"/>
              </a:spcBef>
              <a:defRPr sz="1200">
                <a:solidFill>
                  <a:srgbClr val="FFFFFF"/>
                </a:solidFill>
              </a:defRPr>
            </a:lvl2pPr>
            <a:lvl3pPr marL="609600" indent="-171450">
              <a:spcBef>
                <a:spcPts val="900"/>
              </a:spcBef>
              <a:defRPr sz="1200">
                <a:solidFill>
                  <a:srgbClr val="FFFFFF"/>
                </a:solidFill>
              </a:defRPr>
            </a:lvl3pPr>
            <a:lvl4pPr marL="694690" indent="-148590">
              <a:spcBef>
                <a:spcPts val="900"/>
              </a:spcBef>
              <a:defRPr sz="1200">
                <a:solidFill>
                  <a:srgbClr val="FFFFFF"/>
                </a:solidFill>
              </a:defRPr>
            </a:lvl4pPr>
            <a:lvl5pPr marL="872172" indent="-156209">
              <a:spcBef>
                <a:spcPts val="900"/>
              </a:spcBef>
              <a:defRPr sz="12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0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1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lumns - Image and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169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170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171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172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3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4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175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176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7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8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9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180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181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182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183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184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5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6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7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88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189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0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191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2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3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194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195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196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197" name="Picture Placeholder 1"/>
          <p:cNvSpPr>
            <a:spLocks noGrp="1"/>
          </p:cNvSpPr>
          <p:nvPr>
            <p:ph type="pic" sz="quarter" idx="21"/>
          </p:nvPr>
        </p:nvSpPr>
        <p:spPr>
          <a:xfrm>
            <a:off x="609600" y="1335024"/>
            <a:ext cx="4937760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1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4023359"/>
            <a:ext cx="4846321" cy="22860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9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6644640" y="1335024"/>
            <a:ext cx="4937760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00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2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Columns - Image and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209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210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211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212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3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4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215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216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7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8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9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220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221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222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223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224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25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26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27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28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229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0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231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2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33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234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235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236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3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4040371"/>
            <a:ext cx="3200400" cy="22865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  <a:lvl2pPr marL="405039" indent="-179614">
              <a:defRPr sz="1600">
                <a:solidFill>
                  <a:srgbClr val="FFFFFF"/>
                </a:solidFill>
              </a:defRPr>
            </a:lvl2pPr>
            <a:lvl3pPr marL="628650" indent="-190500">
              <a:defRPr sz="1600">
                <a:solidFill>
                  <a:srgbClr val="FFFFFF"/>
                </a:solidFill>
              </a:defRPr>
            </a:lvl3pPr>
            <a:lvl4pPr marL="711200" indent="-165100">
              <a:defRPr sz="1600">
                <a:solidFill>
                  <a:srgbClr val="FFFFFF"/>
                </a:solidFill>
              </a:defRPr>
            </a:lvl4pPr>
            <a:lvl5pPr marL="905308" indent="-189345">
              <a:defRPr sz="16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8" name="Picture Placeholder 1"/>
          <p:cNvSpPr>
            <a:spLocks noGrp="1"/>
          </p:cNvSpPr>
          <p:nvPr>
            <p:ph type="pic" sz="quarter" idx="21"/>
          </p:nvPr>
        </p:nvSpPr>
        <p:spPr>
          <a:xfrm>
            <a:off x="609600" y="1335024"/>
            <a:ext cx="3255265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39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4468367" y="1335024"/>
            <a:ext cx="3255266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40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8327135" y="1335024"/>
            <a:ext cx="3255265" cy="25146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41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2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ur Columns - Image and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250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251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252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253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4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5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256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257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8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9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0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261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262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263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264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265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6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7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8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9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270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1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272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3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4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275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276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277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12648" y="4023359"/>
            <a:ext cx="2194561" cy="2286001"/>
          </a:xfrm>
          <a:prstGeom prst="rect">
            <a:avLst/>
          </a:prstGeom>
        </p:spPr>
        <p:txBody>
          <a:bodyPr>
            <a:normAutofit/>
          </a:bodyPr>
          <a:lstStyle>
            <a:lvl1pPr marL="182562" indent="-182562">
              <a:spcBef>
                <a:spcPts val="900"/>
              </a:spcBef>
              <a:defRPr sz="1400">
                <a:solidFill>
                  <a:srgbClr val="FFFFFF"/>
                </a:solidFill>
              </a:defRPr>
            </a:lvl1pPr>
            <a:lvl2pPr marL="408781" indent="-183356">
              <a:spcBef>
                <a:spcPts val="900"/>
              </a:spcBef>
              <a:defRPr sz="1400">
                <a:solidFill>
                  <a:srgbClr val="FFFFFF"/>
                </a:solidFill>
              </a:defRPr>
            </a:lvl2pPr>
            <a:lvl3pPr marL="619990" indent="-181840">
              <a:spcBef>
                <a:spcPts val="900"/>
              </a:spcBef>
              <a:defRPr sz="1400">
                <a:solidFill>
                  <a:srgbClr val="FFFFFF"/>
                </a:solidFill>
              </a:defRPr>
            </a:lvl3pPr>
            <a:lvl4pPr marL="703695" indent="-157595">
              <a:spcBef>
                <a:spcPts val="900"/>
              </a:spcBef>
              <a:defRPr sz="1400">
                <a:solidFill>
                  <a:srgbClr val="FFFFFF"/>
                </a:solidFill>
              </a:defRPr>
            </a:lvl4pPr>
            <a:lvl5pPr marL="898207" indent="-182244">
              <a:spcBef>
                <a:spcPts val="900"/>
              </a:spcBef>
              <a:defRPr sz="1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79" name="Picture Placeholder 1"/>
          <p:cNvSpPr>
            <a:spLocks noGrp="1"/>
          </p:cNvSpPr>
          <p:nvPr>
            <p:ph type="pic" sz="quarter" idx="21"/>
          </p:nvPr>
        </p:nvSpPr>
        <p:spPr>
          <a:xfrm>
            <a:off x="609600" y="1335024"/>
            <a:ext cx="2240280" cy="2505457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80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3520440" y="1335024"/>
            <a:ext cx="2240281" cy="2505457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81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6431279" y="1335024"/>
            <a:ext cx="2240281" cy="2505457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82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9342119" y="1335024"/>
            <a:ext cx="2240281" cy="2505457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283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2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ve Columns - Image and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292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293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294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295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6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7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298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299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0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1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2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303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304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305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306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307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8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9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10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11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312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13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314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15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16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317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318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319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2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12648" y="4023359"/>
            <a:ext cx="1645921" cy="2286001"/>
          </a:xfrm>
          <a:prstGeom prst="rect">
            <a:avLst/>
          </a:prstGeom>
        </p:spPr>
        <p:txBody>
          <a:bodyPr>
            <a:normAutofit/>
          </a:bodyPr>
          <a:lstStyle>
            <a:lvl1pPr marL="119062" indent="-119062">
              <a:spcBef>
                <a:spcPts val="900"/>
              </a:spcBef>
              <a:defRPr sz="1200">
                <a:solidFill>
                  <a:srgbClr val="FFFFFF"/>
                </a:solidFill>
              </a:defRPr>
            </a:lvl1pPr>
            <a:lvl2pPr marL="396875" indent="-171450">
              <a:spcBef>
                <a:spcPts val="900"/>
              </a:spcBef>
              <a:defRPr sz="1200">
                <a:solidFill>
                  <a:srgbClr val="FFFFFF"/>
                </a:solidFill>
              </a:defRPr>
            </a:lvl2pPr>
            <a:lvl3pPr marL="609600" indent="-171450">
              <a:spcBef>
                <a:spcPts val="900"/>
              </a:spcBef>
              <a:defRPr sz="1200">
                <a:solidFill>
                  <a:srgbClr val="FFFFFF"/>
                </a:solidFill>
              </a:defRPr>
            </a:lvl3pPr>
            <a:lvl4pPr marL="694690" indent="-148590">
              <a:spcBef>
                <a:spcPts val="900"/>
              </a:spcBef>
              <a:defRPr sz="1200">
                <a:solidFill>
                  <a:srgbClr val="FFFFFF"/>
                </a:solidFill>
              </a:defRPr>
            </a:lvl4pPr>
            <a:lvl5pPr marL="872172" indent="-156209">
              <a:spcBef>
                <a:spcPts val="900"/>
              </a:spcBef>
              <a:defRPr sz="12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21" name="Picture Placeholder 1"/>
          <p:cNvSpPr>
            <a:spLocks noGrp="1"/>
          </p:cNvSpPr>
          <p:nvPr>
            <p:ph type="pic" sz="quarter" idx="21"/>
          </p:nvPr>
        </p:nvSpPr>
        <p:spPr>
          <a:xfrm>
            <a:off x="609600" y="1335024"/>
            <a:ext cx="1828800" cy="2505457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22" name="Picture Placeholder 2"/>
          <p:cNvSpPr>
            <a:spLocks noGrp="1"/>
          </p:cNvSpPr>
          <p:nvPr>
            <p:ph type="pic" sz="quarter" idx="22"/>
          </p:nvPr>
        </p:nvSpPr>
        <p:spPr>
          <a:xfrm>
            <a:off x="2895600" y="1335024"/>
            <a:ext cx="1828800" cy="2505457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23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5181600" y="1335024"/>
            <a:ext cx="1828800" cy="2505457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24" name="Picture Placeholder 4"/>
          <p:cNvSpPr>
            <a:spLocks noGrp="1"/>
          </p:cNvSpPr>
          <p:nvPr>
            <p:ph type="pic" sz="quarter" idx="24"/>
          </p:nvPr>
        </p:nvSpPr>
        <p:spPr>
          <a:xfrm>
            <a:off x="7467600" y="1335024"/>
            <a:ext cx="1828800" cy="2505457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25" name="Picture Placeholder 5"/>
          <p:cNvSpPr>
            <a:spLocks noGrp="1"/>
          </p:cNvSpPr>
          <p:nvPr>
            <p:ph type="pic" sz="quarter" idx="25"/>
          </p:nvPr>
        </p:nvSpPr>
        <p:spPr>
          <a:xfrm>
            <a:off x="9753600" y="1335024"/>
            <a:ext cx="1828800" cy="2505457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26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3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335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336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337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338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39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0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341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342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3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4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5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346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347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348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349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350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1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2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3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4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355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6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357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8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9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360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361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362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6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66126"/>
            <a:ext cx="4846321" cy="34246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SzTx/>
              <a:buNone/>
              <a:defRPr sz="1600" b="1">
                <a:solidFill>
                  <a:srgbClr val="FFFFFF"/>
                </a:solidFill>
              </a:defRPr>
            </a:lvl1pPr>
            <a:lvl2pPr marL="405039" indent="-179614">
              <a:defRPr sz="1600" b="1">
                <a:solidFill>
                  <a:srgbClr val="FFFFFF"/>
                </a:solidFill>
              </a:defRPr>
            </a:lvl2pPr>
            <a:lvl3pPr marL="628650" indent="-190500">
              <a:defRPr sz="1600" b="1">
                <a:solidFill>
                  <a:srgbClr val="FFFFFF"/>
                </a:solidFill>
              </a:defRPr>
            </a:lvl3pPr>
            <a:lvl4pPr marL="711200" indent="-165100">
              <a:defRPr sz="1600" b="1">
                <a:solidFill>
                  <a:srgbClr val="FFFFFF"/>
                </a:solidFill>
              </a:defRPr>
            </a:lvl4pPr>
            <a:lvl5pPr marL="905308" indent="-189345">
              <a:defRPr sz="1600" b="1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64" name="Picture Placeholder 7"/>
          <p:cNvSpPr>
            <a:spLocks noGrp="1"/>
          </p:cNvSpPr>
          <p:nvPr>
            <p:ph type="pic" sz="half" idx="21"/>
          </p:nvPr>
        </p:nvSpPr>
        <p:spPr>
          <a:xfrm>
            <a:off x="609600" y="2103120"/>
            <a:ext cx="493776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65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6644640" y="1566126"/>
            <a:ext cx="4846321" cy="342467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6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66" name="Picture Placeholder 9"/>
          <p:cNvSpPr>
            <a:spLocks noGrp="1"/>
          </p:cNvSpPr>
          <p:nvPr>
            <p:ph type="pic" sz="half" idx="23"/>
          </p:nvPr>
        </p:nvSpPr>
        <p:spPr>
          <a:xfrm>
            <a:off x="6644640" y="2103120"/>
            <a:ext cx="493776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367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3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hree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376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377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378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379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80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81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382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383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84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85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86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387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388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389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390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391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2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3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4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5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396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7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398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9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0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401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402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403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0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66126"/>
            <a:ext cx="3200400" cy="34246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SzTx/>
              <a:buNone/>
              <a:defRPr sz="1600" b="1">
                <a:solidFill>
                  <a:srgbClr val="FFFFFF"/>
                </a:solidFill>
              </a:defRPr>
            </a:lvl1pPr>
            <a:lvl2pPr marL="405039" indent="-179614">
              <a:defRPr sz="1600" b="1">
                <a:solidFill>
                  <a:srgbClr val="FFFFFF"/>
                </a:solidFill>
              </a:defRPr>
            </a:lvl2pPr>
            <a:lvl3pPr marL="628650" indent="-190500">
              <a:defRPr sz="1600" b="1">
                <a:solidFill>
                  <a:srgbClr val="FFFFFF"/>
                </a:solidFill>
              </a:defRPr>
            </a:lvl3pPr>
            <a:lvl4pPr marL="711200" indent="-165100">
              <a:defRPr sz="1600" b="1">
                <a:solidFill>
                  <a:srgbClr val="FFFFFF"/>
                </a:solidFill>
              </a:defRPr>
            </a:lvl4pPr>
            <a:lvl5pPr marL="905308" indent="-189345">
              <a:defRPr sz="1600" b="1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05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609600" y="2103120"/>
            <a:ext cx="3255265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06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4468367" y="1566126"/>
            <a:ext cx="3200401" cy="342467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6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07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4468367" y="2103120"/>
            <a:ext cx="3255266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08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8327135" y="1566126"/>
            <a:ext cx="3200401" cy="342467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6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09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8327135" y="2103120"/>
            <a:ext cx="3255265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10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4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our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419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420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421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422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3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4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425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426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7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8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9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430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431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432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433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434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5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6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7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8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439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0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441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2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3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444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445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446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4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81773"/>
            <a:ext cx="2240280" cy="311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SzTx/>
              <a:buNone/>
              <a:defRPr sz="1400" b="1">
                <a:solidFill>
                  <a:srgbClr val="FFFFFF"/>
                </a:solidFill>
              </a:defRPr>
            </a:lvl1pPr>
            <a:lvl2pPr marL="382588" indent="-157163">
              <a:defRPr sz="1400" b="1">
                <a:solidFill>
                  <a:srgbClr val="FFFFFF"/>
                </a:solidFill>
              </a:defRPr>
            </a:lvl2pPr>
            <a:lvl3pPr marL="604837" indent="-166687">
              <a:defRPr sz="1400" b="1">
                <a:solidFill>
                  <a:srgbClr val="FFFFFF"/>
                </a:solidFill>
              </a:defRPr>
            </a:lvl3pPr>
            <a:lvl4pPr marL="690562" indent="-144462">
              <a:defRPr sz="1400" b="1">
                <a:solidFill>
                  <a:srgbClr val="FFFFFF"/>
                </a:solidFill>
              </a:defRPr>
            </a:lvl4pPr>
            <a:lvl5pPr marL="881640" indent="-165677">
              <a:defRPr sz="1400" b="1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48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609600" y="2103120"/>
            <a:ext cx="224028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49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3520440" y="1581773"/>
            <a:ext cx="2240281" cy="31117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50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3520440" y="2103120"/>
            <a:ext cx="2240281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51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6431279" y="1581773"/>
            <a:ext cx="2240281" cy="31117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52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6431279" y="2103120"/>
            <a:ext cx="2240281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53" name="Text Placeholder 3"/>
          <p:cNvSpPr>
            <a:spLocks noGrp="1"/>
          </p:cNvSpPr>
          <p:nvPr>
            <p:ph type="body" sz="quarter" idx="26"/>
          </p:nvPr>
        </p:nvSpPr>
        <p:spPr>
          <a:xfrm>
            <a:off x="9342119" y="1581773"/>
            <a:ext cx="2240281" cy="31117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54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9342119" y="2103120"/>
            <a:ext cx="2240281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55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4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ve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464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465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466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467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8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9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470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471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2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3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4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475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476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477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478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479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0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1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2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3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484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5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486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7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8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489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490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491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9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81773"/>
            <a:ext cx="1828800" cy="311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SzTx/>
              <a:buNone/>
              <a:defRPr sz="1400" b="1">
                <a:solidFill>
                  <a:srgbClr val="FFFFFF"/>
                </a:solidFill>
              </a:defRPr>
            </a:lvl1pPr>
            <a:lvl2pPr marL="382588" indent="-157163">
              <a:defRPr sz="1400" b="1">
                <a:solidFill>
                  <a:srgbClr val="FFFFFF"/>
                </a:solidFill>
              </a:defRPr>
            </a:lvl2pPr>
            <a:lvl3pPr marL="604837" indent="-166687">
              <a:defRPr sz="1400" b="1">
                <a:solidFill>
                  <a:srgbClr val="FFFFFF"/>
                </a:solidFill>
              </a:defRPr>
            </a:lvl3pPr>
            <a:lvl4pPr marL="690562" indent="-144462">
              <a:defRPr sz="1400" b="1">
                <a:solidFill>
                  <a:srgbClr val="FFFFFF"/>
                </a:solidFill>
              </a:defRPr>
            </a:lvl4pPr>
            <a:lvl5pPr marL="881640" indent="-165677">
              <a:defRPr sz="1400" b="1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93" name="Picture Placeholder 1"/>
          <p:cNvSpPr>
            <a:spLocks noGrp="1"/>
          </p:cNvSpPr>
          <p:nvPr>
            <p:ph type="pic" sz="quarter" idx="21"/>
          </p:nvPr>
        </p:nvSpPr>
        <p:spPr>
          <a:xfrm>
            <a:off x="609600" y="2103120"/>
            <a:ext cx="182880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94" name="Text Placeholder 2"/>
          <p:cNvSpPr>
            <a:spLocks noGrp="1"/>
          </p:cNvSpPr>
          <p:nvPr>
            <p:ph type="body" sz="quarter" idx="22"/>
          </p:nvPr>
        </p:nvSpPr>
        <p:spPr>
          <a:xfrm>
            <a:off x="2895600" y="1581773"/>
            <a:ext cx="1828800" cy="31117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95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2895600" y="2103120"/>
            <a:ext cx="182880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96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5181600" y="1581773"/>
            <a:ext cx="1828800" cy="31117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97" name="Picture Placeholder 3"/>
          <p:cNvSpPr>
            <a:spLocks noGrp="1"/>
          </p:cNvSpPr>
          <p:nvPr>
            <p:ph type="pic" sz="quarter" idx="25"/>
          </p:nvPr>
        </p:nvSpPr>
        <p:spPr>
          <a:xfrm>
            <a:off x="5181600" y="2103120"/>
            <a:ext cx="182880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498" name="Text Placeholder 4"/>
          <p:cNvSpPr>
            <a:spLocks noGrp="1"/>
          </p:cNvSpPr>
          <p:nvPr>
            <p:ph type="body" sz="quarter" idx="26"/>
          </p:nvPr>
        </p:nvSpPr>
        <p:spPr>
          <a:xfrm>
            <a:off x="7467600" y="1581773"/>
            <a:ext cx="1828800" cy="31117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99" name="Picture Placeholder 4"/>
          <p:cNvSpPr>
            <a:spLocks noGrp="1"/>
          </p:cNvSpPr>
          <p:nvPr>
            <p:ph type="pic" sz="quarter" idx="27"/>
          </p:nvPr>
        </p:nvSpPr>
        <p:spPr>
          <a:xfrm>
            <a:off x="7467600" y="2103120"/>
            <a:ext cx="182880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500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9753600" y="1581773"/>
            <a:ext cx="1828800" cy="311176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buSzTx/>
              <a:buNone/>
              <a:defRPr sz="14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01" name="Picture Placeholder 5"/>
          <p:cNvSpPr>
            <a:spLocks noGrp="1"/>
          </p:cNvSpPr>
          <p:nvPr>
            <p:ph type="pic" sz="quarter" idx="29"/>
          </p:nvPr>
        </p:nvSpPr>
        <p:spPr>
          <a:xfrm>
            <a:off x="9753600" y="2103120"/>
            <a:ext cx="1828800" cy="4023360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502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5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id Dark - 2x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549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550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551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552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3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4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555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556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7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8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9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560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561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562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563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564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5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6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7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8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569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70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571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72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73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574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575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576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577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609600" y="1554480"/>
            <a:ext cx="54864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578" name="Picture Placeholder 9"/>
          <p:cNvSpPr>
            <a:spLocks noGrp="1"/>
          </p:cNvSpPr>
          <p:nvPr>
            <p:ph type="pic" sz="quarter" idx="22"/>
          </p:nvPr>
        </p:nvSpPr>
        <p:spPr>
          <a:xfrm>
            <a:off x="6096000" y="1554480"/>
            <a:ext cx="54864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579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609600" y="3840479"/>
            <a:ext cx="54864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580" name="Picture Placeholder 9"/>
          <p:cNvSpPr>
            <a:spLocks noGrp="1"/>
          </p:cNvSpPr>
          <p:nvPr>
            <p:ph type="pic" sz="quarter" idx="24"/>
          </p:nvPr>
        </p:nvSpPr>
        <p:spPr>
          <a:xfrm>
            <a:off x="6096000" y="3840479"/>
            <a:ext cx="54864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581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5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id Dark - 3x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590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591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592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593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4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5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596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597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8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9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0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601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02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603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604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605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6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7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8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9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610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11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612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13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14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615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616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617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618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609600" y="1554480"/>
            <a:ext cx="36576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19" name="Picture Placeholder 9"/>
          <p:cNvSpPr>
            <a:spLocks noGrp="1"/>
          </p:cNvSpPr>
          <p:nvPr>
            <p:ph type="pic" sz="quarter" idx="22"/>
          </p:nvPr>
        </p:nvSpPr>
        <p:spPr>
          <a:xfrm>
            <a:off x="4267200" y="1554480"/>
            <a:ext cx="36576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20" name="Picture Placeholder 11"/>
          <p:cNvSpPr>
            <a:spLocks noGrp="1"/>
          </p:cNvSpPr>
          <p:nvPr>
            <p:ph type="pic" sz="quarter" idx="23"/>
          </p:nvPr>
        </p:nvSpPr>
        <p:spPr>
          <a:xfrm>
            <a:off x="7924800" y="1554480"/>
            <a:ext cx="36576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21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609600" y="3840479"/>
            <a:ext cx="36576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22" name="Picture Placeholder 15"/>
          <p:cNvSpPr>
            <a:spLocks noGrp="1"/>
          </p:cNvSpPr>
          <p:nvPr>
            <p:ph type="pic" sz="quarter" idx="25"/>
          </p:nvPr>
        </p:nvSpPr>
        <p:spPr>
          <a:xfrm>
            <a:off x="4267200" y="3840479"/>
            <a:ext cx="36576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23" name="Picture Placeholder 17"/>
          <p:cNvSpPr>
            <a:spLocks noGrp="1"/>
          </p:cNvSpPr>
          <p:nvPr>
            <p:ph type="pic" sz="quarter" idx="26"/>
          </p:nvPr>
        </p:nvSpPr>
        <p:spPr>
          <a:xfrm>
            <a:off x="7924800" y="3840479"/>
            <a:ext cx="3657600" cy="2286001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24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6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id Dark - 8x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633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634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635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636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37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38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639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640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1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2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3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644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45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646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647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648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9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0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1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2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653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4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655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6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7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658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659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660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661" name="Rectangle 5"/>
          <p:cNvSpPr/>
          <p:nvPr/>
        </p:nvSpPr>
        <p:spPr>
          <a:xfrm>
            <a:off x="609599" y="1334323"/>
            <a:ext cx="1268843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62" name="Rectangle 13"/>
          <p:cNvSpPr/>
          <p:nvPr/>
        </p:nvSpPr>
        <p:spPr>
          <a:xfrm>
            <a:off x="1995879" y="1334323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63" name="Rectangle 14"/>
          <p:cNvSpPr/>
          <p:nvPr/>
        </p:nvSpPr>
        <p:spPr>
          <a:xfrm>
            <a:off x="3382159" y="1334323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64" name="Rectangle 15"/>
          <p:cNvSpPr/>
          <p:nvPr/>
        </p:nvSpPr>
        <p:spPr>
          <a:xfrm>
            <a:off x="4768439" y="1334323"/>
            <a:ext cx="1268843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65" name="Rectangle 16"/>
          <p:cNvSpPr/>
          <p:nvPr/>
        </p:nvSpPr>
        <p:spPr>
          <a:xfrm>
            <a:off x="6154720" y="1334323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66" name="Rectangle 17"/>
          <p:cNvSpPr/>
          <p:nvPr/>
        </p:nvSpPr>
        <p:spPr>
          <a:xfrm>
            <a:off x="7541000" y="1334323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67" name="Rectangle 18"/>
          <p:cNvSpPr/>
          <p:nvPr/>
        </p:nvSpPr>
        <p:spPr>
          <a:xfrm>
            <a:off x="8927279" y="1334323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68" name="Rectangle 19"/>
          <p:cNvSpPr/>
          <p:nvPr/>
        </p:nvSpPr>
        <p:spPr>
          <a:xfrm>
            <a:off x="10313558" y="1334323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69" name="Rectangle 20"/>
          <p:cNvSpPr/>
          <p:nvPr/>
        </p:nvSpPr>
        <p:spPr>
          <a:xfrm>
            <a:off x="609599" y="2608440"/>
            <a:ext cx="1268843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70" name="Rectangle 21"/>
          <p:cNvSpPr/>
          <p:nvPr/>
        </p:nvSpPr>
        <p:spPr>
          <a:xfrm>
            <a:off x="1995879" y="2608440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71" name="Rectangle 22"/>
          <p:cNvSpPr/>
          <p:nvPr/>
        </p:nvSpPr>
        <p:spPr>
          <a:xfrm>
            <a:off x="3382159" y="2608440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72" name="Rectangle 23"/>
          <p:cNvSpPr/>
          <p:nvPr/>
        </p:nvSpPr>
        <p:spPr>
          <a:xfrm>
            <a:off x="4768439" y="2608440"/>
            <a:ext cx="1268843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73" name="Rectangle 24"/>
          <p:cNvSpPr/>
          <p:nvPr/>
        </p:nvSpPr>
        <p:spPr>
          <a:xfrm>
            <a:off x="6154720" y="2608440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74" name="Rectangle 25"/>
          <p:cNvSpPr/>
          <p:nvPr/>
        </p:nvSpPr>
        <p:spPr>
          <a:xfrm>
            <a:off x="7541000" y="2608440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75" name="Rectangle 26"/>
          <p:cNvSpPr/>
          <p:nvPr/>
        </p:nvSpPr>
        <p:spPr>
          <a:xfrm>
            <a:off x="8927279" y="2608440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76" name="Rectangle 27"/>
          <p:cNvSpPr/>
          <p:nvPr/>
        </p:nvSpPr>
        <p:spPr>
          <a:xfrm>
            <a:off x="10313558" y="2608440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77" name="Rectangle 28"/>
          <p:cNvSpPr/>
          <p:nvPr/>
        </p:nvSpPr>
        <p:spPr>
          <a:xfrm>
            <a:off x="609599" y="3882556"/>
            <a:ext cx="1268843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78" name="Rectangle 29"/>
          <p:cNvSpPr/>
          <p:nvPr/>
        </p:nvSpPr>
        <p:spPr>
          <a:xfrm>
            <a:off x="1995879" y="3882556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79" name="Rectangle 30"/>
          <p:cNvSpPr/>
          <p:nvPr/>
        </p:nvSpPr>
        <p:spPr>
          <a:xfrm>
            <a:off x="3382159" y="3882556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80" name="Rectangle 31"/>
          <p:cNvSpPr/>
          <p:nvPr/>
        </p:nvSpPr>
        <p:spPr>
          <a:xfrm>
            <a:off x="4768439" y="3882556"/>
            <a:ext cx="1268843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81" name="Rectangle 32"/>
          <p:cNvSpPr/>
          <p:nvPr/>
        </p:nvSpPr>
        <p:spPr>
          <a:xfrm>
            <a:off x="6154720" y="3882556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82" name="Rectangle 33"/>
          <p:cNvSpPr/>
          <p:nvPr/>
        </p:nvSpPr>
        <p:spPr>
          <a:xfrm>
            <a:off x="7541000" y="3882556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83" name="Rectangle 34"/>
          <p:cNvSpPr/>
          <p:nvPr/>
        </p:nvSpPr>
        <p:spPr>
          <a:xfrm>
            <a:off x="8927279" y="3882556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84" name="Rectangle 35"/>
          <p:cNvSpPr/>
          <p:nvPr/>
        </p:nvSpPr>
        <p:spPr>
          <a:xfrm>
            <a:off x="10313558" y="3882556"/>
            <a:ext cx="1268842" cy="116792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85" name="Rectangle 36"/>
          <p:cNvSpPr/>
          <p:nvPr/>
        </p:nvSpPr>
        <p:spPr>
          <a:xfrm>
            <a:off x="609599" y="5156674"/>
            <a:ext cx="1268843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86" name="Rectangle 37"/>
          <p:cNvSpPr/>
          <p:nvPr/>
        </p:nvSpPr>
        <p:spPr>
          <a:xfrm>
            <a:off x="1995879" y="5156674"/>
            <a:ext cx="1268842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87" name="Rectangle 38"/>
          <p:cNvSpPr/>
          <p:nvPr/>
        </p:nvSpPr>
        <p:spPr>
          <a:xfrm>
            <a:off x="3382159" y="5156674"/>
            <a:ext cx="1268842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88" name="Rectangle 39"/>
          <p:cNvSpPr/>
          <p:nvPr/>
        </p:nvSpPr>
        <p:spPr>
          <a:xfrm>
            <a:off x="4768439" y="5156674"/>
            <a:ext cx="1268843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89" name="Rectangle 40"/>
          <p:cNvSpPr/>
          <p:nvPr/>
        </p:nvSpPr>
        <p:spPr>
          <a:xfrm>
            <a:off x="6154720" y="5156674"/>
            <a:ext cx="1268842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90" name="Rectangle 41"/>
          <p:cNvSpPr/>
          <p:nvPr/>
        </p:nvSpPr>
        <p:spPr>
          <a:xfrm>
            <a:off x="7541000" y="5156674"/>
            <a:ext cx="1268842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91" name="Rectangle 42"/>
          <p:cNvSpPr/>
          <p:nvPr/>
        </p:nvSpPr>
        <p:spPr>
          <a:xfrm>
            <a:off x="8927279" y="5156674"/>
            <a:ext cx="1268842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92" name="Rectangle 43"/>
          <p:cNvSpPr/>
          <p:nvPr/>
        </p:nvSpPr>
        <p:spPr>
          <a:xfrm>
            <a:off x="10313558" y="5156674"/>
            <a:ext cx="1268842" cy="116792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693" name="row 1 Picture Placeholder 1"/>
          <p:cNvSpPr>
            <a:spLocks noGrp="1"/>
          </p:cNvSpPr>
          <p:nvPr>
            <p:ph type="pic" sz="quarter" idx="21"/>
          </p:nvPr>
        </p:nvSpPr>
        <p:spPr>
          <a:xfrm>
            <a:off x="652604" y="1374235"/>
            <a:ext cx="1182832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94" name="row 1 Picture Placeholder 2"/>
          <p:cNvSpPr>
            <a:spLocks noGrp="1"/>
          </p:cNvSpPr>
          <p:nvPr>
            <p:ph type="pic" sz="quarter" idx="22"/>
          </p:nvPr>
        </p:nvSpPr>
        <p:spPr>
          <a:xfrm>
            <a:off x="2034594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95" name="row 1 Picture Placeholder 3"/>
          <p:cNvSpPr>
            <a:spLocks noGrp="1"/>
          </p:cNvSpPr>
          <p:nvPr>
            <p:ph type="pic" sz="quarter" idx="23"/>
          </p:nvPr>
        </p:nvSpPr>
        <p:spPr>
          <a:xfrm>
            <a:off x="3421781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96" name="row 1 Picture Placeholder 4"/>
          <p:cNvSpPr>
            <a:spLocks noGrp="1"/>
          </p:cNvSpPr>
          <p:nvPr>
            <p:ph type="pic" sz="quarter" idx="24"/>
          </p:nvPr>
        </p:nvSpPr>
        <p:spPr>
          <a:xfrm>
            <a:off x="4814163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97" name="row 1 Picture Placeholder 5"/>
          <p:cNvSpPr>
            <a:spLocks noGrp="1"/>
          </p:cNvSpPr>
          <p:nvPr>
            <p:ph type="pic" sz="quarter" idx="25"/>
          </p:nvPr>
        </p:nvSpPr>
        <p:spPr>
          <a:xfrm>
            <a:off x="6196153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98" name="row 1 Picture Placeholder 6"/>
          <p:cNvSpPr>
            <a:spLocks noGrp="1"/>
          </p:cNvSpPr>
          <p:nvPr>
            <p:ph type="pic" sz="quarter" idx="26"/>
          </p:nvPr>
        </p:nvSpPr>
        <p:spPr>
          <a:xfrm>
            <a:off x="7583340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699" name="row 1 Picture Placeholder 7"/>
          <p:cNvSpPr>
            <a:spLocks noGrp="1"/>
          </p:cNvSpPr>
          <p:nvPr>
            <p:ph type="pic" sz="quarter" idx="27"/>
          </p:nvPr>
        </p:nvSpPr>
        <p:spPr>
          <a:xfrm>
            <a:off x="8970526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00" name="row 1 Picture Placeholder 8"/>
          <p:cNvSpPr>
            <a:spLocks noGrp="1"/>
          </p:cNvSpPr>
          <p:nvPr>
            <p:ph type="pic" sz="quarter" idx="28"/>
          </p:nvPr>
        </p:nvSpPr>
        <p:spPr>
          <a:xfrm>
            <a:off x="10357712" y="1374235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01" name="row 2 Picture Placeholder 1"/>
          <p:cNvSpPr>
            <a:spLocks noGrp="1"/>
          </p:cNvSpPr>
          <p:nvPr>
            <p:ph type="pic" sz="quarter" idx="29"/>
          </p:nvPr>
        </p:nvSpPr>
        <p:spPr>
          <a:xfrm>
            <a:off x="652604" y="2645822"/>
            <a:ext cx="1182832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02" name="row 2 Picture Placeholder 2"/>
          <p:cNvSpPr>
            <a:spLocks noGrp="1"/>
          </p:cNvSpPr>
          <p:nvPr>
            <p:ph type="pic" sz="quarter" idx="30"/>
          </p:nvPr>
        </p:nvSpPr>
        <p:spPr>
          <a:xfrm>
            <a:off x="2034594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03" name="row 2 Picture Placeholder 3"/>
          <p:cNvSpPr>
            <a:spLocks noGrp="1"/>
          </p:cNvSpPr>
          <p:nvPr>
            <p:ph type="pic" sz="quarter" idx="31"/>
          </p:nvPr>
        </p:nvSpPr>
        <p:spPr>
          <a:xfrm>
            <a:off x="3421781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04" name="row 2 Picture Placeholder 4"/>
          <p:cNvSpPr>
            <a:spLocks noGrp="1"/>
          </p:cNvSpPr>
          <p:nvPr>
            <p:ph type="pic" sz="quarter" idx="32"/>
          </p:nvPr>
        </p:nvSpPr>
        <p:spPr>
          <a:xfrm>
            <a:off x="4814163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05" name="row 2 Picture Placeholder 5"/>
          <p:cNvSpPr>
            <a:spLocks noGrp="1"/>
          </p:cNvSpPr>
          <p:nvPr>
            <p:ph type="pic" sz="quarter" idx="33"/>
          </p:nvPr>
        </p:nvSpPr>
        <p:spPr>
          <a:xfrm>
            <a:off x="6196153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06" name="row 2 Picture Placeholder 6"/>
          <p:cNvSpPr>
            <a:spLocks noGrp="1"/>
          </p:cNvSpPr>
          <p:nvPr>
            <p:ph type="pic" sz="quarter" idx="34"/>
          </p:nvPr>
        </p:nvSpPr>
        <p:spPr>
          <a:xfrm>
            <a:off x="7583340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07" name="row 2 Picture Placeholder 7"/>
          <p:cNvSpPr>
            <a:spLocks noGrp="1"/>
          </p:cNvSpPr>
          <p:nvPr>
            <p:ph type="pic" sz="quarter" idx="35"/>
          </p:nvPr>
        </p:nvSpPr>
        <p:spPr>
          <a:xfrm>
            <a:off x="8970526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08" name="row 2 Picture Placeholder 8"/>
          <p:cNvSpPr>
            <a:spLocks noGrp="1"/>
          </p:cNvSpPr>
          <p:nvPr>
            <p:ph type="pic" sz="quarter" idx="36"/>
          </p:nvPr>
        </p:nvSpPr>
        <p:spPr>
          <a:xfrm>
            <a:off x="10357712" y="2645822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09" name="row 3 Picture Placeholder 1"/>
          <p:cNvSpPr>
            <a:spLocks noGrp="1"/>
          </p:cNvSpPr>
          <p:nvPr>
            <p:ph type="pic" sz="quarter" idx="37"/>
          </p:nvPr>
        </p:nvSpPr>
        <p:spPr>
          <a:xfrm>
            <a:off x="652604" y="3924553"/>
            <a:ext cx="1182832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10" name="row 3 Picture Placeholder 2"/>
          <p:cNvSpPr>
            <a:spLocks noGrp="1"/>
          </p:cNvSpPr>
          <p:nvPr>
            <p:ph type="pic" sz="quarter" idx="38"/>
          </p:nvPr>
        </p:nvSpPr>
        <p:spPr>
          <a:xfrm>
            <a:off x="2034594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11" name="row 3 Picture Placeholder 3"/>
          <p:cNvSpPr>
            <a:spLocks noGrp="1"/>
          </p:cNvSpPr>
          <p:nvPr>
            <p:ph type="pic" sz="quarter" idx="39"/>
          </p:nvPr>
        </p:nvSpPr>
        <p:spPr>
          <a:xfrm>
            <a:off x="3421781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12" name="row 3 Picture Placeholder 4"/>
          <p:cNvSpPr>
            <a:spLocks noGrp="1"/>
          </p:cNvSpPr>
          <p:nvPr>
            <p:ph type="pic" sz="quarter" idx="40"/>
          </p:nvPr>
        </p:nvSpPr>
        <p:spPr>
          <a:xfrm>
            <a:off x="4814163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13" name="row 3 Picture Placeholder 5"/>
          <p:cNvSpPr>
            <a:spLocks noGrp="1"/>
          </p:cNvSpPr>
          <p:nvPr>
            <p:ph type="pic" sz="quarter" idx="41"/>
          </p:nvPr>
        </p:nvSpPr>
        <p:spPr>
          <a:xfrm>
            <a:off x="6196153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14" name="row 3 Picture Placeholder 6"/>
          <p:cNvSpPr>
            <a:spLocks noGrp="1"/>
          </p:cNvSpPr>
          <p:nvPr>
            <p:ph type="pic" sz="quarter" idx="42"/>
          </p:nvPr>
        </p:nvSpPr>
        <p:spPr>
          <a:xfrm>
            <a:off x="7583340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15" name="row 3 Picture Placeholder 7"/>
          <p:cNvSpPr>
            <a:spLocks noGrp="1"/>
          </p:cNvSpPr>
          <p:nvPr>
            <p:ph type="pic" sz="quarter" idx="43"/>
          </p:nvPr>
        </p:nvSpPr>
        <p:spPr>
          <a:xfrm>
            <a:off x="8970526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16" name="row 3 Picture Placeholder 8"/>
          <p:cNvSpPr>
            <a:spLocks noGrp="1"/>
          </p:cNvSpPr>
          <p:nvPr>
            <p:ph type="pic" sz="quarter" idx="44"/>
          </p:nvPr>
        </p:nvSpPr>
        <p:spPr>
          <a:xfrm>
            <a:off x="10357712" y="3924553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17" name="row 4 Picture Placeholder 1"/>
          <p:cNvSpPr>
            <a:spLocks noGrp="1"/>
          </p:cNvSpPr>
          <p:nvPr>
            <p:ph type="pic" sz="quarter" idx="45"/>
          </p:nvPr>
        </p:nvSpPr>
        <p:spPr>
          <a:xfrm>
            <a:off x="652604" y="5196140"/>
            <a:ext cx="1182832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18" name="row 4 Picture Placeholder 2"/>
          <p:cNvSpPr>
            <a:spLocks noGrp="1"/>
          </p:cNvSpPr>
          <p:nvPr>
            <p:ph type="pic" sz="quarter" idx="46"/>
          </p:nvPr>
        </p:nvSpPr>
        <p:spPr>
          <a:xfrm>
            <a:off x="2034594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19" name="row 4 Picture Placeholder 3"/>
          <p:cNvSpPr>
            <a:spLocks noGrp="1"/>
          </p:cNvSpPr>
          <p:nvPr>
            <p:ph type="pic" sz="quarter" idx="47"/>
          </p:nvPr>
        </p:nvSpPr>
        <p:spPr>
          <a:xfrm>
            <a:off x="3421781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20" name="row 4 Picture Placeholder 4"/>
          <p:cNvSpPr>
            <a:spLocks noGrp="1"/>
          </p:cNvSpPr>
          <p:nvPr>
            <p:ph type="pic" sz="quarter" idx="48"/>
          </p:nvPr>
        </p:nvSpPr>
        <p:spPr>
          <a:xfrm>
            <a:off x="4814163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21" name="row 4 Picture Placeholder 5"/>
          <p:cNvSpPr>
            <a:spLocks noGrp="1"/>
          </p:cNvSpPr>
          <p:nvPr>
            <p:ph type="pic" sz="quarter" idx="49"/>
          </p:nvPr>
        </p:nvSpPr>
        <p:spPr>
          <a:xfrm>
            <a:off x="6196153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22" name="row 4 Picture Placeholder 6"/>
          <p:cNvSpPr>
            <a:spLocks noGrp="1"/>
          </p:cNvSpPr>
          <p:nvPr>
            <p:ph type="pic" sz="quarter" idx="50"/>
          </p:nvPr>
        </p:nvSpPr>
        <p:spPr>
          <a:xfrm>
            <a:off x="7583340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23" name="row 4 Picture Placeholder 7"/>
          <p:cNvSpPr>
            <a:spLocks noGrp="1"/>
          </p:cNvSpPr>
          <p:nvPr>
            <p:ph type="pic" sz="quarter" idx="51"/>
          </p:nvPr>
        </p:nvSpPr>
        <p:spPr>
          <a:xfrm>
            <a:off x="8970526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24" name="row 4 Picture Placeholder 8"/>
          <p:cNvSpPr>
            <a:spLocks noGrp="1"/>
          </p:cNvSpPr>
          <p:nvPr>
            <p:ph type="pic" sz="quarter" idx="52"/>
          </p:nvPr>
        </p:nvSpPr>
        <p:spPr>
          <a:xfrm>
            <a:off x="10357712" y="5196140"/>
            <a:ext cx="1182833" cy="1088106"/>
          </a:xfrm>
          <a:prstGeom prst="rect">
            <a:avLst/>
          </a:prstGeom>
        </p:spPr>
        <p:txBody>
          <a:bodyPr lIns="91439" tIns="45719" rIns="91439" bIns="45719"/>
          <a:lstStyle/>
          <a:p>
            <a:endParaRPr/>
          </a:p>
        </p:txBody>
      </p:sp>
      <p:sp>
        <p:nvSpPr>
          <p:cNvPr id="1725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7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Title Text"/>
          <p:cNvSpPr txBox="1">
            <a:spLocks noGrp="1"/>
          </p:cNvSpPr>
          <p:nvPr>
            <p:ph type="title"/>
          </p:nvPr>
        </p:nvSpPr>
        <p:spPr>
          <a:xfrm>
            <a:off x="609600" y="-1371600"/>
            <a:ext cx="10972800" cy="946390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17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Title Text"/>
          <p:cNvSpPr txBox="1">
            <a:spLocks noGrp="1"/>
          </p:cNvSpPr>
          <p:nvPr>
            <p:ph type="title"/>
          </p:nvPr>
        </p:nvSpPr>
        <p:spPr>
          <a:xfrm>
            <a:off x="609600" y="-1371600"/>
            <a:ext cx="10972800" cy="946390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17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Gray end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Title Text"/>
          <p:cNvSpPr txBox="1">
            <a:spLocks noGrp="1"/>
          </p:cNvSpPr>
          <p:nvPr>
            <p:ph type="title"/>
          </p:nvPr>
        </p:nvSpPr>
        <p:spPr>
          <a:xfrm>
            <a:off x="609600" y="-1371600"/>
            <a:ext cx="10972800" cy="946390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pic>
        <p:nvPicPr>
          <p:cNvPr id="17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642" y="2991904"/>
            <a:ext cx="3621024" cy="875082"/>
          </a:xfrm>
          <a:prstGeom prst="rect">
            <a:avLst/>
          </a:prstGeom>
          <a:ln w="12700">
            <a:miter lim="400000"/>
          </a:ln>
        </p:spPr>
      </p:pic>
      <p:sp>
        <p:nvSpPr>
          <p:cNvPr id="17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Divider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7200" b="1" spc="-120"/>
            </a:lvl1pPr>
          </a:lstStyle>
          <a:p>
            <a:r>
              <a:t>Title Text</a:t>
            </a:r>
          </a:p>
        </p:txBody>
      </p:sp>
      <p:sp>
        <p:nvSpPr>
          <p:cNvPr id="17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Divider Dark Al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7200" b="1" spc="-12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7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- Light Ai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820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821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822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823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24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25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826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827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28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29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30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831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832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833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834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835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36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37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38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39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840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41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842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43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44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845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846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847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r>
              <a:t>Title Text</a:t>
            </a:r>
          </a:p>
        </p:txBody>
      </p:sp>
      <p:sp>
        <p:nvSpPr>
          <p:cNvPr id="1848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334323"/>
            <a:ext cx="10972800" cy="499262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- Dark Air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857" name="1/4"/>
          <p:cNvSpPr txBox="1"/>
          <p:nvPr/>
        </p:nvSpPr>
        <p:spPr>
          <a:xfrm>
            <a:off x="3264968" y="-563502"/>
            <a:ext cx="16350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858" name="2/4"/>
          <p:cNvSpPr txBox="1"/>
          <p:nvPr/>
        </p:nvSpPr>
        <p:spPr>
          <a:xfrm>
            <a:off x="6001448" y="-563502"/>
            <a:ext cx="18910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859" name="3/4"/>
          <p:cNvSpPr txBox="1"/>
          <p:nvPr/>
        </p:nvSpPr>
        <p:spPr>
          <a:xfrm>
            <a:off x="8742417" y="-56350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860" name="2/3 arrow"/>
          <p:cNvSpPr/>
          <p:nvPr/>
        </p:nvSpPr>
        <p:spPr>
          <a:xfrm>
            <a:off x="7923212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1" name="1/3 arrow"/>
          <p:cNvSpPr/>
          <p:nvPr/>
        </p:nvSpPr>
        <p:spPr>
          <a:xfrm>
            <a:off x="4266405" y="-336412"/>
            <a:ext cx="1" cy="236136"/>
          </a:xfrm>
          <a:prstGeom prst="line">
            <a:avLst/>
          </a:prstGeom>
          <a:ln w="12700">
            <a:solidFill>
              <a:srgbClr val="C8C1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2" name="2/3"/>
          <p:cNvSpPr txBox="1"/>
          <p:nvPr/>
        </p:nvSpPr>
        <p:spPr>
          <a:xfrm>
            <a:off x="7830501" y="-563502"/>
            <a:ext cx="18542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2/3</a:t>
            </a:r>
          </a:p>
        </p:txBody>
      </p:sp>
      <p:sp>
        <p:nvSpPr>
          <p:cNvPr id="1863" name="1/3"/>
          <p:cNvSpPr txBox="1"/>
          <p:nvPr/>
        </p:nvSpPr>
        <p:spPr>
          <a:xfrm>
            <a:off x="4190596" y="-563502"/>
            <a:ext cx="16560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A185B6"/>
                </a:solidFill>
              </a:defRPr>
            </a:lvl1pPr>
          </a:lstStyle>
          <a:p>
            <a:r>
              <a:t>1/3</a:t>
            </a:r>
          </a:p>
        </p:txBody>
      </p:sp>
      <p:sp>
        <p:nvSpPr>
          <p:cNvPr id="1864" name="1/4 arrow"/>
          <p:cNvSpPr/>
          <p:nvPr/>
        </p:nvSpPr>
        <p:spPr>
          <a:xfrm>
            <a:off x="3352205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5" name="2/4 arrow"/>
          <p:cNvSpPr/>
          <p:nvPr/>
        </p:nvSpPr>
        <p:spPr>
          <a:xfrm>
            <a:off x="6095999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6" name="3/4 arrow"/>
          <p:cNvSpPr/>
          <p:nvPr/>
        </p:nvSpPr>
        <p:spPr>
          <a:xfrm>
            <a:off x="8837414" y="-336412"/>
            <a:ext cx="1" cy="236136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7" name="Grid Instrux"/>
          <p:cNvSpPr txBox="1"/>
          <p:nvPr/>
        </p:nvSpPr>
        <p:spPr>
          <a:xfrm>
            <a:off x="1157679" y="-549444"/>
            <a:ext cx="1753515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800" b="1">
                <a:solidFill>
                  <a:srgbClr val="A6A6A6"/>
                </a:solidFill>
              </a:defRPr>
            </a:pPr>
            <a:r>
              <a:t>Turn on Guides to see the custom grid.</a:t>
            </a:r>
            <a:br/>
            <a:r>
              <a:rPr b="0"/>
              <a:t>Mac: Control-option-command-G</a:t>
            </a:r>
            <a:br>
              <a:rPr b="0"/>
            </a:br>
            <a:r>
              <a:rPr b="0"/>
              <a:t>Win: Alt-F9 (or Alt-Fn-F9 on some laptops)</a:t>
            </a:r>
          </a:p>
        </p:txBody>
      </p:sp>
      <p:sp>
        <p:nvSpPr>
          <p:cNvPr id="1868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1869" name="1/4"/>
          <p:cNvSpPr txBox="1"/>
          <p:nvPr/>
        </p:nvSpPr>
        <p:spPr>
          <a:xfrm>
            <a:off x="12573988" y="2509117"/>
            <a:ext cx="1692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1/4</a:t>
            </a:r>
          </a:p>
        </p:txBody>
      </p:sp>
      <p:sp>
        <p:nvSpPr>
          <p:cNvPr id="1870" name="2/4"/>
          <p:cNvSpPr txBox="1"/>
          <p:nvPr/>
        </p:nvSpPr>
        <p:spPr>
          <a:xfrm>
            <a:off x="12586320" y="3754563"/>
            <a:ext cx="182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2/4</a:t>
            </a:r>
          </a:p>
        </p:txBody>
      </p:sp>
      <p:sp>
        <p:nvSpPr>
          <p:cNvPr id="1871" name="3/4"/>
          <p:cNvSpPr txBox="1"/>
          <p:nvPr/>
        </p:nvSpPr>
        <p:spPr>
          <a:xfrm>
            <a:off x="12641229" y="4987532"/>
            <a:ext cx="1899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1000" b="1">
                <a:solidFill>
                  <a:srgbClr val="89A1FB"/>
                </a:solidFill>
              </a:defRPr>
            </a:lvl1pPr>
          </a:lstStyle>
          <a:p>
            <a:r>
              <a:t>3/4</a:t>
            </a:r>
          </a:p>
        </p:txBody>
      </p:sp>
      <p:sp>
        <p:nvSpPr>
          <p:cNvPr id="1872" name="1/4 arrow"/>
          <p:cNvSpPr/>
          <p:nvPr/>
        </p:nvSpPr>
        <p:spPr>
          <a:xfrm flipH="1">
            <a:off x="12278497" y="2580869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73" name="1/4 arrow"/>
          <p:cNvSpPr/>
          <p:nvPr/>
        </p:nvSpPr>
        <p:spPr>
          <a:xfrm flipH="1">
            <a:off x="12278497" y="1334323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74" name="1/4 arrow"/>
          <p:cNvSpPr/>
          <p:nvPr/>
        </p:nvSpPr>
        <p:spPr>
          <a:xfrm flipH="1">
            <a:off x="12278497" y="5073958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75" name="1/4 arrow"/>
          <p:cNvSpPr/>
          <p:nvPr/>
        </p:nvSpPr>
        <p:spPr>
          <a:xfrm flipH="1">
            <a:off x="12278497" y="3827414"/>
            <a:ext cx="222825" cy="1"/>
          </a:xfrm>
          <a:prstGeom prst="line">
            <a:avLst/>
          </a:prstGeom>
          <a:ln w="12700">
            <a:solidFill>
              <a:srgbClr val="C1D4E8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76" name="1/4"/>
          <p:cNvSpPr txBox="1"/>
          <p:nvPr/>
        </p:nvSpPr>
        <p:spPr>
          <a:xfrm>
            <a:off x="12530739" y="1281863"/>
            <a:ext cx="28717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HEADER</a:t>
            </a:r>
          </a:p>
        </p:txBody>
      </p:sp>
      <p:sp>
        <p:nvSpPr>
          <p:cNvPr id="1877" name="1/4 arrow"/>
          <p:cNvSpPr/>
          <p:nvPr/>
        </p:nvSpPr>
        <p:spPr>
          <a:xfrm flipH="1">
            <a:off x="12278497" y="6320504"/>
            <a:ext cx="222825" cy="1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78" name="1/4"/>
          <p:cNvSpPr txBox="1"/>
          <p:nvPr/>
        </p:nvSpPr>
        <p:spPr>
          <a:xfrm>
            <a:off x="12532606" y="6268042"/>
            <a:ext cx="2834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879" name="1/4 arrow"/>
          <p:cNvSpPr/>
          <p:nvPr/>
        </p:nvSpPr>
        <p:spPr>
          <a:xfrm>
            <a:off x="609600" y="-336412"/>
            <a:ext cx="0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80" name="3/4 arrow"/>
          <p:cNvSpPr/>
          <p:nvPr/>
        </p:nvSpPr>
        <p:spPr>
          <a:xfrm>
            <a:off x="11580018" y="-336412"/>
            <a:ext cx="1" cy="236136"/>
          </a:xfrm>
          <a:prstGeom prst="line">
            <a:avLst/>
          </a:prstGeom>
          <a:ln w="12700">
            <a:solidFill>
              <a:srgbClr val="D9D9D9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81" name="1/4"/>
          <p:cNvSpPr txBox="1"/>
          <p:nvPr/>
        </p:nvSpPr>
        <p:spPr>
          <a:xfrm>
            <a:off x="376441" y="-532725"/>
            <a:ext cx="4663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LEFT MARGIN</a:t>
            </a:r>
          </a:p>
        </p:txBody>
      </p:sp>
      <p:sp>
        <p:nvSpPr>
          <p:cNvPr id="1882" name="1/4"/>
          <p:cNvSpPr txBox="1"/>
          <p:nvPr/>
        </p:nvSpPr>
        <p:spPr>
          <a:xfrm>
            <a:off x="11323922" y="-532725"/>
            <a:ext cx="5121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600" b="1">
                <a:solidFill>
                  <a:srgbClr val="A6A6A6"/>
                </a:solidFill>
              </a:defRPr>
            </a:lvl1pPr>
          </a:lstStyle>
          <a:p>
            <a:r>
              <a:t>RIGHT MARGIN</a:t>
            </a:r>
          </a:p>
        </p:txBody>
      </p:sp>
      <p:pic>
        <p:nvPicPr>
          <p:cNvPr id="1883" name="Picture 20" descr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518398"/>
            <a:ext cx="603505" cy="145848"/>
          </a:xfrm>
          <a:prstGeom prst="rect">
            <a:avLst/>
          </a:prstGeom>
          <a:ln w="12700">
            <a:miter lim="400000"/>
          </a:ln>
        </p:spPr>
      </p:pic>
      <p:sp>
        <p:nvSpPr>
          <p:cNvPr id="1884" name="Title Text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88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334323"/>
            <a:ext cx="10972800" cy="49902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6" name="Copyright"/>
          <p:cNvSpPr txBox="1"/>
          <p:nvPr/>
        </p:nvSpPr>
        <p:spPr>
          <a:xfrm>
            <a:off x="9862819" y="6583680"/>
            <a:ext cx="1719581" cy="127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BEBEBE"/>
                </a:solidFill>
              </a:defRPr>
            </a:lvl1pPr>
          </a:lstStyle>
          <a:p>
            <a:r>
              <a:t>© 2024 Adobe. All Rights Reserved. Adobe Confidential.</a:t>
            </a:r>
          </a:p>
        </p:txBody>
      </p:sp>
      <p:sp>
        <p:nvSpPr>
          <p:cNvPr id="18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05084" y="6583680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Divider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Module Title Goes Here"/>
          <p:cNvSpPr txBox="1">
            <a:spLocks noGrp="1"/>
          </p:cNvSpPr>
          <p:nvPr>
            <p:ph type="title" hasCustomPrompt="1"/>
          </p:nvPr>
        </p:nvSpPr>
        <p:spPr>
          <a:xfrm>
            <a:off x="609600" y="3044278"/>
            <a:ext cx="10972800" cy="769442"/>
          </a:xfrm>
          <a:prstGeom prst="rect">
            <a:avLst/>
          </a:prstGeom>
        </p:spPr>
        <p:txBody>
          <a:bodyPr/>
          <a:lstStyle>
            <a:lvl1pPr>
              <a:defRPr sz="5500" b="1" spc="-120">
                <a:solidFill>
                  <a:srgbClr val="FFFFFF"/>
                </a:solidFill>
              </a:defRPr>
            </a:lvl1pPr>
          </a:lstStyle>
          <a:p>
            <a:r>
              <a:t>Module Title Goes Here</a:t>
            </a:r>
          </a:p>
        </p:txBody>
      </p:sp>
      <p:sp>
        <p:nvSpPr>
          <p:cNvPr id="189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9598" y="2389238"/>
            <a:ext cx="5334002" cy="6550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SzTx/>
              <a:buNone/>
              <a:defRPr sz="3000">
                <a:solidFill>
                  <a:srgbClr val="FFFFFF"/>
                </a:solidFill>
              </a:defRPr>
            </a:lvl1pPr>
            <a:lvl2pPr marL="0" indent="457200">
              <a:buSzTx/>
              <a:buNone/>
              <a:defRPr sz="3000">
                <a:solidFill>
                  <a:srgbClr val="FFFFFF"/>
                </a:solidFill>
              </a:defRPr>
            </a:lvl2pPr>
            <a:lvl3pPr marL="0" indent="914400">
              <a:buSzTx/>
              <a:buNone/>
              <a:defRPr sz="3000">
                <a:solidFill>
                  <a:srgbClr val="FFFFFF"/>
                </a:solidFill>
              </a:defRPr>
            </a:lvl3pPr>
            <a:lvl4pPr marL="0" indent="1371600">
              <a:buSzTx/>
              <a:buNone/>
              <a:defRPr sz="3000">
                <a:solidFill>
                  <a:srgbClr val="FFFFFF"/>
                </a:solidFill>
              </a:defRPr>
            </a:lvl4pPr>
            <a:lvl5pPr marL="0" indent="1828800">
              <a:buSzTx/>
              <a:buNone/>
              <a:defRPr sz="3000">
                <a:solidFill>
                  <a:srgbClr val="FFFFFF"/>
                </a:solidFill>
              </a:defRPr>
            </a:lvl5pPr>
          </a:lstStyle>
          <a:p>
            <a:r>
              <a:t>Module #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89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2496436"/>
            <a:ext cx="10972800" cy="1865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Thread"/>
          <p:cNvSpPr/>
          <p:nvPr/>
        </p:nvSpPr>
        <p:spPr>
          <a:xfrm>
            <a:off x="0" y="893"/>
            <a:ext cx="128016" cy="6856215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spcBef>
                <a:spcPts val="1200"/>
              </a:spcBef>
              <a:defRPr sz="1400"/>
            </a:pPr>
            <a:endParaRPr/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56350"/>
            <a:ext cx="2844800" cy="3683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191919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5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3" r:id="rId29"/>
    <p:sldLayoutId id="2147483684" r:id="rId30"/>
    <p:sldLayoutId id="2147483685" r:id="rId31"/>
    <p:sldLayoutId id="2147483686" r:id="rId32"/>
    <p:sldLayoutId id="2147483687" r:id="rId33"/>
    <p:sldLayoutId id="2147483688" r:id="rId34"/>
    <p:sldLayoutId id="2147483689" r:id="rId35"/>
    <p:sldLayoutId id="2147483691" r:id="rId36"/>
    <p:sldLayoutId id="2147483692" r:id="rId37"/>
    <p:sldLayoutId id="2147483693" r:id="rId38"/>
    <p:sldLayoutId id="2147483695" r:id="rId39"/>
    <p:sldLayoutId id="2147483696" r:id="rId40"/>
    <p:sldLayoutId id="2147483697" r:id="rId41"/>
    <p:sldLayoutId id="2147483698" r:id="rId42"/>
    <p:sldLayoutId id="2147483699" r:id="rId43"/>
    <p:sldLayoutId id="2147483701" r:id="rId44"/>
    <p:sldLayoutId id="2147483702" r:id="rId45"/>
    <p:sldLayoutId id="2147483703" r:id="rId46"/>
  </p:sldLayoutIdLst>
  <p:transition spd="med"/>
  <p:txStyles>
    <p:titleStyle>
      <a:lvl1pPr marL="0" marR="0" indent="0" algn="l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0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1pPr>
      <a:lvl2pPr marL="0" marR="0" indent="0" algn="l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0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2pPr>
      <a:lvl3pPr marL="0" marR="0" indent="0" algn="l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0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3pPr>
      <a:lvl4pPr marL="0" marR="0" indent="0" algn="l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0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4pPr>
      <a:lvl5pPr marL="0" marR="0" indent="0" algn="l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0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5pPr>
      <a:lvl6pPr marL="0" marR="0" indent="0" algn="l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0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6pPr>
      <a:lvl7pPr marL="0" marR="0" indent="0" algn="l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0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7pPr>
      <a:lvl8pPr marL="0" marR="0" indent="0" algn="l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0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8pPr>
      <a:lvl9pPr marL="0" marR="0" indent="0" algn="l" defTabSz="91440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0" b="0" i="0" u="none" strike="noStrike" cap="none" spc="-10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9pPr>
    </p:titleStyle>
    <p:bodyStyle>
      <a:lvl1pPr marL="182562" marR="0" indent="-182562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70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1pPr>
      <a:lvl2pPr marL="449943" marR="0" indent="-224518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70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2pPr>
      <a:lvl3pPr marL="676275" marR="0" indent="-238125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70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3pPr>
      <a:lvl4pPr marL="752475" marR="0" indent="-206375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70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4pPr>
      <a:lvl5pPr marL="952644" marR="0" indent="-236681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70000"/>
        <a:buFontTx/>
        <a:buChar char="▪"/>
        <a:tabLst/>
        <a:defRPr sz="2000" b="0" i="0" u="none" strike="noStrike" cap="none" spc="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5pPr>
      <a:lvl6pPr marL="2540000" marR="0" indent="-2540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6pPr>
      <a:lvl7pPr marL="2997200" marR="0" indent="-2540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7pPr>
      <a:lvl8pPr marL="3454400" marR="0" indent="-2540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8pPr>
      <a:lvl9pPr marL="3911600" marR="0" indent="-254000" algn="l" defTabSz="914400" rtl="0" latinLnBrk="0">
        <a:lnSpc>
          <a:spcPct val="110000"/>
        </a:lnSpc>
        <a:spcBef>
          <a:spcPts val="1200"/>
        </a:spcBef>
        <a:spcAft>
          <a:spcPts val="0"/>
        </a:spcAft>
        <a:buClrTx/>
        <a:buSzPct val="100000"/>
        <a:buFontTx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Adobe Clean"/>
          <a:ea typeface="Adobe Clean"/>
          <a:cs typeface="Adobe Clean"/>
          <a:sym typeface="Adobe Clean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dobe Clean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dobe Clean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dobe Clean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dobe Clean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dobe Clean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dobe Clean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dobe Clean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dobe Clean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dobe Cle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Title 3"/>
          <p:cNvSpPr txBox="1">
            <a:spLocks noGrp="1"/>
          </p:cNvSpPr>
          <p:nvPr>
            <p:ph type="ctrTitle"/>
          </p:nvPr>
        </p:nvSpPr>
        <p:spPr>
          <a:xfrm>
            <a:off x="609600" y="1475289"/>
            <a:ext cx="10972800" cy="2387601"/>
          </a:xfrm>
          <a:prstGeom prst="rect">
            <a:avLst/>
          </a:prstGeom>
        </p:spPr>
        <p:txBody>
          <a:bodyPr/>
          <a:lstStyle>
            <a:lvl1pPr>
              <a:defRPr sz="6000" b="0" spc="-200"/>
            </a:lvl1pPr>
          </a:lstStyle>
          <a:p>
            <a:r>
              <a:t>Working with the new AEM Assets View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pc="-200"/>
            </a:pPr>
            <a:r>
              <a:rPr lang="en-US" dirty="0"/>
              <a:t>Section 5</a:t>
            </a:r>
            <a:br>
              <a:rPr lang="en-US" dirty="0"/>
            </a:br>
            <a:r>
              <a:rPr lang="en-US" dirty="0"/>
              <a:t>Content Hub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Title 1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Introducing </a:t>
            </a: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Hub</a:t>
            </a:r>
            <a:endParaRPr dirty="0"/>
          </a:p>
        </p:txBody>
      </p:sp>
      <p:sp>
        <p:nvSpPr>
          <p:cNvPr id="2202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curated, user-friendly portal for finding and using brand-approved assets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Designed for non-technical users (search, filters, collections)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Backed by Assets governance, not a separate asset manager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Optimized for distribution and reuse (not authoring or admin workflows)</a:t>
            </a:r>
            <a:endParaRPr lang="en-US" sz="2400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BD2ABA-38E1-1B7B-DB36-D11C609F3C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382" y="3684181"/>
            <a:ext cx="5851236" cy="267047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Title 1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Content Hub matters</a:t>
            </a:r>
            <a:endParaRPr lang="en-US" sz="3200" dirty="0"/>
          </a:p>
        </p:txBody>
      </p:sp>
      <p:sp>
        <p:nvSpPr>
          <p:cNvPr id="2208" name="Conten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Self-serve access: teams can find what they need without waiting for handoffs</a:t>
            </a:r>
            <a:endParaRPr lang="en-US" sz="2400" dirty="0"/>
          </a:p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Brand safety: approval-based governance before broad use</a:t>
            </a:r>
            <a:endParaRPr lang="en-US" sz="2400" dirty="0"/>
          </a:p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Searchable and reusable: metadata makes assets easy to discover</a:t>
            </a:r>
            <a:endParaRPr lang="en-US" sz="2400" dirty="0"/>
          </a:p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“source of truth”, reducing duplicates and outdated versions in the wild</a:t>
            </a:r>
            <a:endParaRPr lang="en-US" sz="2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</a:t>
            </a:r>
          </a:p>
          <a:p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Content Hub is the “front door” for asset consumers.</a:t>
            </a:r>
            <a:endParaRPr lang="en-US" sz="2400" dirty="0"/>
          </a:p>
          <a:p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Assets view is typically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authors/admins manage governance.</a:t>
            </a:r>
            <a:endParaRPr lang="en-US" sz="2400" dirty="0"/>
          </a:p>
          <a:p>
            <a:pPr marL="0" indent="0">
              <a:buSzTx/>
              <a:buFont typeface="Wingdings"/>
              <a:buNone/>
              <a:defRPr b="1"/>
            </a:pPr>
            <a:endParaRPr b="0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7E72D-6A7C-8FD0-B78A-3589AA201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Title 1">
            <a:extLst>
              <a:ext uri="{FF2B5EF4-FFF2-40B4-BE49-F238E27FC236}">
                <a16:creationId xmlns:a16="http://schemas.microsoft.com/office/drawing/2014/main" id="{4EDFAA98-2963-FFA7-82FD-AE7CD1D066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Content Hub fits</a:t>
            </a:r>
            <a:endParaRPr lang="en-US" sz="32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4D6EA2E-8E8A-E0AF-87BE-FE49BE5018EA}"/>
              </a:ext>
            </a:extLst>
          </p:cNvPr>
          <p:cNvSpPr/>
          <p:nvPr/>
        </p:nvSpPr>
        <p:spPr>
          <a:xfrm>
            <a:off x="612648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flow (simplified)</a:t>
            </a:r>
            <a:endParaRPr lang="en-US" sz="2000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DB2458F1-9769-EB62-06A6-49E8D41124A0}"/>
              </a:ext>
            </a:extLst>
          </p:cNvPr>
          <p:cNvSpPr/>
          <p:nvPr/>
        </p:nvSpPr>
        <p:spPr>
          <a:xfrm>
            <a:off x="612648" y="1828800"/>
            <a:ext cx="3383280" cy="1920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1BF34980-D7A8-DA6A-F3B2-2037B8676283}"/>
              </a:ext>
            </a:extLst>
          </p:cNvPr>
          <p:cNvSpPr/>
          <p:nvPr/>
        </p:nvSpPr>
        <p:spPr>
          <a:xfrm>
            <a:off x="749808" y="20574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Experience Manager Assets</a:t>
            </a:r>
            <a:endParaRPr lang="en-US" sz="18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6507B24C-C350-BCCB-47E0-153842ED6957}"/>
              </a:ext>
            </a:extLst>
          </p:cNvPr>
          <p:cNvSpPr/>
          <p:nvPr/>
        </p:nvSpPr>
        <p:spPr>
          <a:xfrm>
            <a:off x="4014216" y="2624328"/>
            <a:ext cx="146304" cy="329184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0FA98A85-C598-70C3-A954-189FBFCAA1A3}"/>
              </a:ext>
            </a:extLst>
          </p:cNvPr>
          <p:cNvSpPr/>
          <p:nvPr/>
        </p:nvSpPr>
        <p:spPr>
          <a:xfrm>
            <a:off x="4178808" y="1828800"/>
            <a:ext cx="3383280" cy="1920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95A9D0B6-0F30-E4E9-CD0C-B3273F061630}"/>
              </a:ext>
            </a:extLst>
          </p:cNvPr>
          <p:cNvSpPr/>
          <p:nvPr/>
        </p:nvSpPr>
        <p:spPr>
          <a:xfrm>
            <a:off x="4315968" y="20574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Hub</a:t>
            </a:r>
            <a:endParaRPr lang="en-US" sz="180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10F3241B-BE73-8CB9-DC82-495A755C1B64}"/>
              </a:ext>
            </a:extLst>
          </p:cNvPr>
          <p:cNvSpPr/>
          <p:nvPr/>
        </p:nvSpPr>
        <p:spPr>
          <a:xfrm>
            <a:off x="7580376" y="2624328"/>
            <a:ext cx="146304" cy="329184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B386642E-BA2C-2356-627D-540ED9A7EE71}"/>
              </a:ext>
            </a:extLst>
          </p:cNvPr>
          <p:cNvSpPr/>
          <p:nvPr/>
        </p:nvSpPr>
        <p:spPr>
          <a:xfrm>
            <a:off x="7744968" y="1828800"/>
            <a:ext cx="3383280" cy="19202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0C21961F-70E5-D021-7CA0-F84DB0C9DDE5}"/>
              </a:ext>
            </a:extLst>
          </p:cNvPr>
          <p:cNvSpPr/>
          <p:nvPr/>
        </p:nvSpPr>
        <p:spPr>
          <a:xfrm>
            <a:off x="7882128" y="20574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use</a:t>
            </a:r>
            <a:endParaRPr lang="en-US" sz="18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32775E2D-2D8A-7257-8247-EC3F7CD61D1C}"/>
              </a:ext>
            </a:extLst>
          </p:cNvPr>
          <p:cNvSpPr/>
          <p:nvPr/>
        </p:nvSpPr>
        <p:spPr>
          <a:xfrm>
            <a:off x="612648" y="40690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Experience Manager Assets = system of record and governance</a:t>
            </a:r>
            <a:endParaRPr lang="en-US" sz="2000" dirty="0"/>
          </a:p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Hub = distribution and consumption experience</a:t>
            </a:r>
            <a:endParaRPr lang="en-US" sz="2000" dirty="0"/>
          </a:p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= marketing, comms, agencies, Express, etc.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6460526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CA042-6303-6FA2-1869-066803796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Title 1">
            <a:extLst>
              <a:ext uri="{FF2B5EF4-FFF2-40B4-BE49-F238E27FC236}">
                <a16:creationId xmlns:a16="http://schemas.microsoft.com/office/drawing/2014/main" id="{97FBF9FA-6FBB-49D1-603F-605DB29C6F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of an Asset via Content Hub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1E45456-0BC8-83F2-718A-D372EB67CC29}"/>
              </a:ext>
            </a:extLst>
          </p:cNvPr>
          <p:cNvSpPr/>
          <p:nvPr/>
        </p:nvSpPr>
        <p:spPr>
          <a:xfrm>
            <a:off x="612648" y="1920240"/>
            <a:ext cx="2491740" cy="1828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70E553-BEBA-438F-C70B-29679C112F04}"/>
              </a:ext>
            </a:extLst>
          </p:cNvPr>
          <p:cNvSpPr/>
          <p:nvPr/>
        </p:nvSpPr>
        <p:spPr>
          <a:xfrm>
            <a:off x="749808" y="2148840"/>
            <a:ext cx="22174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6375D4-384A-BB38-28E7-0D6A1108CA30}"/>
              </a:ext>
            </a:extLst>
          </p:cNvPr>
          <p:cNvSpPr/>
          <p:nvPr/>
        </p:nvSpPr>
        <p:spPr>
          <a:xfrm>
            <a:off x="3122676" y="2670048"/>
            <a:ext cx="146304" cy="329184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93D6333-9FD5-AF8F-0048-564F182E8CD2}"/>
              </a:ext>
            </a:extLst>
          </p:cNvPr>
          <p:cNvSpPr/>
          <p:nvPr/>
        </p:nvSpPr>
        <p:spPr>
          <a:xfrm>
            <a:off x="3287268" y="1920240"/>
            <a:ext cx="2491740" cy="1828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799CF8C-426B-D2D3-F79A-0B922B316928}"/>
              </a:ext>
            </a:extLst>
          </p:cNvPr>
          <p:cNvSpPr/>
          <p:nvPr/>
        </p:nvSpPr>
        <p:spPr>
          <a:xfrm>
            <a:off x="3424428" y="2148840"/>
            <a:ext cx="22174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metadata</a:t>
            </a:r>
            <a:endParaRPr lang="en-US" sz="1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1D025D9-E0E3-767D-EC74-23FBAFE6404C}"/>
              </a:ext>
            </a:extLst>
          </p:cNvPr>
          <p:cNvSpPr/>
          <p:nvPr/>
        </p:nvSpPr>
        <p:spPr>
          <a:xfrm>
            <a:off x="5797296" y="2670048"/>
            <a:ext cx="146304" cy="329184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E8E55F0-DE9B-8E5F-AB0D-BA167F34885D}"/>
              </a:ext>
            </a:extLst>
          </p:cNvPr>
          <p:cNvSpPr/>
          <p:nvPr/>
        </p:nvSpPr>
        <p:spPr>
          <a:xfrm>
            <a:off x="5961888" y="1920240"/>
            <a:ext cx="2491740" cy="1828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5ECF1F9-756C-D3CE-E51D-45637686AA3A}"/>
              </a:ext>
            </a:extLst>
          </p:cNvPr>
          <p:cNvSpPr/>
          <p:nvPr/>
        </p:nvSpPr>
        <p:spPr>
          <a:xfrm>
            <a:off x="6099048" y="2148840"/>
            <a:ext cx="22174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F894B8C-D433-15F3-58C2-1A852038C2CD}"/>
              </a:ext>
            </a:extLst>
          </p:cNvPr>
          <p:cNvSpPr/>
          <p:nvPr/>
        </p:nvSpPr>
        <p:spPr>
          <a:xfrm>
            <a:off x="8471916" y="2670048"/>
            <a:ext cx="146304" cy="329184"/>
          </a:xfrm>
          <a:prstGeom prst="rightArrow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342CB62-A6C7-B10D-2881-EDDE0C32ADA8}"/>
              </a:ext>
            </a:extLst>
          </p:cNvPr>
          <p:cNvSpPr/>
          <p:nvPr/>
        </p:nvSpPr>
        <p:spPr>
          <a:xfrm>
            <a:off x="8636508" y="1920240"/>
            <a:ext cx="2491740" cy="1828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F1810C3-92D5-6C3C-5461-D4E3D12BF0E6}"/>
              </a:ext>
            </a:extLst>
          </p:cNvPr>
          <p:cNvSpPr/>
          <p:nvPr/>
        </p:nvSpPr>
        <p:spPr>
          <a:xfrm>
            <a:off x="8773668" y="2148840"/>
            <a:ext cx="22174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8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FAD73DE0-6775-DB59-BAC4-B70790E71ACA}"/>
              </a:ext>
            </a:extLst>
          </p:cNvPr>
          <p:cNvSpPr/>
          <p:nvPr/>
        </p:nvSpPr>
        <p:spPr>
          <a:xfrm>
            <a:off x="612648" y="4114800"/>
            <a:ext cx="10515600" cy="165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through Content Hub and apply metadata</a:t>
            </a:r>
            <a:endParaRPr lang="en-US" sz="2000" dirty="0"/>
          </a:p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happens in Assets view </a:t>
            </a:r>
          </a:p>
          <a:p>
            <a:pPr marL="34290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approved, the asset is ready for broad distribution and reuse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2370290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CB84F-6EA5-C65E-0AE3-2AD1816F0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Title 1">
            <a:extLst>
              <a:ext uri="{FF2B5EF4-FFF2-40B4-BE49-F238E27FC236}">
                <a16:creationId xmlns:a16="http://schemas.microsoft.com/office/drawing/2014/main" id="{8D490C3D-F2F6-6E0E-0961-DB1AA86DE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Approval (revisited)</a:t>
            </a:r>
            <a:endParaRPr lang="en-US" sz="3200" dirty="0"/>
          </a:p>
        </p:txBody>
      </p:sp>
      <p:sp>
        <p:nvSpPr>
          <p:cNvPr id="2208" name="Content Placeholder 2">
            <a:extLst>
              <a:ext uri="{FF2B5EF4-FFF2-40B4-BE49-F238E27FC236}">
                <a16:creationId xmlns:a16="http://schemas.microsoft.com/office/drawing/2014/main" id="{B9D14415-2DAB-7A64-D6F4-200D1DE76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Hub is for consumption and reuse, Assets view is often where the governance happens.</a:t>
            </a:r>
          </a:p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does not 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broad use</a:t>
            </a:r>
            <a:endParaRPr lang="en-US" sz="2400" dirty="0"/>
          </a:p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is the governance checkpoint for brand safety</a:t>
            </a:r>
            <a:endParaRPr lang="en-US" sz="2400" dirty="0"/>
          </a:p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Approvers can validate: correct asset, correct metadata, correct rights</a:t>
            </a:r>
            <a:endParaRPr lang="en-US" sz="2400" dirty="0"/>
          </a:p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auto-approval is set to OFF, this step is always required</a:t>
            </a:r>
            <a:endParaRPr lang="en-US" sz="2400" dirty="0"/>
          </a:p>
          <a:p>
            <a:pPr marL="0" indent="0">
              <a:buSzTx/>
              <a:buFont typeface="Wingdings"/>
              <a:buNone/>
              <a:defRPr b="1"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78767812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31B98-3B22-0CFD-F3BA-CA20E429F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Title 1">
            <a:extLst>
              <a:ext uri="{FF2B5EF4-FFF2-40B4-BE49-F238E27FC236}">
                <a16:creationId xmlns:a16="http://schemas.microsoft.com/office/drawing/2014/main" id="{05EA5CB3-9BE2-D35B-3156-E9B91720F5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1" y="264084"/>
            <a:ext cx="6766560" cy="94639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/>
              <a:t>Asset Approval</a:t>
            </a:r>
            <a:endParaRPr lang="en-US"/>
          </a:p>
        </p:txBody>
      </p:sp>
      <p:sp>
        <p:nvSpPr>
          <p:cNvPr id="2208" name="Content Placeholder 2">
            <a:extLst>
              <a:ext uri="{FF2B5EF4-FFF2-40B4-BE49-F238E27FC236}">
                <a16:creationId xmlns:a16="http://schemas.microsoft.com/office/drawing/2014/main" id="{3E93663D-F868-700A-5E49-0E6075BC9074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609601" y="1334323"/>
            <a:ext cx="5943601" cy="4992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approve an asset:</a:t>
            </a:r>
          </a:p>
          <a:p>
            <a:r>
              <a:rPr lang="en-US" dirty="0"/>
              <a:t>Open Assets view</a:t>
            </a:r>
          </a:p>
          <a:p>
            <a:r>
              <a:rPr lang="en-US" dirty="0"/>
              <a:t>Locate the uploaded asset (e.g., search for the asset’s title) and preview.</a:t>
            </a:r>
          </a:p>
          <a:p>
            <a:r>
              <a:rPr lang="en-US" dirty="0"/>
              <a:t>Set status to approved.</a:t>
            </a:r>
          </a:p>
          <a:p>
            <a:r>
              <a:rPr lang="en-US" dirty="0"/>
              <a:t>Save the asset.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SzTx/>
              <a:buFont typeface="Wingdings"/>
              <a:buNone/>
              <a:defRPr b="1"/>
            </a:pPr>
            <a:endParaRPr lang="en-US" b="0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9CFC68-AF85-1A63-4B1C-70E88DDC18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2" y="1527276"/>
            <a:ext cx="4297681" cy="38034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088380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457A7-F6F9-0CF8-AA59-D4DBD6E8E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Title 1">
            <a:extLst>
              <a:ext uri="{FF2B5EF4-FFF2-40B4-BE49-F238E27FC236}">
                <a16:creationId xmlns:a16="http://schemas.microsoft.com/office/drawing/2014/main" id="{668CCD32-31BE-4836-BCDC-E3FC86D36F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1" y="264084"/>
            <a:ext cx="6766560" cy="94639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/>
              <a:t>Verify approval back in Content Hub</a:t>
            </a:r>
            <a:endParaRPr lang="en-US"/>
          </a:p>
        </p:txBody>
      </p:sp>
      <p:sp>
        <p:nvSpPr>
          <p:cNvPr id="2208" name="Content Placeholder 2">
            <a:extLst>
              <a:ext uri="{FF2B5EF4-FFF2-40B4-BE49-F238E27FC236}">
                <a16:creationId xmlns:a16="http://schemas.microsoft.com/office/drawing/2014/main" id="{F404A773-590F-85BC-A4BA-CD51714062DB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609601" y="1334323"/>
            <a:ext cx="5943601" cy="4992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• Return to Content Hub and refresh the browser </a:t>
            </a:r>
          </a:p>
          <a:p>
            <a:pPr marL="0" indent="0">
              <a:buNone/>
            </a:pPr>
            <a:r>
              <a:rPr lang="en-US"/>
              <a:t>• Search for the asset again</a:t>
            </a:r>
          </a:p>
          <a:p>
            <a:pPr marL="0" indent="0">
              <a:buNone/>
            </a:pPr>
            <a:r>
              <a:rPr lang="en-US"/>
              <a:t>• Confirm it’s visible (refresh the browser).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SzTx/>
              <a:buFont typeface="Wingdings"/>
              <a:buNone/>
              <a:defRPr b="1"/>
            </a:pPr>
            <a:endParaRPr lang="en-US" b="0" dirty="0"/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D77636E-E61D-C2D6-62F7-568C505DD7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2" y="1660088"/>
            <a:ext cx="4297681" cy="43410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7126572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670CA-0F35-F58F-4BD2-AC5881D1C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Title 1">
            <a:extLst>
              <a:ext uri="{FF2B5EF4-FFF2-40B4-BE49-F238E27FC236}">
                <a16:creationId xmlns:a16="http://schemas.microsoft.com/office/drawing/2014/main" id="{83A40851-3804-067D-5851-0CAEA26A0A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6766560" cy="94639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/>
              <a:t>Exercise 5.1: Upload Asset via Content Hub</a:t>
            </a:r>
          </a:p>
        </p:txBody>
      </p:sp>
      <p:sp>
        <p:nvSpPr>
          <p:cNvPr id="2208" name="Content Placeholder 2">
            <a:extLst>
              <a:ext uri="{FF2B5EF4-FFF2-40B4-BE49-F238E27FC236}">
                <a16:creationId xmlns:a16="http://schemas.microsoft.com/office/drawing/2014/main" id="{1C51906D-4417-41A1-645B-5187C4AE26C9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609600" y="1334323"/>
            <a:ext cx="5943600" cy="4992625"/>
          </a:xfrm>
        </p:spPr>
        <p:txBody>
          <a:bodyPr>
            <a:normAutofit/>
          </a:bodyPr>
          <a:lstStyle/>
          <a:p>
            <a:pPr marL="342900" indent="-342900" rtl="0" latinLnBrk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Inside Content Hub, choose Add Asset and upload an image.</a:t>
            </a:r>
          </a:p>
          <a:p>
            <a:pPr marL="342900" indent="-342900" rtl="0" latinLnBrk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Enter Metadata including the Campaign name and Keywords.</a:t>
            </a:r>
          </a:p>
          <a:p>
            <a:pPr marL="342900" indent="-342900" rtl="0" latinLnBrk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Ensure Keywords are separated by commas.</a:t>
            </a:r>
          </a:p>
          <a:p>
            <a:pPr marL="342900" indent="-342900" rtl="0" latinLnBrk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Then, click Upload to complete the process.</a:t>
            </a:r>
            <a:endParaRPr lang="en-US" b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CCFEA4-F12D-E4DB-5F11-F6309BC88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982" y="3429000"/>
            <a:ext cx="4297681" cy="17835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6009930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4B11A-1C26-DE38-476A-09344352D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Title 1">
            <a:extLst>
              <a:ext uri="{FF2B5EF4-FFF2-40B4-BE49-F238E27FC236}">
                <a16:creationId xmlns:a16="http://schemas.microsoft.com/office/drawing/2014/main" id="{9DB04F1B-46F8-A59B-CE9B-DAB2597031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6766560" cy="94639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Exercise 5.2: Approve and Check</a:t>
            </a:r>
          </a:p>
        </p:txBody>
      </p:sp>
      <p:sp>
        <p:nvSpPr>
          <p:cNvPr id="2208" name="Content Placeholder 2">
            <a:extLst>
              <a:ext uri="{FF2B5EF4-FFF2-40B4-BE49-F238E27FC236}">
                <a16:creationId xmlns:a16="http://schemas.microsoft.com/office/drawing/2014/main" id="{101D8FA7-106C-8093-D6B8-A3B580231EBE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609600" y="1334323"/>
            <a:ext cx="5943600" cy="4992625"/>
          </a:xfrm>
        </p:spPr>
        <p:txBody>
          <a:bodyPr>
            <a:normAutofit/>
          </a:bodyPr>
          <a:lstStyle/>
          <a:p>
            <a:pPr marL="342900" indent="-342900" rtl="0" latinLnBrk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Navigate to Asset View.</a:t>
            </a:r>
          </a:p>
          <a:p>
            <a:pPr marL="342900" indent="-342900" rtl="0" latinLnBrk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Locate the uploaded asset by searching for it.</a:t>
            </a:r>
          </a:p>
          <a:p>
            <a:pPr marL="342900" indent="-342900" rtl="0" latinLnBrk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Open the Hydrated Assets folder.</a:t>
            </a:r>
          </a:p>
          <a:p>
            <a:pPr marL="342900" indent="-342900" rtl="0" latinLnBrk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Within the asset’s details, change the status property to approved and save the changes.</a:t>
            </a:r>
          </a:p>
          <a:p>
            <a:pPr marL="342900" indent="-342900" rtl="0" latinLnBrk="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>
                <a:effectLst/>
              </a:rPr>
              <a:t>Go back to Content Hub to verify the asset.</a:t>
            </a:r>
            <a:endParaRPr lang="en-US" b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3DD0AA-7A7A-785C-4613-48DD52E5C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7519" y="1928911"/>
            <a:ext cx="4297681" cy="38034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7682899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61DA7-5C60-4492-BDAF-E3C92C12D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Title 1">
            <a:extLst>
              <a:ext uri="{FF2B5EF4-FFF2-40B4-BE49-F238E27FC236}">
                <a16:creationId xmlns:a16="http://schemas.microsoft.com/office/drawing/2014/main" id="{BED25D3C-BB43-9DCA-57AC-E9A351883B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Express integration (overview)</a:t>
            </a:r>
            <a:endParaRPr lang="en-US" sz="3200" dirty="0"/>
          </a:p>
        </p:txBody>
      </p:sp>
      <p:sp>
        <p:nvSpPr>
          <p:cNvPr id="2208" name="Content Placeholder 2">
            <a:extLst>
              <a:ext uri="{FF2B5EF4-FFF2-40B4-BE49-F238E27FC236}">
                <a16:creationId xmlns:a16="http://schemas.microsoft.com/office/drawing/2014/main" id="{CC6CC094-77CA-C1C9-00E2-9E0842F437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approved assets as starting points for quick on-brand variations</a:t>
            </a:r>
            <a:endParaRPr lang="en-US" sz="2400" dirty="0"/>
          </a:p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lightweight edits: resize, layout variations, simple text overlays</a:t>
            </a:r>
            <a:endParaRPr lang="en-US" sz="2400" dirty="0"/>
          </a:p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teams in the approved asset ecosystem (less off-platform drift)</a:t>
            </a:r>
          </a:p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Metadata &gt; Approve 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2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/ Create variations</a:t>
            </a:r>
            <a:endParaRPr lang="en-US" sz="2400" dirty="0"/>
          </a:p>
          <a:p>
            <a:pPr>
              <a:lnSpc>
                <a:spcPct val="115000"/>
              </a:lnSpc>
            </a:pPr>
            <a:endParaRPr lang="en-US" sz="24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endParaRPr lang="en-US" sz="2400" dirty="0"/>
          </a:p>
          <a:p>
            <a:pPr>
              <a:lnSpc>
                <a:spcPct val="115000"/>
              </a:lnSpc>
            </a:pPr>
            <a:endParaRPr lang="en-US" sz="2400" dirty="0"/>
          </a:p>
          <a:p>
            <a:pPr>
              <a:lnSpc>
                <a:spcPct val="115000"/>
              </a:lnSpc>
            </a:pP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endParaRPr lang="en-US" sz="2400" dirty="0"/>
          </a:p>
          <a:p>
            <a:pPr marL="0" indent="0">
              <a:buSzTx/>
              <a:buFont typeface="Wingdings"/>
              <a:buNone/>
              <a:defRPr b="1"/>
            </a:pPr>
            <a:endParaRPr lang="en-US" b="0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AA22920-7C11-EE0C-2F63-07E6B4E89C90}"/>
              </a:ext>
            </a:extLst>
          </p:cNvPr>
          <p:cNvSpPr/>
          <p:nvPr/>
        </p:nvSpPr>
        <p:spPr>
          <a:xfrm>
            <a:off x="612648" y="59893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B6117A2C-EF0F-7F27-0732-76A376566C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026" y="3068821"/>
            <a:ext cx="3062326" cy="325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8962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Title 3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/>
          <a:p>
            <a:r>
              <a:rPr dirty="0"/>
              <a:t>Key Takeaways</a:t>
            </a:r>
          </a:p>
        </p:txBody>
      </p:sp>
      <p:sp>
        <p:nvSpPr>
          <p:cNvPr id="2245" name="Content Placeholder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 Content Hub is a self-serve way for teams to find and use brand-approved assets quickly.</a:t>
            </a:r>
          </a:p>
          <a:p>
            <a:r>
              <a:rPr lang="en-US" dirty="0"/>
              <a:t> Use metadata (title, description, tags/keywords, usage/rights, campaign/product) so assets are searchable  and reusable.</a:t>
            </a:r>
          </a:p>
          <a:p>
            <a:r>
              <a:rPr lang="en-US" dirty="0"/>
              <a:t> With auto-approval off, an upload isn’t broadly usable until it’s approved.</a:t>
            </a:r>
          </a:p>
          <a:p>
            <a:r>
              <a:rPr lang="en-US" dirty="0"/>
              <a:t> Approval happens in Assets View, then verify the asset is available back in Content Hub.</a:t>
            </a:r>
          </a:p>
          <a:p>
            <a:r>
              <a:rPr lang="en-US" dirty="0"/>
              <a:t> When enabled, Adobe Express lets users create quick, on-brand variations from approved assets.</a:t>
            </a:r>
          </a:p>
          <a:p>
            <a:pPr marL="182563" indent="-182563">
              <a:defRPr sz="2400"/>
            </a:pPr>
            <a:endParaRPr dirty="0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Title 1"/>
          <p:cNvSpPr txBox="1">
            <a:spLocks noGrp="1"/>
          </p:cNvSpPr>
          <p:nvPr>
            <p:ph type="title"/>
          </p:nvPr>
        </p:nvSpPr>
        <p:spPr>
          <a:xfrm>
            <a:off x="609600" y="264084"/>
            <a:ext cx="10972800" cy="946391"/>
          </a:xfrm>
          <a:prstGeom prst="rect">
            <a:avLst/>
          </a:prstGeom>
        </p:spPr>
        <p:txBody>
          <a:bodyPr/>
          <a:lstStyle/>
          <a:p>
            <a:r>
              <a:t>Questions?</a:t>
            </a:r>
          </a:p>
        </p:txBody>
      </p:sp>
      <p:sp>
        <p:nvSpPr>
          <p:cNvPr id="2252" name="TextBox 7"/>
          <p:cNvSpPr txBox="1"/>
          <p:nvPr/>
        </p:nvSpPr>
        <p:spPr>
          <a:xfrm>
            <a:off x="5172892" y="6079957"/>
            <a:ext cx="6363788" cy="24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t>Image by Ran Zheng</a:t>
            </a:r>
          </a:p>
        </p:txBody>
      </p:sp>
      <p:pic>
        <p:nvPicPr>
          <p:cNvPr id="2253" name="Picture 10" descr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2092569"/>
            <a:ext cx="10972800" cy="26728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Closer Slide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Adobe Template 2024">
  <a:themeElements>
    <a:clrScheme name="Adobe Template 2024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AA35B"/>
      </a:accent1>
      <a:accent2>
        <a:srgbClr val="3A63F9"/>
      </a:accent2>
      <a:accent3>
        <a:srgbClr val="FF66CC"/>
      </a:accent3>
      <a:accent4>
        <a:srgbClr val="FFA311"/>
      </a:accent4>
      <a:accent5>
        <a:srgbClr val="F3C600"/>
      </a:accent5>
      <a:accent6>
        <a:srgbClr val="EB1000"/>
      </a:accent6>
      <a:hlink>
        <a:srgbClr val="0000FF"/>
      </a:hlink>
      <a:folHlink>
        <a:srgbClr val="FF00FF"/>
      </a:folHlink>
    </a:clrScheme>
    <a:fontScheme name="Adobe Template 2024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Adobe Template 202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dobe Clean"/>
            <a:ea typeface="Adobe Clean"/>
            <a:cs typeface="Adobe Clean"/>
            <a:sym typeface="Adobe Cle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dobe Clean"/>
            <a:ea typeface="Adobe Clean"/>
            <a:cs typeface="Adobe Clean"/>
            <a:sym typeface="Adobe Cle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Adobe Template 2024">
  <a:themeElements>
    <a:clrScheme name="Adobe Template 2024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AA35B"/>
      </a:accent1>
      <a:accent2>
        <a:srgbClr val="3A63F9"/>
      </a:accent2>
      <a:accent3>
        <a:srgbClr val="FF66CC"/>
      </a:accent3>
      <a:accent4>
        <a:srgbClr val="FFA311"/>
      </a:accent4>
      <a:accent5>
        <a:srgbClr val="F3C600"/>
      </a:accent5>
      <a:accent6>
        <a:srgbClr val="EB1000"/>
      </a:accent6>
      <a:hlink>
        <a:srgbClr val="0000FF"/>
      </a:hlink>
      <a:folHlink>
        <a:srgbClr val="FF00FF"/>
      </a:folHlink>
    </a:clrScheme>
    <a:fontScheme name="Adobe Template 2024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Adobe Template 202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dobe Clean"/>
            <a:ea typeface="Adobe Clean"/>
            <a:cs typeface="Adobe Clean"/>
            <a:sym typeface="Adobe Cle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dobe Clean"/>
            <a:ea typeface="Adobe Clean"/>
            <a:cs typeface="Adobe Clean"/>
            <a:sym typeface="Adobe Cle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607</Words>
  <Application>Microsoft Macintosh PowerPoint</Application>
  <PresentationFormat>Widescreen</PresentationFormat>
  <Paragraphs>81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Adobe Clean</vt:lpstr>
      <vt:lpstr>Arial</vt:lpstr>
      <vt:lpstr>Calibri</vt:lpstr>
      <vt:lpstr>Wingdings</vt:lpstr>
      <vt:lpstr>Adobe Template 2024</vt:lpstr>
      <vt:lpstr>Working with the new AEM Assets View</vt:lpstr>
      <vt:lpstr>Section 5 Content Hub</vt:lpstr>
      <vt:lpstr>Introducing Content Hub</vt:lpstr>
      <vt:lpstr>Why Content Hub matters</vt:lpstr>
      <vt:lpstr>Where Content Hub fits</vt:lpstr>
      <vt:lpstr>Life of an Asset via Content Hub</vt:lpstr>
      <vt:lpstr>Asset Approval (revisited)</vt:lpstr>
      <vt:lpstr>Asset Approval</vt:lpstr>
      <vt:lpstr>Verify approval back in Content Hub</vt:lpstr>
      <vt:lpstr>Exercise 5.1: Upload Asset via Content Hub</vt:lpstr>
      <vt:lpstr>Exercise 5.2: Approve and Check</vt:lpstr>
      <vt:lpstr>Adobe Express integration (overview)</vt:lpstr>
      <vt:lpstr>Key Takeaways</vt:lpstr>
      <vt:lpstr>Questions?</vt:lpstr>
      <vt:lpstr>Closer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Iain Maguire</cp:lastModifiedBy>
  <cp:revision>7</cp:revision>
  <dcterms:modified xsi:type="dcterms:W3CDTF">2026-02-03T21:24:44Z</dcterms:modified>
</cp:coreProperties>
</file>