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Adobe Clean"/>
        <a:ea typeface="Adobe Clean"/>
        <a:cs typeface="Adobe Clean"/>
        <a:sym typeface="Adobe Clean"/>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Adobe Clean"/>
        <a:ea typeface="Adobe Clean"/>
        <a:cs typeface="Adobe Clean"/>
        <a:sym typeface="Adobe Clean"/>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Adobe Clean"/>
        <a:ea typeface="Adobe Clean"/>
        <a:cs typeface="Adobe Clean"/>
        <a:sym typeface="Adobe Clean"/>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Adobe Clean"/>
        <a:ea typeface="Adobe Clean"/>
        <a:cs typeface="Adobe Clean"/>
        <a:sym typeface="Adobe Clean"/>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Adobe Clean"/>
        <a:ea typeface="Adobe Clean"/>
        <a:cs typeface="Adobe Clean"/>
        <a:sym typeface="Adobe Clean"/>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Adobe Clean"/>
        <a:ea typeface="Adobe Clean"/>
        <a:cs typeface="Adobe Clean"/>
        <a:sym typeface="Adobe Clean"/>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Adobe Clean"/>
        <a:ea typeface="Adobe Clean"/>
        <a:cs typeface="Adobe Clean"/>
        <a:sym typeface="Adobe Clean"/>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Adobe Clean"/>
        <a:ea typeface="Adobe Clean"/>
        <a:cs typeface="Adobe Clean"/>
        <a:sym typeface="Adobe Clean"/>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Adobe Clean"/>
        <a:ea typeface="Adobe Clean"/>
        <a:cs typeface="Adobe Clean"/>
        <a:sym typeface="Adobe Clean"/>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6595509-A399-7D42-912C-C6725F0D9D59}" v="5" dt="2026-01-01T16:56:09.294"/>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
          <a:latin typeface="Adobe Clean"/>
          <a:ea typeface="Adobe Clean"/>
          <a:cs typeface="Adobe Clean"/>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wholeTbl>
    <a:band2H>
      <a:tcTxStyle/>
      <a:tcStyle>
        <a:tcBdr/>
        <a:fill>
          <a:solidFill>
            <a:srgbClr val="FFFFFF"/>
          </a:solidFill>
        </a:fill>
      </a:tcStyle>
    </a:band2H>
    <a:firstCol>
      <a:tcTxStyle b="off" i="off">
        <a:font>
          <a:latin typeface="Adobe Clean"/>
          <a:ea typeface="Adobe Clean"/>
          <a:cs typeface="Adobe Clean"/>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Col>
    <a:lastRow>
      <a:tcTxStyle b="off" i="off">
        <a:font>
          <a:latin typeface="Adobe Clean"/>
          <a:ea typeface="Adobe Clean"/>
          <a:cs typeface="Adobe Clean"/>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ff" i="off">
        <a:font>
          <a:latin typeface="Adobe Clean"/>
          <a:ea typeface="Adobe Clean"/>
          <a:cs typeface="Adobe Clean"/>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 styleId="{C7B018BB-80A7-4F77-B60F-C8B233D01FF8}" styleName="">
    <a:tblBg/>
    <a:wholeTbl>
      <a:tcTxStyle b="off" i="off">
        <a:font>
          <a:latin typeface="Adobe Clean"/>
          <a:ea typeface="Adobe Clean"/>
          <a:cs typeface="Adobe Clean"/>
        </a:font>
        <a:srgbClr val="000000"/>
      </a:tcTxStyle>
      <a:tcStyle>
        <a:tcBdr>
          <a:left>
            <a:ln w="12700" cap="flat">
              <a:noFill/>
              <a:miter lim="400000"/>
            </a:ln>
          </a:left>
          <a:right>
            <a:ln w="12700" cap="flat">
              <a:noFill/>
              <a:miter lim="400000"/>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
          <a:latin typeface="Adobe Clean"/>
          <a:ea typeface="Adobe Clean"/>
          <a:cs typeface="Adobe Clean"/>
        </a:font>
        <a:srgbClr val="000000"/>
      </a:tcTxStyle>
      <a:tcStyle>
        <a:tcBdr>
          <a:left>
            <a:ln w="12700" cap="flat">
              <a:solidFill>
                <a:srgbClr val="000000"/>
              </a:solidFill>
              <a:prstDash val="solid"/>
              <a:round/>
            </a:ln>
          </a:left>
          <a:right>
            <a:ln w="12700" cap="flat">
              <a:noFill/>
              <a:miter lim="400000"/>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E6E6E6"/>
          </a:solidFill>
        </a:fill>
      </a:tcStyle>
    </a:firstCol>
    <a:lastRow>
      <a:tcTxStyle b="on" i="off">
        <a:font>
          <a:latin typeface="Adobe Clean"/>
          <a:ea typeface="Adobe Clean"/>
          <a:cs typeface="Adobe Clean"/>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127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Adobe Clean"/>
          <a:ea typeface="Adobe Clean"/>
          <a:cs typeface="Adobe Clean"/>
        </a:font>
        <a:srgbClr val="FFFFFF"/>
      </a:tcTxStyle>
      <a:tcStyle>
        <a:tcBdr>
          <a:left>
            <a:ln w="12700" cap="flat">
              <a:noFill/>
              <a:miter lim="400000"/>
            </a:ln>
          </a:left>
          <a:right>
            <a:ln w="12700" cap="flat">
              <a:noFill/>
              <a:miter lim="400000"/>
            </a:ln>
          </a:right>
          <a:top>
            <a:ln w="12700" cap="flat">
              <a:solidFill>
                <a:srgbClr val="000000"/>
              </a:solidFill>
              <a:prstDash val="solid"/>
              <a:round/>
            </a:ln>
          </a:top>
          <a:bottom>
            <a:ln w="12700" cap="flat">
              <a:solidFill>
                <a:srgbClr val="000000"/>
              </a:solidFill>
              <a:prstDash val="solid"/>
              <a:round/>
            </a:ln>
          </a:bottom>
          <a:insideH>
            <a:ln w="12700" cap="flat">
              <a:noFill/>
              <a:miter lim="400000"/>
            </a:ln>
          </a:insideH>
          <a:insideV>
            <a:ln w="12700" cap="flat">
              <a:noFill/>
              <a:miter lim="400000"/>
            </a:ln>
          </a:insideV>
        </a:tcBdr>
        <a:fill>
          <a:solidFill>
            <a:srgbClr val="000000"/>
          </a:solidFill>
        </a:fill>
      </a:tcStyle>
    </a:firstRow>
  </a:tblStyle>
  <a:tblStyle styleId="{EEE7283C-3CF3-47DC-8721-378D4A62B228}" styleName="">
    <a:tblBg/>
    <a:wholeTbl>
      <a:tcTxStyle b="off" i="off">
        <a:font>
          <a:latin typeface="Adobe Clean"/>
          <a:ea typeface="Adobe Clean"/>
          <a:cs typeface="Adobe Clean"/>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E0D0"/>
          </a:solidFill>
        </a:fill>
      </a:tcStyle>
    </a:wholeTbl>
    <a:band2H>
      <a:tcTxStyle/>
      <a:tcStyle>
        <a:tcBdr/>
        <a:fill>
          <a:solidFill>
            <a:srgbClr val="E6F0E9"/>
          </a:solidFill>
        </a:fill>
      </a:tcStyle>
    </a:band2H>
    <a:firstCol>
      <a:tcTxStyle b="on" i="off">
        <a:font>
          <a:latin typeface="Adobe Clean"/>
          <a:ea typeface="Adobe Clean"/>
          <a:cs typeface="Adobe Clean"/>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
          <a:latin typeface="Adobe Clean"/>
          <a:ea typeface="Adobe Clean"/>
          <a:cs typeface="Adobe Clean"/>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
          <a:latin typeface="Adobe Clean"/>
          <a:ea typeface="Adobe Clean"/>
          <a:cs typeface="Adobe Clean"/>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F821DB8-F4EB-4A41-A1BA-3FCAFE7338EE}" styleName="">
    <a:tblBg/>
    <a:wholeTbl>
      <a:tcTxStyle b="off" i="off">
        <a:font>
          <a:latin typeface="Adobe Clean"/>
          <a:ea typeface="Adobe Clean"/>
          <a:cs typeface="Adobe Clean"/>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FD2EC"/>
          </a:solidFill>
        </a:fill>
      </a:tcStyle>
    </a:wholeTbl>
    <a:band2H>
      <a:tcTxStyle/>
      <a:tcStyle>
        <a:tcBdr/>
        <a:fill>
          <a:solidFill>
            <a:srgbClr val="FFEAF6"/>
          </a:solidFill>
        </a:fill>
      </a:tcStyle>
    </a:band2H>
    <a:firstCol>
      <a:tcTxStyle b="on" i="off">
        <a:font>
          <a:latin typeface="Adobe Clean"/>
          <a:ea typeface="Adobe Clean"/>
          <a:cs typeface="Adobe Clean"/>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
          <a:latin typeface="Adobe Clean"/>
          <a:ea typeface="Adobe Clean"/>
          <a:cs typeface="Adobe Clean"/>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
          <a:latin typeface="Adobe Clean"/>
          <a:ea typeface="Adobe Clean"/>
          <a:cs typeface="Adobe Clean"/>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33BA23B1-9221-436E-865A-0063620EA4FD}" styleName="">
    <a:tblBg/>
    <a:wholeTbl>
      <a:tcTxStyle b="off" i="off">
        <a:font>
          <a:latin typeface="Adobe Clean"/>
          <a:ea typeface="Adobe Clean"/>
          <a:cs typeface="Adobe Clean"/>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7CACA"/>
          </a:solidFill>
        </a:fill>
      </a:tcStyle>
    </a:wholeTbl>
    <a:band2H>
      <a:tcTxStyle/>
      <a:tcStyle>
        <a:tcBdr/>
        <a:fill>
          <a:solidFill>
            <a:srgbClr val="FBE6E6"/>
          </a:solidFill>
        </a:fill>
      </a:tcStyle>
    </a:band2H>
    <a:firstCol>
      <a:tcTxStyle b="on" i="off">
        <a:font>
          <a:latin typeface="Adobe Clean"/>
          <a:ea typeface="Adobe Clean"/>
          <a:cs typeface="Adobe Clean"/>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
          <a:latin typeface="Adobe Clean"/>
          <a:ea typeface="Adobe Clean"/>
          <a:cs typeface="Adobe Clean"/>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
          <a:latin typeface="Adobe Clean"/>
          <a:ea typeface="Adobe Clean"/>
          <a:cs typeface="Adobe Clean"/>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2708684C-4D16-4618-839F-0558EEFCDFE6}" styleName="">
    <a:tblBg/>
    <a:wholeTbl>
      <a:tcTxStyle b="off" i="off">
        <a:font>
          <a:latin typeface="Adobe Clean"/>
          <a:ea typeface="Adobe Clean"/>
          <a:cs typeface="Adobe Clean"/>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
          <a:latin typeface="Adobe Clean"/>
          <a:ea typeface="Adobe Clean"/>
          <a:cs typeface="Adobe Clean"/>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Adobe Clean"/>
          <a:ea typeface="Adobe Clean"/>
          <a:cs typeface="Adobe Clean"/>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Adobe Clean"/>
          <a:ea typeface="Adobe Clean"/>
          <a:cs typeface="Adobe Clean"/>
        </a:font>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77260"/>
  </p:normalViewPr>
  <p:slideViewPr>
    <p:cSldViewPr snapToGrid="0">
      <p:cViewPr varScale="1">
        <p:scale>
          <a:sx n="83" d="100"/>
          <a:sy n="83" d="100"/>
        </p:scale>
        <p:origin x="1032" y="48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 Freeman" userId="d6ef3ace-a6c4-4c84-b6f0-a3d322b1f21e" providerId="ADAL" clId="{11E9E0AD-ABC9-5523-A49A-976A73C7305E}"/>
    <pc:docChg chg="modSld">
      <pc:chgData name="Rob Freeman" userId="d6ef3ace-a6c4-4c84-b6f0-a3d322b1f21e" providerId="ADAL" clId="{11E9E0AD-ABC9-5523-A49A-976A73C7305E}" dt="2026-01-01T16:56:09.294" v="317"/>
      <pc:docMkLst>
        <pc:docMk/>
      </pc:docMkLst>
      <pc:sldChg chg="modSp mod">
        <pc:chgData name="Rob Freeman" userId="d6ef3ace-a6c4-4c84-b6f0-a3d322b1f21e" providerId="ADAL" clId="{11E9E0AD-ABC9-5523-A49A-976A73C7305E}" dt="2026-01-01T16:50:33.816" v="311" actId="14861"/>
        <pc:sldMkLst>
          <pc:docMk/>
          <pc:sldMk cId="0" sldId="263"/>
        </pc:sldMkLst>
        <pc:picChg chg="mod">
          <ac:chgData name="Rob Freeman" userId="d6ef3ace-a6c4-4c84-b6f0-a3d322b1f21e" providerId="ADAL" clId="{11E9E0AD-ABC9-5523-A49A-976A73C7305E}" dt="2026-01-01T16:50:33.816" v="311" actId="14861"/>
          <ac:picMkLst>
            <pc:docMk/>
            <pc:sldMk cId="0" sldId="263"/>
            <ac:picMk id="1934" creationId="{00000000-0000-0000-0000-000000000000}"/>
          </ac:picMkLst>
        </pc:picChg>
        <pc:picChg chg="mod">
          <ac:chgData name="Rob Freeman" userId="d6ef3ace-a6c4-4c84-b6f0-a3d322b1f21e" providerId="ADAL" clId="{11E9E0AD-ABC9-5523-A49A-976A73C7305E}" dt="2026-01-01T15:15:10.028" v="49" actId="14861"/>
          <ac:picMkLst>
            <pc:docMk/>
            <pc:sldMk cId="0" sldId="263"/>
            <ac:picMk id="1935" creationId="{00000000-0000-0000-0000-000000000000}"/>
          </ac:picMkLst>
        </pc:picChg>
        <pc:picChg chg="mod">
          <ac:chgData name="Rob Freeman" userId="d6ef3ace-a6c4-4c84-b6f0-a3d322b1f21e" providerId="ADAL" clId="{11E9E0AD-ABC9-5523-A49A-976A73C7305E}" dt="2026-01-01T15:15:10.028" v="49" actId="14861"/>
          <ac:picMkLst>
            <pc:docMk/>
            <pc:sldMk cId="0" sldId="263"/>
            <ac:picMk id="1936" creationId="{00000000-0000-0000-0000-000000000000}"/>
          </ac:picMkLst>
        </pc:picChg>
      </pc:sldChg>
      <pc:sldChg chg="modAnim">
        <pc:chgData name="Rob Freeman" userId="d6ef3ace-a6c4-4c84-b6f0-a3d322b1f21e" providerId="ADAL" clId="{11E9E0AD-ABC9-5523-A49A-976A73C7305E}" dt="2026-01-01T16:53:02.117" v="315"/>
        <pc:sldMkLst>
          <pc:docMk/>
          <pc:sldMk cId="0" sldId="288"/>
        </pc:sldMkLst>
      </pc:sldChg>
      <pc:sldChg chg="modSp mod">
        <pc:chgData name="Rob Freeman" userId="d6ef3ace-a6c4-4c84-b6f0-a3d322b1f21e" providerId="ADAL" clId="{11E9E0AD-ABC9-5523-A49A-976A73C7305E}" dt="2026-01-01T16:54:43.380" v="316" actId="1076"/>
        <pc:sldMkLst>
          <pc:docMk/>
          <pc:sldMk cId="0" sldId="299"/>
        </pc:sldMkLst>
        <pc:picChg chg="mod">
          <ac:chgData name="Rob Freeman" userId="d6ef3ace-a6c4-4c84-b6f0-a3d322b1f21e" providerId="ADAL" clId="{11E9E0AD-ABC9-5523-A49A-976A73C7305E}" dt="2026-01-01T16:54:43.380" v="316" actId="1076"/>
          <ac:picMkLst>
            <pc:docMk/>
            <pc:sldMk cId="0" sldId="299"/>
            <ac:picMk id="2215" creationId="{00000000-0000-0000-0000-000000000000}"/>
          </ac:picMkLst>
        </pc:picChg>
      </pc:sldChg>
      <pc:sldChg chg="modAnim">
        <pc:chgData name="Rob Freeman" userId="d6ef3ace-a6c4-4c84-b6f0-a3d322b1f21e" providerId="ADAL" clId="{11E9E0AD-ABC9-5523-A49A-976A73C7305E}" dt="2026-01-01T16:56:09.294" v="317"/>
        <pc:sldMkLst>
          <pc:docMk/>
          <pc:sldMk cId="0" sldId="30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902" name="Shape 1902"/>
          <p:cNvSpPr>
            <a:spLocks noGrp="1" noRot="1" noChangeAspect="1"/>
          </p:cNvSpPr>
          <p:nvPr>
            <p:ph type="sldImg"/>
          </p:nvPr>
        </p:nvSpPr>
        <p:spPr>
          <a:xfrm>
            <a:off x="1143000" y="685800"/>
            <a:ext cx="4572000" cy="3429000"/>
          </a:xfrm>
          <a:prstGeom prst="rect">
            <a:avLst/>
          </a:prstGeom>
        </p:spPr>
        <p:txBody>
          <a:bodyPr/>
          <a:lstStyle/>
          <a:p>
            <a:endParaRPr/>
          </a:p>
        </p:txBody>
      </p:sp>
      <p:sp>
        <p:nvSpPr>
          <p:cNvPr id="1903" name="Shape 1903"/>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5" name="Shape 1915"/>
          <p:cNvSpPr>
            <a:spLocks noGrp="1" noRot="1" noChangeAspect="1"/>
          </p:cNvSpPr>
          <p:nvPr>
            <p:ph type="sldImg"/>
          </p:nvPr>
        </p:nvSpPr>
        <p:spPr>
          <a:prstGeom prst="rect">
            <a:avLst/>
          </a:prstGeom>
        </p:spPr>
        <p:txBody>
          <a:bodyPr/>
          <a:lstStyle/>
          <a:p>
            <a:endParaRPr/>
          </a:p>
        </p:txBody>
      </p:sp>
      <p:sp>
        <p:nvSpPr>
          <p:cNvPr id="1916" name="Shape 1916"/>
          <p:cNvSpPr>
            <a:spLocks noGrp="1"/>
          </p:cNvSpPr>
          <p:nvPr>
            <p:ph type="body" sz="quarter" idx="1"/>
          </p:nvPr>
        </p:nvSpPr>
        <p:spPr>
          <a:prstGeom prst="rect">
            <a:avLst/>
          </a:prstGeom>
        </p:spPr>
        <p:txBody>
          <a:bodyPr/>
          <a:lstStyle/>
          <a:p>
            <a:r>
              <a:t>Let’s make something short as accelerator needs to be straight to the point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0" name="Shape 1920"/>
          <p:cNvSpPr>
            <a:spLocks noGrp="1" noRot="1" noChangeAspect="1"/>
          </p:cNvSpPr>
          <p:nvPr>
            <p:ph type="sldImg"/>
          </p:nvPr>
        </p:nvSpPr>
        <p:spPr>
          <a:prstGeom prst="rect">
            <a:avLst/>
          </a:prstGeom>
        </p:spPr>
        <p:txBody>
          <a:bodyPr/>
          <a:lstStyle/>
          <a:p>
            <a:endParaRPr/>
          </a:p>
        </p:txBody>
      </p:sp>
      <p:sp>
        <p:nvSpPr>
          <p:cNvPr id="1921" name="Shape 1921"/>
          <p:cNvSpPr>
            <a:spLocks noGrp="1"/>
          </p:cNvSpPr>
          <p:nvPr>
            <p:ph type="body" sz="quarter" idx="1"/>
          </p:nvPr>
        </p:nvSpPr>
        <p:spPr>
          <a:prstGeom prst="rect">
            <a:avLst/>
          </a:prstGeom>
        </p:spPr>
        <p:txBody>
          <a:bodyPr/>
          <a:lstStyle/>
          <a:p>
            <a:pPr>
              <a:defRPr>
                <a:latin typeface="Adobe Clean"/>
                <a:ea typeface="Adobe Clean"/>
                <a:cs typeface="Adobe Clean"/>
                <a:sym typeface="Adobe Clean"/>
              </a:defRPr>
            </a:pPr>
            <a:r>
              <a:t>(i</a:t>
            </a:r>
            <a:r>
              <a:rPr>
                <a:latin typeface="+mn-lt"/>
                <a:ea typeface="+mn-ea"/>
                <a:cs typeface="+mn-cs"/>
                <a:sym typeface="Calibri"/>
              </a:rPr>
              <a:t>Before we dive in, please note the important legal information presented here.</a:t>
            </a:r>
          </a:p>
          <a:p>
            <a:br/>
            <a:endParaRPr/>
          </a:p>
          <a:p>
            <a:r>
              <a:t>The content we'll cover is intended only for those enrolled in this training - so you!</a:t>
            </a:r>
          </a:p>
          <a:p>
            <a:br/>
            <a:endParaRPr/>
          </a:p>
          <a:p>
            <a:r>
              <a:t>Please do not record, reproduce, or share this material, including any URLs or account information.</a:t>
            </a:r>
          </a:p>
          <a:p>
            <a:br/>
            <a:endParaRPr/>
          </a:p>
          <a:p>
            <a:r>
              <a:t>Adobe makes every effort to provide accurate and up-to-date content, but always refer to the latest official documentation for any updates - Assets View is moving fast and it is very difficult for everyone - us included, to keep up.</a:t>
            </a:r>
          </a:p>
          <a:p>
            <a:br/>
            <a:endParaRPr/>
          </a:p>
          <a:p>
            <a:r>
              <a:t>Let's ensure we respect these guidelines throughout the course.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0" name="Shape 1930"/>
          <p:cNvSpPr>
            <a:spLocks noGrp="1" noRot="1" noChangeAspect="1"/>
          </p:cNvSpPr>
          <p:nvPr>
            <p:ph type="sldImg"/>
          </p:nvPr>
        </p:nvSpPr>
        <p:spPr>
          <a:prstGeom prst="rect">
            <a:avLst/>
          </a:prstGeom>
        </p:spPr>
        <p:txBody>
          <a:bodyPr/>
          <a:lstStyle/>
          <a:p>
            <a:endParaRPr/>
          </a:p>
        </p:txBody>
      </p:sp>
      <p:sp>
        <p:nvSpPr>
          <p:cNvPr id="1931" name="Shape 1931"/>
          <p:cNvSpPr>
            <a:spLocks noGrp="1"/>
          </p:cNvSpPr>
          <p:nvPr>
            <p:ph type="body" sz="quarter" idx="1"/>
          </p:nvPr>
        </p:nvSpPr>
        <p:spPr>
          <a:prstGeom prst="rect">
            <a:avLst/>
          </a:prstGeom>
        </p:spPr>
        <p:txBody>
          <a:bodyPr/>
          <a:lstStyle/>
          <a:p>
            <a:pPr>
              <a:defRPr sz="1700"/>
            </a:pPr>
            <a:r>
              <a:t>Before we touch the UI, I want to solve a common source of confusion that comes up very often when people start getting to grips with the new Assets landscape.</a:t>
            </a:r>
          </a:p>
          <a:p>
            <a:pPr>
              <a:defRPr sz="1700"/>
            </a:pPr>
            <a:endParaRPr/>
          </a:p>
          <a:p>
            <a:pPr>
              <a:defRPr sz="1700"/>
            </a:pPr>
            <a:r>
              <a:t>People hear “Assets View” and “Assets Essentials”, and because the UI looks similar, they assume it’s the same product or the same capability set. Then they read documentation and get even more confused — because a lot of docs written for Essentials are also valid for Assets View, and sometimes the other way around.</a:t>
            </a:r>
          </a:p>
          <a:p>
            <a:pPr>
              <a:defRPr sz="1700"/>
            </a:pPr>
            <a:endParaRPr/>
          </a:p>
          <a:p>
            <a:pPr>
              <a:defRPr sz="1700"/>
            </a:pPr>
            <a:r>
              <a:t>So, for the next two slides, don’t think “features”. Think “ecosystem”.</a:t>
            </a:r>
          </a:p>
          <a:p>
            <a:pPr>
              <a:defRPr sz="1700"/>
            </a:pPr>
            <a:r>
              <a:t>Where does this DAM sit? What is it connected to? What kinds of teams use it?</a:t>
            </a:r>
          </a:p>
          <a:p>
            <a:pPr>
              <a:defRPr sz="1700"/>
            </a:pPr>
            <a:endParaRPr/>
          </a:p>
          <a:p>
            <a:pPr>
              <a:defRPr sz="1700"/>
            </a:pPr>
            <a:r>
              <a:t>If you get this mental model right, everything else in the course becomes easier — especially when we talk about things like Dynamic Media, Content Hub, APIs, and customisation.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0" name="Shape 1940"/>
          <p:cNvSpPr>
            <a:spLocks noGrp="1" noRot="1" noChangeAspect="1"/>
          </p:cNvSpPr>
          <p:nvPr>
            <p:ph type="sldImg"/>
          </p:nvPr>
        </p:nvSpPr>
        <p:spPr>
          <a:xfrm>
            <a:off x="381000" y="685800"/>
            <a:ext cx="6096000" cy="3429000"/>
          </a:xfrm>
          <a:prstGeom prst="rect">
            <a:avLst/>
          </a:prstGeom>
        </p:spPr>
        <p:txBody>
          <a:bodyPr/>
          <a:lstStyle/>
          <a:p>
            <a:endParaRPr/>
          </a:p>
        </p:txBody>
      </p:sp>
      <p:sp>
        <p:nvSpPr>
          <p:cNvPr id="1941" name="Shape 1941"/>
          <p:cNvSpPr>
            <a:spLocks noGrp="1"/>
          </p:cNvSpPr>
          <p:nvPr>
            <p:ph type="body" sz="quarter" idx="1"/>
          </p:nvPr>
        </p:nvSpPr>
        <p:spPr>
          <a:prstGeom prst="rect">
            <a:avLst/>
          </a:prstGeom>
        </p:spPr>
        <p:txBody>
          <a:bodyPr/>
          <a:lstStyle/>
          <a:p>
            <a:pPr>
              <a:defRPr sz="1500"/>
            </a:pPr>
            <a:r>
              <a:rPr dirty="0"/>
              <a:t>Let’s first look at Assets Essentials Essentials </a:t>
            </a:r>
          </a:p>
          <a:p>
            <a:pPr>
              <a:defRPr sz="1500"/>
            </a:pPr>
            <a:endParaRPr dirty="0"/>
          </a:p>
          <a:p>
            <a:pPr>
              <a:defRPr sz="1500"/>
            </a:pPr>
            <a:r>
              <a:rPr dirty="0"/>
              <a:t>What you’re seeing in the middle of this slide is a screenshot of the Assets Essentials UI.</a:t>
            </a:r>
          </a:p>
          <a:p>
            <a:pPr>
              <a:defRPr sz="1500"/>
            </a:pPr>
            <a:endParaRPr dirty="0"/>
          </a:p>
          <a:p>
            <a:pPr>
              <a:defRPr sz="1500"/>
            </a:pPr>
            <a:r>
              <a:rPr dirty="0"/>
              <a:t>If you’ve already seen Assets View, you will probably notice that it looks almost identical to Assets View in full AEM Assets.</a:t>
            </a:r>
          </a:p>
          <a:p>
            <a:pPr>
              <a:defRPr sz="1500"/>
            </a:pPr>
            <a:endParaRPr dirty="0"/>
          </a:p>
          <a:p>
            <a:pPr>
              <a:defRPr sz="1500"/>
            </a:pPr>
            <a:r>
              <a:rPr dirty="0"/>
              <a:t>That’s not an accident.</a:t>
            </a:r>
          </a:p>
          <a:p>
            <a:pPr>
              <a:defRPr sz="1500"/>
            </a:pPr>
            <a:r>
              <a:rPr dirty="0"/>
              <a:t>Adobe intentionally uses the same user experience so users don’t have to relearn how to work with assets.</a:t>
            </a:r>
          </a:p>
          <a:p>
            <a:pPr>
              <a:defRPr sz="1500"/>
            </a:pPr>
            <a:endParaRPr dirty="0"/>
          </a:p>
          <a:p>
            <a:pPr>
              <a:defRPr sz="1500"/>
            </a:pPr>
            <a:r>
              <a:rPr dirty="0"/>
              <a:t>Where Assets Essentials differs is not the UI — it’s the sophistication and flexibility of the underlying assets system, and the context it lives in.</a:t>
            </a:r>
          </a:p>
          <a:p>
            <a:pPr>
              <a:defRPr sz="1500"/>
            </a:pPr>
            <a:endParaRPr dirty="0"/>
          </a:p>
          <a:p>
            <a:pPr>
              <a:defRPr sz="1500"/>
            </a:pPr>
            <a:r>
              <a:rPr dirty="0"/>
              <a:t>Assets Essentials is typically used as a central asset service for Adobe solutions, for example the slide shows an Assets Essentials image used in Express on the lower right of the slide, and the full Assets Essentials UI embedded in Journey </a:t>
            </a:r>
            <a:r>
              <a:rPr dirty="0" err="1"/>
              <a:t>Optimiser</a:t>
            </a:r>
            <a:r>
              <a:rPr dirty="0"/>
              <a:t>.  Here it could be used for managing assets for marketing campaigns.</a:t>
            </a:r>
            <a:br>
              <a:rPr dirty="0"/>
            </a:br>
            <a:endParaRPr dirty="0"/>
          </a:p>
          <a:p>
            <a:pPr>
              <a:defRPr sz="1500"/>
            </a:pPr>
            <a:r>
              <a:rPr dirty="0"/>
              <a:t>Assets can be stored in Assets Essentials and then consumed by other Adobe tools where no significant management process is needed, just a simple asset manager.</a:t>
            </a:r>
          </a:p>
          <a:p>
            <a:pPr>
              <a:defRPr sz="1500"/>
            </a:pPr>
            <a:endParaRPr dirty="0"/>
          </a:p>
          <a:p>
            <a:pPr>
              <a:defRPr sz="1500"/>
            </a:pPr>
            <a:r>
              <a:rPr dirty="0"/>
              <a:t>In this kind of setup, the DAM supports those tools, rather than acting as the </a:t>
            </a:r>
            <a:r>
              <a:rPr dirty="0" err="1"/>
              <a:t>centre</a:t>
            </a:r>
            <a:r>
              <a:rPr dirty="0"/>
              <a:t> of a large enterprise architecture.</a:t>
            </a:r>
          </a:p>
          <a:p>
            <a:pPr>
              <a:defRPr sz="1500"/>
            </a:pP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1" name="Shape 1971"/>
          <p:cNvSpPr>
            <a:spLocks noGrp="1" noRot="1" noChangeAspect="1"/>
          </p:cNvSpPr>
          <p:nvPr>
            <p:ph type="sldImg"/>
          </p:nvPr>
        </p:nvSpPr>
        <p:spPr>
          <a:prstGeom prst="rect">
            <a:avLst/>
          </a:prstGeom>
        </p:spPr>
        <p:txBody>
          <a:bodyPr/>
          <a:lstStyle/>
          <a:p>
            <a:endParaRPr/>
          </a:p>
        </p:txBody>
      </p:sp>
      <p:sp>
        <p:nvSpPr>
          <p:cNvPr id="1972" name="Shape 1972"/>
          <p:cNvSpPr>
            <a:spLocks noGrp="1"/>
          </p:cNvSpPr>
          <p:nvPr>
            <p:ph type="body" sz="quarter" idx="1"/>
          </p:nvPr>
        </p:nvSpPr>
        <p:spPr>
          <a:prstGeom prst="rect">
            <a:avLst/>
          </a:prstGeom>
        </p:spPr>
        <p:txBody>
          <a:bodyPr/>
          <a:lstStyle/>
          <a:p>
            <a:pPr>
              <a:defRPr sz="1800"/>
            </a:pPr>
            <a:r>
              <a:t>Now let’s look at what a full AEM Assets system does. And here a near identical user interface,“Assets View”, is used to access a much more sophisticated underlying system.</a:t>
            </a:r>
          </a:p>
          <a:p>
            <a:pPr>
              <a:defRPr sz="1800"/>
            </a:pPr>
            <a:br/>
            <a:r>
              <a:t>This slide is deliberately busy — and that’s the point.</a:t>
            </a:r>
          </a:p>
          <a:p>
            <a:pPr>
              <a:defRPr sz="1800"/>
            </a:pPr>
            <a:endParaRPr/>
          </a:p>
          <a:p>
            <a:pPr>
              <a:defRPr sz="1800"/>
            </a:pPr>
            <a:r>
              <a:t>In full Adobe Experience Manager Assets, the DAM is not just supporting one tool or one team.</a:t>
            </a:r>
          </a:p>
          <a:p>
            <a:pPr>
              <a:defRPr sz="1800"/>
            </a:pPr>
            <a:r>
              <a:t>It sits at the centre of a complex enterprise ecosystem.</a:t>
            </a:r>
          </a:p>
          <a:p>
            <a:pPr>
              <a:defRPr sz="1800"/>
            </a:pPr>
            <a:endParaRPr/>
          </a:p>
          <a:p>
            <a:pPr>
              <a:defRPr sz="1800"/>
            </a:pPr>
            <a:r>
              <a:t>Assets come in from many places — creative tools, external agencies, automated imports, partner systems.</a:t>
            </a:r>
          </a:p>
          <a:p>
            <a:pPr>
              <a:defRPr sz="1800"/>
            </a:pPr>
            <a:r>
              <a:t>They’re processed, enriched, transformed, and governed inside AEM Assets, possibly with planning and lifecycle management through tools like Workfront</a:t>
            </a:r>
          </a:p>
          <a:p>
            <a:pPr>
              <a:defRPr sz="1800"/>
            </a:pPr>
            <a:endParaRPr/>
          </a:p>
          <a:p>
            <a:pPr>
              <a:defRPr sz="1800"/>
            </a:pPr>
            <a:r>
              <a:t>From there, assets flow out again:</a:t>
            </a:r>
          </a:p>
          <a:p>
            <a:pPr>
              <a:defRPr sz="1800"/>
            </a:pPr>
            <a:endParaRPr/>
          </a:p>
          <a:p>
            <a:pPr>
              <a:defRPr sz="1800"/>
            </a:pPr>
            <a:r>
              <a:t>To websites</a:t>
            </a:r>
          </a:p>
          <a:p>
            <a:pPr>
              <a:defRPr sz="1800"/>
            </a:pPr>
            <a:endParaRPr/>
          </a:p>
          <a:p>
            <a:pPr>
              <a:defRPr sz="1800"/>
            </a:pPr>
            <a:r>
              <a:t>To delivery services like Dynamic Media</a:t>
            </a:r>
          </a:p>
          <a:p>
            <a:pPr>
              <a:defRPr sz="1800"/>
            </a:pPr>
            <a:endParaRPr/>
          </a:p>
          <a:p>
            <a:pPr>
              <a:defRPr sz="1800"/>
            </a:pPr>
            <a:r>
              <a:t>To distribution portals like Content Hub</a:t>
            </a:r>
          </a:p>
          <a:p>
            <a:pPr>
              <a:defRPr sz="1800"/>
            </a:pPr>
            <a:endParaRPr/>
          </a:p>
          <a:p>
            <a:pPr>
              <a:defRPr sz="1800"/>
            </a:pPr>
            <a:r>
              <a:t>And to external systems through APIs</a:t>
            </a:r>
          </a:p>
          <a:p>
            <a:pPr>
              <a:defRPr sz="1800"/>
            </a:pPr>
            <a:endParaRPr/>
          </a:p>
          <a:p>
            <a:pPr>
              <a:defRPr sz="1800"/>
            </a:pPr>
            <a:r>
              <a:t>This is where you see capabilities that simply don’t exist in Assets Essentials:</a:t>
            </a:r>
          </a:p>
          <a:p>
            <a:pPr>
              <a:defRPr sz="1800"/>
            </a:pPr>
            <a:endParaRPr/>
          </a:p>
          <a:p>
            <a:pPr>
              <a:defRPr sz="1800"/>
            </a:pPr>
            <a:r>
              <a:t>advanced processing, Dynamic Media, deep customization, enterprise APIs, and complex integrations.</a:t>
            </a:r>
          </a:p>
          <a:p>
            <a:pPr>
              <a:defRPr sz="1800"/>
            </a:pPr>
            <a:endParaRPr/>
          </a:p>
          <a:p>
            <a:pPr>
              <a:defRPr sz="1800"/>
            </a:pPr>
            <a:r>
              <a:t>And importantly, users still work in a very similar UI — Assets View for everyday work, Admin View for configuration.</a:t>
            </a:r>
          </a:p>
          <a:p>
            <a:pPr>
              <a:defRPr sz="1800"/>
            </a:pPr>
            <a:r>
              <a:t>The interface might feel familiar, but the role of the DAM is completely different.</a:t>
            </a:r>
          </a:p>
          <a:p>
            <a:pPr>
              <a:defRPr sz="1800"/>
            </a:pPr>
            <a:endParaRPr/>
          </a:p>
          <a:p>
            <a:pPr>
              <a:defRPr sz="1800"/>
            </a:pPr>
            <a:r>
              <a:t>Assets Essentials supports simple Adobe assets use cases.</a:t>
            </a:r>
          </a:p>
          <a:p>
            <a:pPr>
              <a:defRPr sz="1800"/>
            </a:pPr>
            <a:endParaRPr/>
          </a:p>
          <a:p>
            <a:pPr>
              <a:defRPr sz="1800"/>
            </a:pPr>
            <a:r>
              <a:t>AEM Assets is the backbone of the digital ecosystem.</a:t>
            </a:r>
          </a:p>
          <a:p>
            <a:pPr>
              <a:defRPr sz="1800"/>
            </a:pPr>
            <a:endParaRPr/>
          </a:p>
          <a:p>
            <a:pPr>
              <a:defRPr sz="1800"/>
            </a:pPr>
            <a:r>
              <a:t>So if the previous slide felt clean and simple, this one should feel a bit overwhelming —</a:t>
            </a:r>
          </a:p>
          <a:p>
            <a:pPr>
              <a:defRPr sz="1800"/>
            </a:pPr>
            <a:r>
              <a:t>because that’s the reality of enterprise DAM.</a:t>
            </a:r>
            <a:br/>
            <a:br/>
            <a:r>
              <a:t>Now, one important practical warning — and this catches a lot of people out.</a:t>
            </a:r>
          </a:p>
          <a:p>
            <a:pPr>
              <a:defRPr sz="1500"/>
            </a:pPr>
            <a:endParaRPr/>
          </a:p>
          <a:p>
            <a:pPr>
              <a:defRPr sz="1500"/>
            </a:pPr>
            <a:r>
              <a:t>The documentation can be confusing.</a:t>
            </a:r>
          </a:p>
          <a:p>
            <a:pPr>
              <a:defRPr sz="1500"/>
            </a:pPr>
            <a:r>
              <a:t>A lot of documentation that is labelled Assets Essentials is actually 100% valid for Assets View in full AEM Assets — because the UI and user flows are the same.</a:t>
            </a:r>
          </a:p>
          <a:p>
            <a:pPr>
              <a:defRPr sz="1500"/>
            </a:pPr>
            <a:endParaRPr/>
          </a:p>
          <a:p>
            <a:pPr>
              <a:defRPr sz="1500"/>
            </a:pPr>
            <a:r>
              <a:t>Occasionally, the reverse is also true.</a:t>
            </a:r>
          </a:p>
          <a:p>
            <a:pPr>
              <a:defRPr sz="1500"/>
            </a:pPr>
            <a:r>
              <a:t>You might read Assets View documentation and realise it applies perfectly to Assets Essentials as well.</a:t>
            </a:r>
          </a:p>
          <a:p>
            <a:pPr>
              <a:defRPr sz="1500"/>
            </a:pPr>
            <a:endParaRPr/>
          </a:p>
          <a:p>
            <a:pPr>
              <a:defRPr sz="1500"/>
            </a:pPr>
            <a:r>
              <a:t>So when you read the docs, it’s important to ask:</a:t>
            </a:r>
          </a:p>
          <a:p>
            <a:pPr>
              <a:defRPr sz="1500"/>
            </a:pPr>
            <a:endParaRPr/>
          </a:p>
          <a:p>
            <a:pPr>
              <a:defRPr sz="1500"/>
            </a:pPr>
            <a:r>
              <a:t>Is this describing the UI, or is it describing the product context behind the UI?</a:t>
            </a:r>
            <a:br/>
            <a:br/>
            <a:br/>
            <a:r>
              <a:t>This overlap in documentation also applied to the training today.  We are assuming that we are working with a full AEM Assets system, but at least half of what we do today will also be relevant to Assets Essentials.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 name="Shape 1976"/>
          <p:cNvSpPr>
            <a:spLocks noGrp="1" noRot="1" noChangeAspect="1"/>
          </p:cNvSpPr>
          <p:nvPr>
            <p:ph type="sldImg"/>
          </p:nvPr>
        </p:nvSpPr>
        <p:spPr>
          <a:prstGeom prst="rect">
            <a:avLst/>
          </a:prstGeom>
        </p:spPr>
        <p:txBody>
          <a:bodyPr/>
          <a:lstStyle/>
          <a:p>
            <a:endParaRPr/>
          </a:p>
        </p:txBody>
      </p:sp>
      <p:sp>
        <p:nvSpPr>
          <p:cNvPr id="1977" name="Shape 1977"/>
          <p:cNvSpPr>
            <a:spLocks noGrp="1"/>
          </p:cNvSpPr>
          <p:nvPr>
            <p:ph type="body" sz="quarter" idx="1"/>
          </p:nvPr>
        </p:nvSpPr>
        <p:spPr>
          <a:prstGeom prst="rect">
            <a:avLst/>
          </a:prstGeom>
        </p:spPr>
        <p:txBody>
          <a:bodyPr/>
          <a:lstStyle/>
          <a:p>
            <a:pPr>
              <a:defRPr sz="1700"/>
            </a:pPr>
            <a:r>
              <a:t>In full AEM Assets as a Cloud Service, you effectively have two user experiences.</a:t>
            </a:r>
          </a:p>
          <a:p>
            <a:pPr>
              <a:defRPr sz="1700"/>
            </a:pPr>
            <a:endParaRPr/>
          </a:p>
          <a:p>
            <a:pPr>
              <a:defRPr sz="1700"/>
            </a:pPr>
            <a:r>
              <a:t>They are shown here</a:t>
            </a:r>
          </a:p>
          <a:p>
            <a:pPr>
              <a:defRPr sz="1700"/>
            </a:pPr>
            <a:endParaRPr/>
          </a:p>
          <a:p>
            <a:pPr>
              <a:defRPr sz="1700"/>
            </a:pPr>
            <a:r>
              <a:t>Admin View  on the left is designed for administration and control: schemas, workflow models, deep permissions, bulk operations, reporting and governance.</a:t>
            </a:r>
          </a:p>
          <a:p>
            <a:pPr>
              <a:defRPr sz="1700"/>
            </a:pPr>
            <a:endParaRPr/>
          </a:p>
          <a:p>
            <a:pPr>
              <a:defRPr sz="1700"/>
            </a:pPr>
            <a:r>
              <a:t>Assets View on the right  is designed for speed and usability: find, preview, download, share, light edits, collections, insights — the daily “asset work”.</a:t>
            </a:r>
          </a:p>
          <a:p>
            <a:pPr>
              <a:defRPr sz="1700"/>
            </a:pPr>
            <a:endParaRPr/>
          </a:p>
          <a:p>
            <a:pPr>
              <a:defRPr sz="1700"/>
            </a:pPr>
            <a:r>
              <a:t>The important reassurance: these are not two separate assets systems. They’re two views on the same underlying DAM repository.</a:t>
            </a:r>
          </a:p>
          <a:p>
            <a:pPr>
              <a:defRPr sz="1700"/>
            </a:pPr>
            <a:endParaRPr/>
          </a:p>
          <a:p>
            <a:pPr>
              <a:defRPr sz="1700"/>
            </a:pPr>
            <a:r>
              <a:t>If you upload an asset in Assets View, you’ll see it in Admin View. If you configure something in Admin View, it affects what users experience in Assets View — although sometimes in different ways.</a:t>
            </a:r>
          </a:p>
          <a:p>
            <a:pPr>
              <a:defRPr sz="1700"/>
            </a:pPr>
            <a:endParaRPr/>
          </a:p>
          <a:p>
            <a:pPr>
              <a:defRPr sz="1700"/>
            </a:pPr>
            <a:r>
              <a:t>During the course, we’ll keep coming back to this: “Am I doing work, or am I configuring the system?” That’s usually the best way to decide which UI to use.</a:t>
            </a:r>
          </a:p>
          <a:p>
            <a:pPr>
              <a:defRPr sz="1700"/>
            </a:pPr>
            <a:endParaRPr/>
          </a:p>
          <a:p>
            <a:pPr>
              <a:defRPr sz="1700"/>
            </a:pPr>
            <a:r>
              <a:t>A last point on the slide - switch view.  We use this function to move between the two views.  &gt;ou will see this in action in the exercises.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4" name="Shape 1984"/>
          <p:cNvSpPr>
            <a:spLocks noGrp="1" noRot="1" noChangeAspect="1"/>
          </p:cNvSpPr>
          <p:nvPr>
            <p:ph type="sldImg"/>
          </p:nvPr>
        </p:nvSpPr>
        <p:spPr>
          <a:prstGeom prst="rect">
            <a:avLst/>
          </a:prstGeom>
        </p:spPr>
        <p:txBody>
          <a:bodyPr/>
          <a:lstStyle/>
          <a:p>
            <a:endParaRPr/>
          </a:p>
        </p:txBody>
      </p:sp>
      <p:sp>
        <p:nvSpPr>
          <p:cNvPr id="1985" name="Shape 1985"/>
          <p:cNvSpPr>
            <a:spLocks noGrp="1"/>
          </p:cNvSpPr>
          <p:nvPr>
            <p:ph type="body" sz="quarter" idx="1"/>
          </p:nvPr>
        </p:nvSpPr>
        <p:spPr>
          <a:prstGeom prst="rect">
            <a:avLst/>
          </a:prstGeom>
        </p:spPr>
        <p:txBody>
          <a:bodyPr/>
          <a:lstStyle/>
          <a:p>
            <a:br/>
            <a:r>
              <a:t>A few quick facts about Assets View to set expectations.</a:t>
            </a:r>
          </a:p>
          <a:p>
            <a:endParaRPr/>
          </a:p>
          <a:p>
            <a:r>
              <a:t>It’s modern and responsive — it’s designed to feel like a contemporary web app, not a classic admin console.</a:t>
            </a:r>
          </a:p>
          <a:p>
            <a:endParaRPr/>
          </a:p>
          <a:p>
            <a:r>
              <a:t>It’s also shared across environments. In practice, that means you can select repositories from available environments — useful Ito those in roles where they touch dev, stage, and prod.  </a:t>
            </a:r>
          </a:p>
          <a:p>
            <a:endParaRPr/>
          </a:p>
          <a:p>
            <a:r>
              <a:t>It’s Cloud Service only — so if someone is on AMS or on-prem, Assets View won’t be there in the same way.</a:t>
            </a:r>
          </a:p>
          <a:p>
            <a:endParaRPr/>
          </a:p>
          <a:p>
            <a:r>
              <a:t>And: it’s deliberately less configurable than Admin View. That’s a trade-off: fewer deep customisations, but a more consistent and user-friendly experience.</a:t>
            </a:r>
          </a:p>
          <a:p>
            <a:endParaRPr/>
          </a:p>
          <a:p>
            <a:r>
              <a:t>So the message is: Assets View is where day-to-day work becomes faster — but deep admin power is still in Admin View.</a:t>
            </a:r>
          </a:p>
          <a:p>
            <a:endParaRPr/>
          </a:p>
          <a:p>
            <a:endParaRPr/>
          </a:p>
          <a:p>
            <a:endParaRPr/>
          </a:p>
          <a:p>
            <a:endParaRPr/>
          </a:p>
          <a:p>
            <a:endParaRPr/>
          </a:p>
          <a:p>
            <a:endParaRPr/>
          </a:p>
          <a:p>
            <a:endParaRPr/>
          </a:p>
          <a:p>
            <a:endParaRPr/>
          </a:p>
          <a:p>
            <a:endParaRPr/>
          </a:p>
          <a:p>
            <a:endParaRPr/>
          </a:p>
          <a:p>
            <a:endParaRPr/>
          </a:p>
          <a:p>
            <a:endParaRPr/>
          </a:p>
          <a:p>
            <a:endParaRPr/>
          </a:p>
          <a:p>
            <a:endParaRPr/>
          </a:p>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8" name="Shape 1988"/>
          <p:cNvSpPr>
            <a:spLocks noGrp="1" noRot="1" noChangeAspect="1"/>
          </p:cNvSpPr>
          <p:nvPr>
            <p:ph type="sldImg"/>
          </p:nvPr>
        </p:nvSpPr>
        <p:spPr>
          <a:prstGeom prst="rect">
            <a:avLst/>
          </a:prstGeom>
        </p:spPr>
        <p:txBody>
          <a:bodyPr/>
          <a:lstStyle/>
          <a:p>
            <a:endParaRPr/>
          </a:p>
        </p:txBody>
      </p:sp>
      <p:sp>
        <p:nvSpPr>
          <p:cNvPr id="1989" name="Shape 1989"/>
          <p:cNvSpPr>
            <a:spLocks noGrp="1"/>
          </p:cNvSpPr>
          <p:nvPr>
            <p:ph type="body" sz="quarter" idx="1"/>
          </p:nvPr>
        </p:nvSpPr>
        <p:spPr>
          <a:prstGeom prst="rect">
            <a:avLst/>
          </a:prstGeom>
        </p:spPr>
        <p:txBody>
          <a:bodyPr/>
          <a:lstStyle/>
          <a:p>
            <a:r>
              <a:t>We’re moving into UI foundations. I’ll keep this tight — we’ll run through the basics of the UI, then you’ll learn most by getting hands-on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5" name="Shape 1995"/>
          <p:cNvSpPr>
            <a:spLocks noGrp="1" noRot="1" noChangeAspect="1"/>
          </p:cNvSpPr>
          <p:nvPr>
            <p:ph type="sldImg"/>
          </p:nvPr>
        </p:nvSpPr>
        <p:spPr>
          <a:prstGeom prst="rect">
            <a:avLst/>
          </a:prstGeom>
        </p:spPr>
        <p:txBody>
          <a:bodyPr/>
          <a:lstStyle/>
          <a:p>
            <a:endParaRPr/>
          </a:p>
        </p:txBody>
      </p:sp>
      <p:sp>
        <p:nvSpPr>
          <p:cNvPr id="1996" name="Shape 1996"/>
          <p:cNvSpPr>
            <a:spLocks noGrp="1"/>
          </p:cNvSpPr>
          <p:nvPr>
            <p:ph type="body" sz="quarter" idx="1"/>
          </p:nvPr>
        </p:nvSpPr>
        <p:spPr>
          <a:prstGeom prst="rect">
            <a:avLst/>
          </a:prstGeom>
        </p:spPr>
        <p:txBody>
          <a:bodyPr/>
          <a:lstStyle/>
          <a:p>
            <a:r>
              <a:t>Use Assets View when </a:t>
            </a:r>
          </a:p>
          <a:p>
            <a:endParaRPr/>
          </a:p>
          <a:p>
            <a:r>
              <a:t>- you want a marketer-friendly interface that makes collaboration, searching, and gaining insights simple.</a:t>
            </a:r>
            <a:br/>
            <a:endParaRPr/>
          </a:p>
          <a:p>
            <a:r>
              <a:t>- you need to quickly find, annotate, download, collect, and share assets—without extra steps.</a:t>
            </a:r>
            <a:br/>
            <a:endParaRPr/>
          </a:p>
          <a:p>
            <a:r>
              <a:t>- Take advantage of workspace insights, pinning, and notification features to stay organized and informed.</a:t>
            </a:r>
            <a:br/>
            <a:endParaRPr/>
          </a:p>
          <a:p>
            <a:r>
              <a:t>- And if your asset workflow includes smart crop or Dynamic Media previews, you’ll find these built right in and easily accessible.</a:t>
            </a:r>
          </a:p>
          <a:p>
            <a:br/>
            <a:r>
              <a:t>- Using the new editor for dynamic media templates - don’t worry if you haven’t heard of these - we will see them in the course</a:t>
            </a: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2" name="Shape 2002"/>
          <p:cNvSpPr>
            <a:spLocks noGrp="1" noRot="1" noChangeAspect="1"/>
          </p:cNvSpPr>
          <p:nvPr>
            <p:ph type="sldImg"/>
          </p:nvPr>
        </p:nvSpPr>
        <p:spPr>
          <a:prstGeom prst="rect">
            <a:avLst/>
          </a:prstGeom>
        </p:spPr>
        <p:txBody>
          <a:bodyPr/>
          <a:lstStyle/>
          <a:p>
            <a:endParaRPr/>
          </a:p>
        </p:txBody>
      </p:sp>
      <p:sp>
        <p:nvSpPr>
          <p:cNvPr id="2003" name="Shape 2003"/>
          <p:cNvSpPr>
            <a:spLocks noGrp="1"/>
          </p:cNvSpPr>
          <p:nvPr>
            <p:ph type="body" sz="quarter" idx="1"/>
          </p:nvPr>
        </p:nvSpPr>
        <p:spPr>
          <a:prstGeom prst="rect">
            <a:avLst/>
          </a:prstGeom>
        </p:spPr>
        <p:txBody>
          <a:bodyPr/>
          <a:lstStyle/>
          <a:p>
            <a:r>
              <a:t>Let’s look at when you’ll need to rely on Admin View.</a:t>
            </a:r>
          </a:p>
          <a:p>
            <a:endParaRPr/>
          </a:p>
          <a:p>
            <a:r>
              <a:t>If you’re configuring advanced digital asset management settings—like Dynamic Media processing, complex metadata schemas, or handling complex processing profiles and custom renditions—Admin View is required.</a:t>
            </a:r>
            <a:br/>
            <a:endParaRPr/>
          </a:p>
          <a:p>
            <a:r>
              <a:t>It’s your go-to for bulk operations, such as importing and exporting large sets of metadata, or…..</a:t>
            </a:r>
            <a:br/>
            <a:br/>
            <a:r>
              <a:t> when you need to assign granular permissions and manage detailed user roles.</a:t>
            </a:r>
            <a:br/>
            <a:endParaRPr/>
          </a:p>
          <a:p>
            <a:r>
              <a:t>For building and maintaining custom workflows, or for complex workflow models that support your business automation, Admin View offers the necessary tools and flexibility.</a:t>
            </a:r>
            <a:br/>
            <a:endParaRPr/>
          </a:p>
          <a:p>
            <a:r>
              <a:t>And when you need to generate comprehensive reports on asset activities or system status, these capabilities are part of Admin View.</a:t>
            </a:r>
          </a:p>
          <a:p>
            <a:endParaRPr/>
          </a:p>
          <a:p>
            <a:r>
              <a:t>__________</a:t>
            </a:r>
          </a:p>
          <a:p>
            <a:endParaRPr/>
          </a:p>
          <a:p>
            <a:r>
              <a:t>In short, whenever your work calls for deep administrative control, technical configuration, or advanced integration, Admin View remains essential—even as Assets View takes on a more central role for day-to-day tasks.</a:t>
            </a: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14" name="Shape 2014"/>
          <p:cNvSpPr>
            <a:spLocks noGrp="1" noRot="1" noChangeAspect="1"/>
          </p:cNvSpPr>
          <p:nvPr>
            <p:ph type="sldImg"/>
          </p:nvPr>
        </p:nvSpPr>
        <p:spPr>
          <a:prstGeom prst="rect">
            <a:avLst/>
          </a:prstGeom>
        </p:spPr>
        <p:txBody>
          <a:bodyPr/>
          <a:lstStyle/>
          <a:p>
            <a:endParaRPr/>
          </a:p>
        </p:txBody>
      </p:sp>
      <p:sp>
        <p:nvSpPr>
          <p:cNvPr id="2015" name="Shape 2015"/>
          <p:cNvSpPr>
            <a:spLocks noGrp="1"/>
          </p:cNvSpPr>
          <p:nvPr>
            <p:ph type="body" sz="quarter" idx="1"/>
          </p:nvPr>
        </p:nvSpPr>
        <p:spPr>
          <a:prstGeom prst="rect">
            <a:avLst/>
          </a:prstGeom>
        </p:spPr>
        <p:txBody>
          <a:bodyPr/>
          <a:lstStyle/>
          <a:p>
            <a:r>
              <a:t>Talk through.</a:t>
            </a:r>
          </a:p>
          <a:p>
            <a:endParaRPr/>
          </a:p>
          <a:p>
            <a:r>
              <a:t>Note:</a:t>
            </a:r>
            <a:br/>
            <a:br/>
            <a:r>
              <a:t>Toggles (menu, view, content tree)</a:t>
            </a:r>
            <a:br/>
            <a:br/>
            <a:r>
              <a:t>AI Assistant</a:t>
            </a:r>
            <a:br/>
            <a:r>
              <a:t>notifications</a:t>
            </a:r>
            <a:br/>
            <a:r>
              <a:t>Switch View</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3" name="Shape 2063"/>
          <p:cNvSpPr>
            <a:spLocks noGrp="1" noRot="1" noChangeAspect="1"/>
          </p:cNvSpPr>
          <p:nvPr>
            <p:ph type="sldImg"/>
          </p:nvPr>
        </p:nvSpPr>
        <p:spPr>
          <a:prstGeom prst="rect">
            <a:avLst/>
          </a:prstGeom>
        </p:spPr>
        <p:txBody>
          <a:bodyPr/>
          <a:lstStyle/>
          <a:p>
            <a:endParaRPr/>
          </a:p>
        </p:txBody>
      </p:sp>
      <p:sp>
        <p:nvSpPr>
          <p:cNvPr id="2064" name="Shape 2064"/>
          <p:cNvSpPr>
            <a:spLocks noGrp="1"/>
          </p:cNvSpPr>
          <p:nvPr>
            <p:ph type="body" sz="quarter" idx="1"/>
          </p:nvPr>
        </p:nvSpPr>
        <p:spPr>
          <a:prstGeom prst="rect">
            <a:avLst/>
          </a:prstGeom>
        </p:spPr>
        <p:txBody>
          <a:bodyPr/>
          <a:lstStyle/>
          <a:p>
            <a:r>
              <a:t>Renditions are one of those topics that seem simple… until you have to explain them to someone else.</a:t>
            </a:r>
          </a:p>
          <a:p>
            <a:endParaRPr/>
          </a:p>
          <a:p>
            <a:r>
              <a:t>A practical way to think about renditions is: “different usable versions of the same asset.”  The available renditions are the same in both Admin View and Assets View.</a:t>
            </a:r>
          </a:p>
          <a:p>
            <a:pPr>
              <a:defRPr b="1"/>
            </a:pPr>
            <a:endParaRPr/>
          </a:p>
          <a:p>
            <a:pPr>
              <a:defRPr b="1"/>
            </a:pPr>
            <a:r>
              <a:t>(Click)</a:t>
            </a:r>
            <a:r>
              <a:rPr b="0"/>
              <a:t> we access the first type of renditions - </a:t>
            </a:r>
            <a:r>
              <a:t>static renditions</a:t>
            </a:r>
            <a:r>
              <a:rPr b="0"/>
              <a:t>, via the asset details panel as shown</a:t>
            </a:r>
            <a:br/>
            <a:endParaRPr/>
          </a:p>
          <a:p>
            <a:r>
              <a:rPr b="1"/>
              <a:t>Static renditions </a:t>
            </a:r>
            <a:r>
              <a:t>are produced during image processing. They’re predictable, file-like and stored in the assets repository</a:t>
            </a:r>
          </a:p>
          <a:p>
            <a:endParaRPr/>
          </a:p>
          <a:p>
            <a:pPr>
              <a:defRPr b="1"/>
            </a:pPr>
            <a:r>
              <a:t>(Click) Dynamic Renditions</a:t>
            </a:r>
            <a:r>
              <a:rPr b="0"/>
              <a:t> are accessed in the same way, but via their own icon, only visible if Dynamic Media is available </a:t>
            </a:r>
          </a:p>
          <a:p>
            <a:endParaRPr b="0"/>
          </a:p>
          <a:p>
            <a:r>
              <a:t>These are  generated on the fly based on URL parameters. The asset remains the same, but delivery adapts it. These renditions are not stored in the repository.</a:t>
            </a:r>
          </a:p>
          <a:p>
            <a:endParaRPr/>
          </a:p>
          <a:p>
            <a:r>
              <a:t>(click)</a:t>
            </a:r>
          </a:p>
          <a:p>
            <a:endParaRPr/>
          </a:p>
          <a:p>
            <a:r>
              <a:t>And </a:t>
            </a:r>
            <a:r>
              <a:rPr b="1"/>
              <a:t>smart crops</a:t>
            </a:r>
            <a:r>
              <a:t> are a specific kind of “intelligent delivery”: rather than manually cropping for every placement, the system generates crops based on key subject framing.</a:t>
            </a:r>
            <a:br/>
            <a:br/>
            <a:r>
              <a:t>—-</a:t>
            </a:r>
            <a:br/>
            <a:endParaRPr/>
          </a:p>
          <a:p>
            <a:r>
              <a:t>Why this matters: in enterprise environments, renditions are a major lever for scale. Instead of making 10 variants manually, you manage one asset and deliver many variants properly.</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9" name="Shape 2069"/>
          <p:cNvSpPr>
            <a:spLocks noGrp="1" noRot="1" noChangeAspect="1"/>
          </p:cNvSpPr>
          <p:nvPr>
            <p:ph type="sldImg"/>
          </p:nvPr>
        </p:nvSpPr>
        <p:spPr>
          <a:prstGeom prst="rect">
            <a:avLst/>
          </a:prstGeom>
        </p:spPr>
        <p:txBody>
          <a:bodyPr/>
          <a:lstStyle/>
          <a:p>
            <a:endParaRPr/>
          </a:p>
        </p:txBody>
      </p:sp>
      <p:sp>
        <p:nvSpPr>
          <p:cNvPr id="2070" name="Shape 2070"/>
          <p:cNvSpPr>
            <a:spLocks noGrp="1"/>
          </p:cNvSpPr>
          <p:nvPr>
            <p:ph type="body" sz="quarter" idx="1"/>
          </p:nvPr>
        </p:nvSpPr>
        <p:spPr>
          <a:prstGeom prst="rect">
            <a:avLst/>
          </a:prstGeom>
        </p:spPr>
        <p:txBody>
          <a:bodyPr/>
          <a:lstStyle/>
          <a:p>
            <a:r>
              <a:t>This slide is about avoiding a common misunderstanding: “publish” and “approve” are not the same thing.</a:t>
            </a:r>
          </a:p>
          <a:p>
            <a:endParaRPr/>
          </a:p>
          <a:p>
            <a:pPr>
              <a:defRPr b="1"/>
            </a:pPr>
            <a:r>
              <a:t>Click</a:t>
            </a:r>
          </a:p>
          <a:p>
            <a:endParaRPr/>
          </a:p>
          <a:p>
            <a:r>
              <a:t>Publishing is about making assets available to delivery targets — like AEM Publish and Dynamic Media. It’s about visibility and distribution through those channels.</a:t>
            </a:r>
          </a:p>
          <a:p>
            <a:endParaRPr/>
          </a:p>
          <a:p>
            <a:pPr>
              <a:defRPr b="1"/>
            </a:pPr>
            <a:r>
              <a:t>Click</a:t>
            </a:r>
          </a:p>
          <a:p>
            <a:endParaRPr/>
          </a:p>
          <a:p>
            <a:r>
              <a:t>Approval is more about governance — particularly for newer delivery channels and controlled distribution experiences.</a:t>
            </a:r>
          </a:p>
          <a:p>
            <a:endParaRPr/>
          </a:p>
          <a:p>
            <a:pPr>
              <a:defRPr b="1"/>
            </a:pPr>
            <a:r>
              <a:t>Click</a:t>
            </a:r>
          </a:p>
          <a:p>
            <a:endParaRPr/>
          </a:p>
          <a:p>
            <a:r>
              <a:t>The way I’d summarise it is:</a:t>
            </a:r>
          </a:p>
          <a:p>
            <a:r>
              <a:t>Publish is “make it available to be delivered.”</a:t>
            </a:r>
          </a:p>
          <a:p>
            <a:r>
              <a:t>Approve is “it’s ready to be used in governed channels.”</a:t>
            </a:r>
          </a:p>
          <a:p>
            <a:endParaRPr/>
          </a:p>
          <a:p>
            <a:r>
              <a:t>While approval is a new concept in Assets, and immediately visible in asset details, but we can also approve in Admin View, but it’s somewhat hidden compared.</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8" name="Shape 2078"/>
          <p:cNvSpPr>
            <a:spLocks noGrp="1" noRot="1" noChangeAspect="1"/>
          </p:cNvSpPr>
          <p:nvPr>
            <p:ph type="sldImg"/>
          </p:nvPr>
        </p:nvSpPr>
        <p:spPr>
          <a:prstGeom prst="rect">
            <a:avLst/>
          </a:prstGeom>
        </p:spPr>
        <p:txBody>
          <a:bodyPr/>
          <a:lstStyle/>
          <a:p>
            <a:endParaRPr/>
          </a:p>
        </p:txBody>
      </p:sp>
      <p:sp>
        <p:nvSpPr>
          <p:cNvPr id="2079" name="Shape 2079"/>
          <p:cNvSpPr>
            <a:spLocks noGrp="1"/>
          </p:cNvSpPr>
          <p:nvPr>
            <p:ph type="body" sz="quarter" idx="1"/>
          </p:nvPr>
        </p:nvSpPr>
        <p:spPr>
          <a:prstGeom prst="rect">
            <a:avLst/>
          </a:prstGeom>
        </p:spPr>
        <p:txBody>
          <a:bodyPr/>
          <a:lstStyle/>
          <a:p>
            <a:r>
              <a:t>Next we move to metadata and search</a:t>
            </a:r>
          </a:p>
          <a:p>
            <a:endParaRPr/>
          </a:p>
          <a:p>
            <a:r>
              <a:t>If you come from traditional folder-first DAM habits, there is a shift in mindset here.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4" name="Shape 2084"/>
          <p:cNvSpPr>
            <a:spLocks noGrp="1" noRot="1" noChangeAspect="1"/>
          </p:cNvSpPr>
          <p:nvPr>
            <p:ph type="sldImg"/>
          </p:nvPr>
        </p:nvSpPr>
        <p:spPr>
          <a:prstGeom prst="rect">
            <a:avLst/>
          </a:prstGeom>
        </p:spPr>
        <p:txBody>
          <a:bodyPr/>
          <a:lstStyle/>
          <a:p>
            <a:endParaRPr/>
          </a:p>
        </p:txBody>
      </p:sp>
      <p:sp>
        <p:nvSpPr>
          <p:cNvPr id="2085" name="Shape 2085"/>
          <p:cNvSpPr>
            <a:spLocks noGrp="1"/>
          </p:cNvSpPr>
          <p:nvPr>
            <p:ph type="body" sz="quarter" idx="1"/>
          </p:nvPr>
        </p:nvSpPr>
        <p:spPr>
          <a:prstGeom prst="rect">
            <a:avLst/>
          </a:prstGeom>
        </p:spPr>
        <p:txBody>
          <a:bodyPr/>
          <a:lstStyle/>
          <a:p>
            <a:r>
              <a:t>In Assets View, search and metadata filtering are the primary ways to discover assets.</a:t>
            </a:r>
          </a:p>
          <a:p>
            <a:r>
              <a:t>Instead of relying on complicated folder structures, users start by entering keywords or applying filters — so search enabled by metadata is front and center in every workflow.</a:t>
            </a:r>
          </a:p>
          <a:p>
            <a:br/>
            <a:endParaRPr/>
          </a:p>
          <a:p>
            <a:r>
              <a:t>The search bar and filters are therefore always visible—it’s the main way users interact with assets.</a:t>
            </a:r>
          </a:p>
          <a:p>
            <a:r>
              <a:t>Asset metadata like titles, tags, dates, and usage rights drive the results, ensuring you get what you need quickly.</a:t>
            </a:r>
          </a:p>
          <a:p>
            <a:br/>
            <a:endParaRPr/>
          </a:p>
          <a:p>
            <a:r>
              <a:t>Browsing folders is still possible, but it’s secondary; the interface encourages searching instead of clicking through folders.</a:t>
            </a:r>
          </a:p>
          <a:p>
            <a:br/>
            <a:endParaRPr/>
          </a:p>
          <a:p>
            <a:r>
              <a:t>Features like Smart Tags and AI-powered visual search work best when assets have rich metadata.</a:t>
            </a:r>
          </a:p>
          <a:p>
            <a:br/>
            <a:endParaRPr/>
          </a:p>
          <a:p>
            <a:r>
              <a:t>A meta-data first approach is scalable. Using a folder structure to organize assets has practical limits in organizing large number of assets.</a:t>
            </a:r>
          </a:p>
          <a:p>
            <a:br/>
            <a:endParaRPr/>
          </a:p>
          <a:p>
            <a:r>
              <a:t>You don’t need to remember where a file lives—just describe what you need, and let the metadata guide you.</a:t>
            </a:r>
          </a:p>
          <a:p>
            <a:br/>
            <a:endParaRPr/>
          </a:p>
          <a:p>
            <a:r>
              <a:t>Summary:</a:t>
            </a:r>
          </a:p>
          <a:p>
            <a:br/>
            <a:endParaRPr/>
          </a:p>
          <a:p>
            <a:r>
              <a:t>Assets View is “search-first” because search isn’t just powerful—it’s the main method of finding, organizing, and working with assets. Metadata is the foundation, and search is the entryway.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95" name="Shape 2095"/>
          <p:cNvSpPr>
            <a:spLocks noGrp="1" noRot="1" noChangeAspect="1"/>
          </p:cNvSpPr>
          <p:nvPr>
            <p:ph type="sldImg"/>
          </p:nvPr>
        </p:nvSpPr>
        <p:spPr>
          <a:prstGeom prst="rect">
            <a:avLst/>
          </a:prstGeom>
        </p:spPr>
        <p:txBody>
          <a:bodyPr/>
          <a:lstStyle/>
          <a:p>
            <a:endParaRPr/>
          </a:p>
        </p:txBody>
      </p:sp>
      <p:sp>
        <p:nvSpPr>
          <p:cNvPr id="2096" name="Shape 2096"/>
          <p:cNvSpPr>
            <a:spLocks noGrp="1"/>
          </p:cNvSpPr>
          <p:nvPr>
            <p:ph type="body" sz="quarter" idx="1"/>
          </p:nvPr>
        </p:nvSpPr>
        <p:spPr>
          <a:prstGeom prst="rect">
            <a:avLst/>
          </a:prstGeom>
        </p:spPr>
        <p:txBody>
          <a:bodyPr/>
          <a:lstStyle/>
          <a:p>
            <a:r>
              <a:t>Metadata forms are where many people get confused, so let’s make it simple.</a:t>
            </a:r>
          </a:p>
          <a:p>
            <a:endParaRPr/>
          </a:p>
          <a:p>
            <a:r>
              <a:t>In Assets View, metadata forms control what fields users see on the asset details page.</a:t>
            </a:r>
          </a:p>
          <a:p>
            <a:endParaRPr/>
          </a:p>
          <a:p>
            <a:r>
              <a:t>They are easy to set up in a visual editor, and they’re often “good enough” for business users.</a:t>
            </a:r>
          </a:p>
          <a:p>
            <a:endParaRPr/>
          </a:p>
          <a:p>
            <a:r>
              <a:t>But here’s the key principle: forms are UI configuration, not “the definition of metadata”.</a:t>
            </a:r>
          </a:p>
          <a:p>
            <a:endParaRPr/>
          </a:p>
          <a:p>
            <a:r>
              <a:t>The underlying metadata exists in the repository regardless of which fields you choose to display.</a:t>
            </a:r>
          </a:p>
          <a:p>
            <a:endParaRPr/>
          </a:p>
          <a:p>
            <a:r>
              <a:t>Forms can be assigned by MIME type or by folder. That’s actually quite powerful: you can tailor the user experience to the asset type or to the business area without changing the underlying asset model.</a:t>
            </a:r>
          </a:p>
          <a:p>
            <a:endParaRPr/>
          </a:p>
          <a:p>
            <a:r>
              <a:t>Also note the trade-off: Assets View forms have limited layout and validation compared to deep schema customisation in Admin View — again by design, to keep it simpler.</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0" name="Shape 2100"/>
          <p:cNvSpPr>
            <a:spLocks noGrp="1" noRot="1" noChangeAspect="1"/>
          </p:cNvSpPr>
          <p:nvPr>
            <p:ph type="sldImg"/>
          </p:nvPr>
        </p:nvSpPr>
        <p:spPr>
          <a:xfrm>
            <a:off x="381000" y="685800"/>
            <a:ext cx="6096000" cy="3429000"/>
          </a:xfrm>
          <a:prstGeom prst="rect">
            <a:avLst/>
          </a:prstGeom>
        </p:spPr>
        <p:txBody>
          <a:bodyPr/>
          <a:lstStyle/>
          <a:p>
            <a:endParaRPr/>
          </a:p>
        </p:txBody>
      </p:sp>
      <p:sp>
        <p:nvSpPr>
          <p:cNvPr id="2101" name="Shape 2101"/>
          <p:cNvSpPr>
            <a:spLocks noGrp="1"/>
          </p:cNvSpPr>
          <p:nvPr>
            <p:ph type="body" sz="quarter" idx="1"/>
          </p:nvPr>
        </p:nvSpPr>
        <p:spPr>
          <a:prstGeom prst="rect">
            <a:avLst/>
          </a:prstGeom>
        </p:spPr>
        <p:txBody>
          <a:bodyPr/>
          <a:lstStyle/>
          <a:p>
            <a:r>
              <a:t>MIME types sound technical, but they’re basically just “file type identifiers” that systems agree on.</a:t>
            </a:r>
          </a:p>
          <a:p>
            <a:endParaRPr/>
          </a:p>
          <a:p>
            <a:r>
              <a:t>Here we see a list of different types for some of the files we can manage in Assets.  Note the highlighted image and application - these are the types, and the sublimes are often similar to the file extension, so image/jpeg for example.</a:t>
            </a:r>
          </a:p>
          <a:p>
            <a:endParaRPr/>
          </a:p>
          <a:p>
            <a:br/>
            <a:r>
              <a:t>Take a moment to look through the list and understand types and subtypes.</a:t>
            </a:r>
            <a:br/>
            <a:br/>
            <a:endParaRPr/>
          </a:p>
          <a:p>
            <a:endParaRPr/>
          </a:p>
          <a:p>
            <a:r>
              <a:t>The practical relevance here is: MIME type is what Assets View can use to decide which metadata form to apply.</a:t>
            </a:r>
          </a:p>
          <a:p>
            <a:endParaRPr/>
          </a:p>
          <a:p>
            <a:r>
              <a:t>So images might show one set of fields, PDFs another, videos another.</a:t>
            </a:r>
          </a:p>
          <a:p>
            <a:endParaRPr/>
          </a:p>
          <a:p>
            <a:r>
              <a:t>That’s why people sometimes say, “Why do I see different metadata fields and tabs?” — it’s often because the UI is using different forms per type.</a:t>
            </a:r>
          </a:p>
          <a:p>
            <a:endParaRPr/>
          </a:p>
          <a:p>
            <a:endParaRPr/>
          </a:p>
          <a:p>
            <a:r>
              <a:t>We don’t need to memorise the MIME type strings. We just need to understand the mechanism.</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9" name="Shape 2119"/>
          <p:cNvSpPr>
            <a:spLocks noGrp="1" noRot="1" noChangeAspect="1"/>
          </p:cNvSpPr>
          <p:nvPr>
            <p:ph type="sldImg"/>
          </p:nvPr>
        </p:nvSpPr>
        <p:spPr>
          <a:prstGeom prst="rect">
            <a:avLst/>
          </a:prstGeom>
        </p:spPr>
        <p:txBody>
          <a:bodyPr/>
          <a:lstStyle/>
          <a:p>
            <a:endParaRPr/>
          </a:p>
        </p:txBody>
      </p:sp>
      <p:sp>
        <p:nvSpPr>
          <p:cNvPr id="2120" name="Shape 2120"/>
          <p:cNvSpPr>
            <a:spLocks noGrp="1"/>
          </p:cNvSpPr>
          <p:nvPr>
            <p:ph type="body" sz="quarter" idx="1"/>
          </p:nvPr>
        </p:nvSpPr>
        <p:spPr>
          <a:prstGeom prst="rect">
            <a:avLst/>
          </a:prstGeom>
        </p:spPr>
        <p:txBody>
          <a:bodyPr/>
          <a:lstStyle/>
          <a:p>
            <a:r>
              <a:t>Adobe provides starter forms for common types — think of these as templates, not as “the one true form.”</a:t>
            </a:r>
          </a:p>
          <a:p>
            <a:endParaRPr/>
          </a:p>
          <a:p>
            <a:r>
              <a:t>These starter form types are shown in the column in the middle of the slide - the available forms.  </a:t>
            </a:r>
          </a:p>
          <a:p>
            <a:endParaRPr/>
          </a:p>
          <a:p>
            <a:r>
              <a:t>Two examples are shown for the forms for the types application and video - you can see why different metadata is needed by looking at the two screenshots of the form fields.</a:t>
            </a:r>
          </a:p>
          <a:p>
            <a:endParaRPr/>
          </a:p>
          <a:p>
            <a:endParaRPr/>
          </a:p>
          <a:p>
            <a:r>
              <a:t>In a real project, the best practice is usually: start with Adobe’s default, then make small, intentional changes based on your business needs.</a:t>
            </a:r>
          </a:p>
          <a:p>
            <a:endParaRPr/>
          </a:p>
          <a:p>
            <a:r>
              <a:t>The risk is trying to expose everything — that creates metadata fatigue. Users stop filling fields because the UI feels like a tax form.</a:t>
            </a:r>
          </a:p>
          <a:p>
            <a:endParaRPr/>
          </a:p>
          <a:p>
            <a:r>
              <a:t>The goal is: expose the fields that actually help discovery, governance, and reuse. Hide the noise.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28" name="Shape 2128"/>
          <p:cNvSpPr>
            <a:spLocks noGrp="1" noRot="1" noChangeAspect="1"/>
          </p:cNvSpPr>
          <p:nvPr>
            <p:ph type="sldImg"/>
          </p:nvPr>
        </p:nvSpPr>
        <p:spPr>
          <a:prstGeom prst="rect">
            <a:avLst/>
          </a:prstGeom>
        </p:spPr>
        <p:txBody>
          <a:bodyPr/>
          <a:lstStyle/>
          <a:p>
            <a:endParaRPr/>
          </a:p>
        </p:txBody>
      </p:sp>
      <p:sp>
        <p:nvSpPr>
          <p:cNvPr id="2129" name="Shape 2129"/>
          <p:cNvSpPr>
            <a:spLocks noGrp="1"/>
          </p:cNvSpPr>
          <p:nvPr>
            <p:ph type="body" sz="quarter" idx="1"/>
          </p:nvPr>
        </p:nvSpPr>
        <p:spPr>
          <a:prstGeom prst="rect">
            <a:avLst/>
          </a:prstGeom>
        </p:spPr>
        <p:txBody>
          <a:bodyPr/>
          <a:lstStyle/>
          <a:p>
            <a:r>
              <a:t>Assets View provides a rich set of search capabilities for everyday users. </a:t>
            </a:r>
            <a:br/>
            <a:endParaRPr/>
          </a:p>
          <a:p>
            <a:r>
              <a:rPr b="1"/>
              <a:t>click</a:t>
            </a:r>
            <a:br/>
            <a:br/>
            <a:r>
              <a:t>Beyond simple keyword lookups, it supports fuzzy search, Boolean logic, proximity queries, and wildcards. This means that typos, variations in spelling, and more complex combinations of terms can still return meaningful results. Suggestions also help guide users toward common or likely matches as they type.</a:t>
            </a:r>
          </a:p>
          <a:p>
            <a:br/>
            <a:r>
              <a:rPr b="1"/>
              <a:t>click</a:t>
            </a:r>
          </a:p>
          <a:p>
            <a:endParaRPr b="1"/>
          </a:p>
          <a:p>
            <a:r>
              <a:t>A newer capability in Assets View is contextual search, where natural language input is translated into filters and search criteria automatically. For instance, a query such as “images of mountains uploaded in the last month” will create the appropriate search filters without the user needing to build a structured query.</a:t>
            </a:r>
          </a:p>
          <a:p>
            <a:endParaRPr/>
          </a:p>
          <a:p>
            <a:r>
              <a:t>Click</a:t>
            </a:r>
            <a:br/>
            <a:br/>
            <a:r>
              <a:t>Assets View AI to rank results</a:t>
            </a:r>
            <a:br/>
            <a:br/>
            <a:r>
              <a:t>Click</a:t>
            </a:r>
            <a:br/>
            <a:endParaRPr/>
          </a:p>
          <a:p>
            <a:r>
              <a:t>Most importantly the underlying aim of the AI involvement and the highly visible search field - we’ll see in a moment - search by description is encouraged, and file system structure is secondary</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7" name="Shape 2137"/>
          <p:cNvSpPr>
            <a:spLocks noGrp="1" noRot="1" noChangeAspect="1"/>
          </p:cNvSpPr>
          <p:nvPr>
            <p:ph type="sldImg"/>
          </p:nvPr>
        </p:nvSpPr>
        <p:spPr>
          <a:prstGeom prst="rect">
            <a:avLst/>
          </a:prstGeom>
        </p:spPr>
        <p:txBody>
          <a:bodyPr/>
          <a:lstStyle/>
          <a:p>
            <a:endParaRPr/>
          </a:p>
        </p:txBody>
      </p:sp>
      <p:sp>
        <p:nvSpPr>
          <p:cNvPr id="2138" name="Shape 2138"/>
          <p:cNvSpPr>
            <a:spLocks noGrp="1"/>
          </p:cNvSpPr>
          <p:nvPr>
            <p:ph type="body" sz="quarter" idx="1"/>
          </p:nvPr>
        </p:nvSpPr>
        <p:spPr>
          <a:prstGeom prst="rect">
            <a:avLst/>
          </a:prstGeom>
        </p:spPr>
        <p:txBody>
          <a:bodyPr/>
          <a:lstStyle/>
          <a:p>
            <a:r>
              <a:rPr dirty="0"/>
              <a:t>Contextual search is worth showing because it changes how non-technical users behave.</a:t>
            </a:r>
          </a:p>
          <a:p>
            <a:endParaRPr dirty="0"/>
          </a:p>
          <a:p>
            <a:r>
              <a:rPr dirty="0"/>
              <a:t>Instead of building filters manually, users type a natural phrase — and the system converts it into filters.</a:t>
            </a:r>
          </a:p>
          <a:p>
            <a:r>
              <a:rPr dirty="0"/>
              <a:t>The “aha moment” is when people </a:t>
            </a:r>
            <a:r>
              <a:rPr dirty="0" err="1"/>
              <a:t>realise</a:t>
            </a:r>
            <a:r>
              <a:rPr dirty="0"/>
              <a:t>: “I can search like I speak.”</a:t>
            </a:r>
          </a:p>
          <a:p>
            <a:endParaRPr dirty="0"/>
          </a:p>
          <a:p>
            <a:r>
              <a:rPr dirty="0"/>
              <a:t>But there’s an important expectation setting: it’s not magic. Results are still driven by metadata and what the system can infer.</a:t>
            </a:r>
          </a:p>
          <a:p>
            <a:r>
              <a:rPr dirty="0"/>
              <a:t>So if your metadata is weak, contextual search will feel inconsistent.</a:t>
            </a:r>
          </a:p>
          <a:p>
            <a:endParaRPr dirty="0"/>
          </a:p>
          <a:p>
            <a:r>
              <a:rPr dirty="0"/>
              <a:t>Note that at present you are using the contextual search to create filters for you.  This is not a way of asking an AI to consider the actual image assets, but only their filterable metadata.  So a search for something like “a mountain in the middle with a lake at the bottom” might product mountains and lakes, but the relative position won’t work unless that phrase is part of the description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45" name="Shape 2145"/>
          <p:cNvSpPr>
            <a:spLocks noGrp="1" noRot="1" noChangeAspect="1"/>
          </p:cNvSpPr>
          <p:nvPr>
            <p:ph type="sldImg"/>
          </p:nvPr>
        </p:nvSpPr>
        <p:spPr>
          <a:prstGeom prst="rect">
            <a:avLst/>
          </a:prstGeom>
        </p:spPr>
        <p:txBody>
          <a:bodyPr/>
          <a:lstStyle/>
          <a:p>
            <a:endParaRPr/>
          </a:p>
        </p:txBody>
      </p:sp>
      <p:sp>
        <p:nvSpPr>
          <p:cNvPr id="2146" name="Shape 2146"/>
          <p:cNvSpPr>
            <a:spLocks noGrp="1"/>
          </p:cNvSpPr>
          <p:nvPr>
            <p:ph type="body" sz="quarter" idx="1"/>
          </p:nvPr>
        </p:nvSpPr>
        <p:spPr>
          <a:prstGeom prst="rect">
            <a:avLst/>
          </a:prstGeom>
        </p:spPr>
        <p:txBody>
          <a:bodyPr/>
          <a:lstStyle/>
          <a:p>
            <a:r>
              <a:t>Let’s lock the principles in before we move on.</a:t>
            </a:r>
          </a:p>
          <a:p>
            <a:endParaRPr/>
          </a:p>
          <a:p>
            <a:r>
              <a:t>Assets View uses metadata forms to control what appears in the details UI.</a:t>
            </a:r>
          </a:p>
          <a:p>
            <a:r>
              <a:t>Forms are not data model definitions — they’re display filters.</a:t>
            </a:r>
          </a:p>
          <a:p>
            <a:r>
              <a:t>The same underlying metadata exists regardless of whether you view it in Assets View or Admin View.</a:t>
            </a:r>
          </a:p>
          <a:p>
            <a:endParaRPr/>
          </a:p>
          <a:p>
            <a:r>
              <a:t>Assets View pushes you toward metadata-first working: search and filters first, folders second.</a:t>
            </a:r>
          </a:p>
          <a:p>
            <a:r>
              <a:t>That’s the future-proof operating model, especially as the repository grows and teams change.</a:t>
            </a:r>
          </a:p>
          <a:p>
            <a:endParaRPr/>
          </a:p>
          <a:p>
            <a:r>
              <a:t>So the takeaway is simple:</a:t>
            </a:r>
          </a:p>
          <a:p>
            <a:r>
              <a:t>if you want fast discovery and reuse, invest in metadata and teach people to search by description.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49" name="Shape 2149"/>
          <p:cNvSpPr>
            <a:spLocks noGrp="1" noRot="1" noChangeAspect="1"/>
          </p:cNvSpPr>
          <p:nvPr>
            <p:ph type="sldImg"/>
          </p:nvPr>
        </p:nvSpPr>
        <p:spPr>
          <a:prstGeom prst="rect">
            <a:avLst/>
          </a:prstGeom>
        </p:spPr>
        <p:txBody>
          <a:bodyPr/>
          <a:lstStyle/>
          <a:p>
            <a:endParaRPr/>
          </a:p>
        </p:txBody>
      </p:sp>
      <p:sp>
        <p:nvSpPr>
          <p:cNvPr id="2150" name="Shape 2150"/>
          <p:cNvSpPr>
            <a:spLocks noGrp="1"/>
          </p:cNvSpPr>
          <p:nvPr>
            <p:ph type="body" sz="quarter" idx="1"/>
          </p:nvPr>
        </p:nvSpPr>
        <p:spPr>
          <a:prstGeom prst="rect">
            <a:avLst/>
          </a:prstGeom>
        </p:spPr>
        <p:txBody>
          <a:bodyPr/>
          <a:lstStyle/>
          <a:p>
            <a:r>
              <a:t>Next: productivity features.</a:t>
            </a:r>
          </a:p>
          <a:p>
            <a:r>
              <a:t>This is the part where Assets View feels like a modern work app — not just a DAM interface.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62" name="Shape 2162"/>
          <p:cNvSpPr>
            <a:spLocks noGrp="1" noRot="1" noChangeAspect="1"/>
          </p:cNvSpPr>
          <p:nvPr>
            <p:ph type="sldImg"/>
          </p:nvPr>
        </p:nvSpPr>
        <p:spPr>
          <a:prstGeom prst="rect">
            <a:avLst/>
          </a:prstGeom>
        </p:spPr>
        <p:txBody>
          <a:bodyPr/>
          <a:lstStyle/>
          <a:p>
            <a:endParaRPr/>
          </a:p>
        </p:txBody>
      </p:sp>
      <p:sp>
        <p:nvSpPr>
          <p:cNvPr id="2163" name="Shape 2163"/>
          <p:cNvSpPr>
            <a:spLocks noGrp="1"/>
          </p:cNvSpPr>
          <p:nvPr>
            <p:ph type="body" sz="quarter" idx="1"/>
          </p:nvPr>
        </p:nvSpPr>
        <p:spPr>
          <a:prstGeom prst="rect">
            <a:avLst/>
          </a:prstGeom>
        </p:spPr>
        <p:txBody>
          <a:bodyPr/>
          <a:lstStyle/>
          <a:p>
            <a:r>
              <a:t>Quick Access is basically your “working set.”</a:t>
            </a:r>
          </a:p>
          <a:p>
            <a:endParaRPr/>
          </a:p>
          <a:p>
            <a:r>
              <a:t>You can pin assets, folders, and collections so they’re always one click away.</a:t>
            </a:r>
          </a:p>
          <a:p>
            <a:endParaRPr/>
          </a:p>
          <a:p>
            <a:r>
              <a:t>Two things to clarify:</a:t>
            </a:r>
          </a:p>
          <a:p>
            <a:endParaRPr/>
          </a:p>
          <a:p>
            <a:r>
              <a:t>First, you can pin for yourself, and admins can pin for groups or the whole org — so it can also be used as lightweight “recommended places to work.”</a:t>
            </a:r>
          </a:p>
          <a:p>
            <a:endParaRPr/>
          </a:p>
          <a:p>
            <a:r>
              <a:t>Second, “Shared” here is not the same as “share a link.” It’s more like “visible to others in the organisation” depending on how it’s configured.</a:t>
            </a:r>
          </a:p>
          <a:p>
            <a:endParaRPr/>
          </a:p>
          <a:p>
            <a:r>
              <a:t>The real value is speed: people stop navigating the same folder paths every day.</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9" name="Shape 2179"/>
          <p:cNvSpPr>
            <a:spLocks noGrp="1" noRot="1" noChangeAspect="1"/>
          </p:cNvSpPr>
          <p:nvPr>
            <p:ph type="sldImg"/>
          </p:nvPr>
        </p:nvSpPr>
        <p:spPr>
          <a:prstGeom prst="rect">
            <a:avLst/>
          </a:prstGeom>
        </p:spPr>
        <p:txBody>
          <a:bodyPr/>
          <a:lstStyle/>
          <a:p>
            <a:endParaRPr/>
          </a:p>
        </p:txBody>
      </p:sp>
      <p:sp>
        <p:nvSpPr>
          <p:cNvPr id="2180" name="Shape 2180"/>
          <p:cNvSpPr>
            <a:spLocks noGrp="1"/>
          </p:cNvSpPr>
          <p:nvPr>
            <p:ph type="body" sz="quarter" idx="1"/>
          </p:nvPr>
        </p:nvSpPr>
        <p:spPr>
          <a:prstGeom prst="rect">
            <a:avLst/>
          </a:prstGeom>
        </p:spPr>
        <p:txBody>
          <a:bodyPr/>
          <a:lstStyle/>
          <a:p>
            <a:r>
              <a:t>Notifications are integrated with Experience Cloud notifications, so they feel consistent across Adobe products.</a:t>
            </a:r>
          </a:p>
          <a:p>
            <a:endParaRPr/>
          </a:p>
          <a:p>
            <a:r>
              <a:t>The screenshot therefore shows the Experience Cloud notifications panel.  You can see that a notification from Assets is mixed with, in this case, notifications about AEM technical issues from the Cloud Manager tool.</a:t>
            </a:r>
          </a:p>
          <a:p>
            <a:endParaRPr/>
          </a:p>
          <a:p>
            <a:r>
              <a:t>The main concept in Assets View is “watching” items — you watch an asset or folder, and then you get notified about relevant changes.</a:t>
            </a:r>
          </a:p>
          <a:p>
            <a:endParaRPr/>
          </a:p>
          <a:p>
            <a:r>
              <a:t>In real teams, this is useful for handoffs: a reviewer wants to know when something changes, or a marketer wants to know when an asset is ready.</a:t>
            </a:r>
          </a:p>
          <a:p>
            <a:endParaRPr/>
          </a:p>
          <a:p>
            <a:r>
              <a:t>And because notifications can route to in-app, email, or integrations, it’s flexible — but we’ll keep configuration simple today.</a:t>
            </a:r>
            <a:br/>
            <a:br/>
            <a:br/>
            <a:r>
              <a:t>Let’s see that in action in an exercise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90" name="Shape 2190"/>
          <p:cNvSpPr>
            <a:spLocks noGrp="1" noRot="1" noChangeAspect="1"/>
          </p:cNvSpPr>
          <p:nvPr>
            <p:ph type="sldImg"/>
          </p:nvPr>
        </p:nvSpPr>
        <p:spPr>
          <a:prstGeom prst="rect">
            <a:avLst/>
          </a:prstGeom>
        </p:spPr>
        <p:txBody>
          <a:bodyPr/>
          <a:lstStyle/>
          <a:p>
            <a:endParaRPr/>
          </a:p>
        </p:txBody>
      </p:sp>
      <p:sp>
        <p:nvSpPr>
          <p:cNvPr id="2191" name="Shape 2191"/>
          <p:cNvSpPr>
            <a:spLocks noGrp="1"/>
          </p:cNvSpPr>
          <p:nvPr>
            <p:ph type="body" sz="quarter" idx="1"/>
          </p:nvPr>
        </p:nvSpPr>
        <p:spPr>
          <a:prstGeom prst="rect">
            <a:avLst/>
          </a:prstGeom>
        </p:spPr>
        <p:txBody>
          <a:bodyPr/>
          <a:lstStyle/>
          <a:p>
            <a:r>
              <a:t>Insights are lightweight analytics inside Assets View.</a:t>
            </a:r>
          </a:p>
          <a:p>
            <a:endParaRPr/>
          </a:p>
          <a:p>
            <a:r>
              <a:t>Think of it as “operational visibility”: downloads, uploads, asset counts, and searches — enough to understand usage patterns without running a full reporting project.</a:t>
            </a:r>
          </a:p>
          <a:p>
            <a:endParaRPr/>
          </a:p>
          <a:p>
            <a:r>
              <a:t>Two expectation settings:</a:t>
            </a:r>
          </a:p>
          <a:p>
            <a:endParaRPr/>
          </a:p>
          <a:p>
            <a:r>
              <a:t>Insights are product-scoped — they don’t automatically unify interactions across Content Hub or external channels.</a:t>
            </a:r>
          </a:p>
          <a:p>
            <a:endParaRPr/>
          </a:p>
          <a:p>
            <a:r>
              <a:t>They don’t include everything that might happen through deep integrations.</a:t>
            </a:r>
          </a:p>
          <a:p>
            <a:endParaRPr/>
          </a:p>
          <a:p>
            <a:r>
              <a:t>So: useful for day-to-day understanding, not a replacement for enterprise BI.</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99" name="Shape 2199"/>
          <p:cNvSpPr>
            <a:spLocks noGrp="1" noRot="1" noChangeAspect="1"/>
          </p:cNvSpPr>
          <p:nvPr>
            <p:ph type="sldImg"/>
          </p:nvPr>
        </p:nvSpPr>
        <p:spPr>
          <a:prstGeom prst="rect">
            <a:avLst/>
          </a:prstGeom>
        </p:spPr>
        <p:txBody>
          <a:bodyPr/>
          <a:lstStyle/>
          <a:p>
            <a:endParaRPr/>
          </a:p>
        </p:txBody>
      </p:sp>
      <p:sp>
        <p:nvSpPr>
          <p:cNvPr id="2200" name="Shape 2200"/>
          <p:cNvSpPr>
            <a:spLocks noGrp="1"/>
          </p:cNvSpPr>
          <p:nvPr>
            <p:ph type="body" sz="quarter" idx="1"/>
          </p:nvPr>
        </p:nvSpPr>
        <p:spPr>
          <a:prstGeom prst="rect">
            <a:avLst/>
          </a:prstGeom>
        </p:spPr>
        <p:txBody>
          <a:bodyPr/>
          <a:lstStyle/>
          <a:p>
            <a:r>
              <a:t>Reports are more “exportable” than insights.</a:t>
            </a:r>
          </a:p>
          <a:p>
            <a:endParaRPr/>
          </a:p>
          <a:p>
            <a:r>
              <a:t>You’ll usually use them when someone asks for a list, an audit, or a usage summary.</a:t>
            </a:r>
          </a:p>
          <a:p>
            <a:endParaRPr/>
          </a:p>
          <a:p>
            <a:r>
              <a:t>The Dynamic Media angle is important: Dynamic Media reporting can surface asset requests via DM URLs, which is often exactly what teams want when they’re trying to understand delivery usage.</a:t>
            </a:r>
          </a:p>
          <a:p>
            <a:endParaRPr/>
          </a:p>
          <a:p>
            <a:r>
              <a:t>Again: keep expectations realistic. Reports here are practical tools — not a full reporting platform.</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8" name="Shape 2208"/>
          <p:cNvSpPr>
            <a:spLocks noGrp="1" noRot="1" noChangeAspect="1"/>
          </p:cNvSpPr>
          <p:nvPr>
            <p:ph type="sldImg"/>
          </p:nvPr>
        </p:nvSpPr>
        <p:spPr>
          <a:prstGeom prst="rect">
            <a:avLst/>
          </a:prstGeom>
        </p:spPr>
        <p:txBody>
          <a:bodyPr/>
          <a:lstStyle/>
          <a:p>
            <a:endParaRPr/>
          </a:p>
        </p:txBody>
      </p:sp>
      <p:sp>
        <p:nvSpPr>
          <p:cNvPr id="2209" name="Shape 2209"/>
          <p:cNvSpPr>
            <a:spLocks noGrp="1"/>
          </p:cNvSpPr>
          <p:nvPr>
            <p:ph type="body" sz="quarter" idx="1"/>
          </p:nvPr>
        </p:nvSpPr>
        <p:spPr>
          <a:prstGeom prst="rect">
            <a:avLst/>
          </a:prstGeom>
        </p:spPr>
        <p:txBody>
          <a:bodyPr/>
          <a:lstStyle/>
          <a:p>
            <a:r>
              <a:t>Collections are virtual folders — and they’re one of the best ways to work in a metadata-first model.</a:t>
            </a:r>
          </a:p>
          <a:p>
            <a:endParaRPr/>
          </a:p>
          <a:p>
            <a:r>
              <a:t>Instead of creating more and more folder structures, you create a collection that represents a purpose: “Campaign X”, “Approved hero images”, “Partner pack”, whatever.</a:t>
            </a:r>
          </a:p>
          <a:p>
            <a:endParaRPr/>
          </a:p>
          <a:p>
            <a:pPr>
              <a:defRPr b="1"/>
            </a:pPr>
            <a:r>
              <a:t>Click</a:t>
            </a:r>
          </a:p>
          <a:p>
            <a:endParaRPr/>
          </a:p>
          <a:p>
            <a:r>
              <a:t>Collections can be public or private, and they can be searched.  Private folders have a permissions dialog where you can allow others to access the collection.</a:t>
            </a:r>
          </a:p>
          <a:p>
            <a:endParaRPr/>
          </a:p>
          <a:p>
            <a:pPr>
              <a:defRPr b="1"/>
            </a:pPr>
            <a:r>
              <a:t>Click</a:t>
            </a:r>
          </a:p>
          <a:p>
            <a:endParaRPr/>
          </a:p>
          <a:p>
            <a:r>
              <a:t>There are two type - manual and smart.  You select and manually add folders and assets to Manual Collections.  Smart collections we’ll come to in the next slide</a:t>
            </a:r>
          </a:p>
          <a:p>
            <a:endParaRPr/>
          </a:p>
          <a:p>
            <a:pPr>
              <a:defRPr b="1"/>
            </a:pPr>
            <a:r>
              <a:t>Click</a:t>
            </a:r>
          </a:p>
          <a:p>
            <a:endParaRPr/>
          </a:p>
          <a:p>
            <a:r>
              <a:t>The collections are essentially the same as in the Admin View and they do show in both interfaces</a:t>
            </a:r>
          </a:p>
          <a:p>
            <a:endParaRPr/>
          </a:p>
          <a:p>
            <a:r>
              <a:t>The important point is: collections reduce the pressure to create “perfect folder structures” — because they let you group assets in multiple ways without moving them.</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6" name="Shape 2216"/>
          <p:cNvSpPr>
            <a:spLocks noGrp="1" noRot="1" noChangeAspect="1"/>
          </p:cNvSpPr>
          <p:nvPr>
            <p:ph type="sldImg"/>
          </p:nvPr>
        </p:nvSpPr>
        <p:spPr>
          <a:xfrm>
            <a:off x="381000" y="685800"/>
            <a:ext cx="6096000" cy="3429000"/>
          </a:xfrm>
          <a:prstGeom prst="rect">
            <a:avLst/>
          </a:prstGeom>
        </p:spPr>
        <p:txBody>
          <a:bodyPr/>
          <a:lstStyle/>
          <a:p>
            <a:endParaRPr/>
          </a:p>
        </p:txBody>
      </p:sp>
      <p:sp>
        <p:nvSpPr>
          <p:cNvPr id="2217" name="Shape 2217"/>
          <p:cNvSpPr>
            <a:spLocks noGrp="1"/>
          </p:cNvSpPr>
          <p:nvPr>
            <p:ph type="body" sz="quarter" idx="1"/>
          </p:nvPr>
        </p:nvSpPr>
        <p:spPr>
          <a:prstGeom prst="rect">
            <a:avLst/>
          </a:prstGeom>
        </p:spPr>
        <p:txBody>
          <a:bodyPr/>
          <a:lstStyle/>
          <a:p>
            <a:r>
              <a:t>Smart collections are where collections get really powerful.</a:t>
            </a:r>
          </a:p>
          <a:p>
            <a:endParaRPr/>
          </a:p>
          <a:p>
            <a:r>
              <a:t>You run a search, then save it as a smart collection — and it stays up to date automatically.</a:t>
            </a:r>
          </a:p>
          <a:p>
            <a:endParaRPr/>
          </a:p>
          <a:p>
            <a:r>
              <a:t>So instead of manually maintaining a list, the system maintains it for you based on criteria like tags, metadata fields, dates, or other filters.</a:t>
            </a:r>
          </a:p>
          <a:p>
            <a:endParaRPr/>
          </a:p>
          <a:p>
            <a:r>
              <a:t>The trick is: keep the rules understandable.</a:t>
            </a:r>
          </a:p>
          <a:p>
            <a:endParaRPr/>
          </a:p>
          <a:p>
            <a:r>
              <a:t>Smart collections that only one person understands become fragile.</a:t>
            </a:r>
          </a:p>
          <a:p>
            <a:r>
              <a:t>Smart collections that match business language become durable.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27" name="Shape 2227"/>
          <p:cNvSpPr>
            <a:spLocks noGrp="1" noRot="1" noChangeAspect="1"/>
          </p:cNvSpPr>
          <p:nvPr>
            <p:ph type="sldImg"/>
          </p:nvPr>
        </p:nvSpPr>
        <p:spPr>
          <a:prstGeom prst="rect">
            <a:avLst/>
          </a:prstGeom>
        </p:spPr>
        <p:txBody>
          <a:bodyPr/>
          <a:lstStyle/>
          <a:p>
            <a:endParaRPr/>
          </a:p>
        </p:txBody>
      </p:sp>
      <p:sp>
        <p:nvSpPr>
          <p:cNvPr id="2228" name="Shape 2228"/>
          <p:cNvSpPr>
            <a:spLocks noGrp="1"/>
          </p:cNvSpPr>
          <p:nvPr>
            <p:ph type="body" sz="quarter" idx="1"/>
          </p:nvPr>
        </p:nvSpPr>
        <p:spPr>
          <a:prstGeom prst="rect">
            <a:avLst/>
          </a:prstGeom>
        </p:spPr>
        <p:txBody>
          <a:bodyPr/>
          <a:lstStyle/>
          <a:p>
            <a:r>
              <a:t>Link Share is a very practical feature: it gives time-limited anonymous access to assets or folders.</a:t>
            </a:r>
          </a:p>
          <a:p>
            <a:endParaRPr/>
          </a:p>
          <a:p>
            <a:r>
              <a:t>This is often used for external sharing: agencies, partners, internal stakeholders without direct access.</a:t>
            </a:r>
          </a:p>
          <a:p>
            <a:endParaRPr/>
          </a:p>
          <a:p>
            <a:r>
              <a:t>The key controls are:</a:t>
            </a:r>
          </a:p>
          <a:p>
            <a:endParaRPr/>
          </a:p>
          <a:p>
            <a:r>
              <a:t>time limitation</a:t>
            </a:r>
          </a:p>
          <a:p>
            <a:endParaRPr/>
          </a:p>
          <a:p>
            <a:r>
              <a:t>multi-select</a:t>
            </a:r>
          </a:p>
          <a:p>
            <a:endParaRPr/>
          </a:p>
          <a:p>
            <a:r>
              <a:t>and download methods (direct or via download inbox)</a:t>
            </a:r>
          </a:p>
          <a:p>
            <a:endParaRPr/>
          </a:p>
          <a:p>
            <a:r>
              <a:t>In enterprise contexts, link sharing needs governance — because it’s very easy to overshare if teams treat it casually. So we’ll understand the feature, but we’ll also talk about “use it intentionally.”</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35" name="Shape 2235"/>
          <p:cNvSpPr>
            <a:spLocks noGrp="1" noRot="1" noChangeAspect="1"/>
          </p:cNvSpPr>
          <p:nvPr>
            <p:ph type="sldImg"/>
          </p:nvPr>
        </p:nvSpPr>
        <p:spPr>
          <a:prstGeom prst="rect">
            <a:avLst/>
          </a:prstGeom>
        </p:spPr>
        <p:txBody>
          <a:bodyPr/>
          <a:lstStyle/>
          <a:p>
            <a:endParaRPr/>
          </a:p>
        </p:txBody>
      </p:sp>
      <p:sp>
        <p:nvSpPr>
          <p:cNvPr id="2236" name="Shape 2236"/>
          <p:cNvSpPr>
            <a:spLocks noGrp="1"/>
          </p:cNvSpPr>
          <p:nvPr>
            <p:ph type="body" sz="quarter" idx="1"/>
          </p:nvPr>
        </p:nvSpPr>
        <p:spPr>
          <a:prstGeom prst="rect">
            <a:avLst/>
          </a:prstGeom>
        </p:spPr>
        <p:txBody>
          <a:bodyPr/>
          <a:lstStyle/>
          <a:p>
            <a:r>
              <a:t>This slide is basically: “there are more collaboration features, but we’re not covering them today.”</a:t>
            </a:r>
          </a:p>
          <a:p>
            <a:endParaRPr/>
          </a:p>
          <a:p>
            <a:r>
              <a:t>Annotations exist and can be useful, especially for lightweight review.</a:t>
            </a:r>
          </a:p>
          <a:p>
            <a:endParaRPr/>
          </a:p>
          <a:p>
            <a:r>
              <a:t>Tasks exist, but in many enterprise DAM setups they’re not heavily used — because work management is often handled in dedicated tools like Workfront. So we won’t go deep on tasks today.</a:t>
            </a:r>
          </a:p>
          <a:p>
            <a:endParaRPr/>
          </a:p>
          <a:p>
            <a:r>
              <a:t>Relations are straightforward in Assets View and work the same way as in Admin View.   They are a mechanism for associating one asset with another.  A common example is an image with restricted use rules that should be associated with a PDF explaining the detaIls.</a:t>
            </a:r>
            <a:br/>
            <a:endParaRPr/>
          </a:p>
          <a:p>
            <a:r>
              <a:t>We cover relations in our full AEM Assets courses, so we won’t spend time here.</a:t>
            </a:r>
          </a:p>
          <a:p>
            <a:endParaRPr/>
          </a:p>
          <a:p>
            <a:r>
              <a:t>And finally, Creative Cloud integrations and Libraries are valuable and allow us to multiple Adobe Asset sources and solutions, but we’re leaving them out purely due to time. If you need that area, the right approach is: read the documentation and treat it as a separate enablement topic.</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43" name="Shape 2243"/>
          <p:cNvSpPr>
            <a:spLocks noGrp="1" noRot="1" noChangeAspect="1"/>
          </p:cNvSpPr>
          <p:nvPr>
            <p:ph type="sldImg"/>
          </p:nvPr>
        </p:nvSpPr>
        <p:spPr>
          <a:prstGeom prst="rect">
            <a:avLst/>
          </a:prstGeom>
        </p:spPr>
        <p:txBody>
          <a:bodyPr/>
          <a:lstStyle/>
          <a:p>
            <a:endParaRPr/>
          </a:p>
        </p:txBody>
      </p:sp>
      <p:sp>
        <p:nvSpPr>
          <p:cNvPr id="2244" name="Shape 2244"/>
          <p:cNvSpPr>
            <a:spLocks noGrp="1"/>
          </p:cNvSpPr>
          <p:nvPr>
            <p:ph type="body" sz="quarter" idx="1"/>
          </p:nvPr>
        </p:nvSpPr>
        <p:spPr>
          <a:prstGeom prst="rect">
            <a:avLst/>
          </a:prstGeom>
        </p:spPr>
        <p:txBody>
          <a:bodyPr/>
          <a:lstStyle/>
          <a:p>
            <a:r>
              <a:t>We will though cover something that is a great feature of Assets and fun to experiment with - a bit more visual and exciting!</a:t>
            </a:r>
            <a:br/>
            <a:br/>
            <a:r>
              <a:t>Dynamic Media Templates are a capability that has been available in Dynamic Media for some years but it is made accessible and much easier to use in Assets View.  </a:t>
            </a:r>
          </a:p>
          <a:p>
            <a:endParaRPr/>
          </a:p>
          <a:p>
            <a:r>
              <a:t>Templates allow organizations to scale creative output while maintaining brand consistency. A designer creates a master template once, linking certain elements—like text fields, colors, or image slots—to dynamic parameters.</a:t>
            </a:r>
          </a:p>
          <a:p>
            <a:br/>
            <a:endParaRPr/>
          </a:p>
          <a:p>
            <a:r>
              <a:t>Business users can then open the template in Assets View and generate their own on-brand variations. For example, a marketer can swap in new product shots, update a headline, or localize text for a region, all without touching Photoshop or Illustrator.</a:t>
            </a:r>
          </a:p>
          <a:p>
            <a:br/>
            <a:endParaRPr/>
          </a:p>
          <a:p>
            <a:r>
              <a:t>Because parameters are controlled in AEM, users can only edit what the designer intended. Fonts, layouts, and brand rules stay locked, so the output remains consistent while still supporting personalization and localization.</a:t>
            </a:r>
          </a:p>
          <a:p>
            <a:br/>
            <a:endParaRPr/>
          </a:p>
          <a:p>
            <a:r>
              <a:t>This dramatically reduces turnaround time for campaigns and ensures every asset variation stays on brand—at scale.</a:t>
            </a:r>
          </a:p>
          <a:p>
            <a:br/>
            <a:endParaRPr/>
          </a:p>
          <a:p>
            <a:r>
              <a:t>We won't go deeper in to templates today, and the takeaway for power users is just that the new feature is available in Assets View.</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1" name="Shape 2251"/>
          <p:cNvSpPr>
            <a:spLocks noGrp="1" noRot="1" noChangeAspect="1"/>
          </p:cNvSpPr>
          <p:nvPr>
            <p:ph type="sldImg"/>
          </p:nvPr>
        </p:nvSpPr>
        <p:spPr>
          <a:prstGeom prst="rect">
            <a:avLst/>
          </a:prstGeom>
        </p:spPr>
        <p:txBody>
          <a:bodyPr/>
          <a:lstStyle/>
          <a:p>
            <a:endParaRPr/>
          </a:p>
        </p:txBody>
      </p:sp>
      <p:sp>
        <p:nvSpPr>
          <p:cNvPr id="2252" name="Shape 2252"/>
          <p:cNvSpPr>
            <a:spLocks noGrp="1"/>
          </p:cNvSpPr>
          <p:nvPr>
            <p:ph type="body" sz="quarter" idx="1"/>
          </p:nvPr>
        </p:nvSpPr>
        <p:spPr>
          <a:prstGeom prst="rect">
            <a:avLst/>
          </a:prstGeom>
        </p:spPr>
        <p:txBody>
          <a:bodyPr/>
          <a:lstStyle/>
          <a:p>
            <a:r>
              <a:t>So where is this strange mix of admin and assets view going? Well…</a:t>
            </a:r>
            <a:br/>
            <a:endParaRPr/>
          </a:p>
          <a:p>
            <a:pPr>
              <a:defRPr b="1"/>
            </a:pPr>
            <a:r>
              <a:t>Click</a:t>
            </a:r>
          </a:p>
          <a:p>
            <a:endParaRPr/>
          </a:p>
          <a:p>
            <a:r>
              <a:t>The future of assets is in Assets View, with ContentHub as the asset distribution portal.</a:t>
            </a:r>
          </a:p>
          <a:p>
            <a:endParaRPr/>
          </a:p>
          <a:p>
            <a:pPr>
              <a:defRPr b="1"/>
            </a:pPr>
            <a:r>
              <a:t>Click</a:t>
            </a:r>
          </a:p>
          <a:p>
            <a:endParaRPr/>
          </a:p>
          <a:p>
            <a:r>
              <a:t>Where possible Adobe encourages customers to adopt Assets View for future-proofing.</a:t>
            </a:r>
          </a:p>
          <a:p>
            <a:endParaRPr/>
          </a:p>
          <a:p>
            <a:pPr>
              <a:defRPr b="1"/>
            </a:pPr>
            <a:r>
              <a:t>Click</a:t>
            </a:r>
          </a:p>
          <a:p>
            <a:endParaRPr/>
          </a:p>
          <a:p>
            <a:r>
              <a:t>New features and innovations — such as natural language search, and the sophisticated  </a:t>
            </a:r>
            <a:r>
              <a:rPr i="1"/>
              <a:t>_Dynamic Media Template_ </a:t>
            </a:r>
            <a:r>
              <a:t>editor — are launching exclusively in Assets View. Also admin and configuration features will be added to Assets View as we move towards feature parity.</a:t>
            </a:r>
            <a:br/>
            <a:br/>
            <a:r>
              <a:rPr b="1"/>
              <a:t>Click</a:t>
            </a:r>
          </a:p>
          <a:p>
            <a:endParaRPr b="1"/>
          </a:p>
          <a:p>
            <a:r>
              <a:t>Despite that, for the time being Admin View (Touch UI) is still essential and continues to be supported. There is no end of life date.</a:t>
            </a:r>
            <a:br/>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0" name="Shape 2260"/>
          <p:cNvSpPr>
            <a:spLocks noGrp="1" noRot="1" noChangeAspect="1"/>
          </p:cNvSpPr>
          <p:nvPr>
            <p:ph type="sldImg"/>
          </p:nvPr>
        </p:nvSpPr>
        <p:spPr>
          <a:prstGeom prst="rect">
            <a:avLst/>
          </a:prstGeom>
        </p:spPr>
        <p:txBody>
          <a:bodyPr/>
          <a:lstStyle/>
          <a:p>
            <a:endParaRPr/>
          </a:p>
        </p:txBody>
      </p:sp>
      <p:sp>
        <p:nvSpPr>
          <p:cNvPr id="2261" name="Shape 2261"/>
          <p:cNvSpPr>
            <a:spLocks noGrp="1"/>
          </p:cNvSpPr>
          <p:nvPr>
            <p:ph type="body" sz="quarter" idx="1"/>
          </p:nvPr>
        </p:nvSpPr>
        <p:spPr>
          <a:prstGeom prst="rect">
            <a:avLst/>
          </a:prstGeom>
        </p:spPr>
        <p:txBody>
          <a:bodyPr/>
          <a:lstStyle/>
          <a:p>
            <a:pPr>
              <a:defRPr b="1">
                <a:latin typeface="Adobe Clean"/>
                <a:ea typeface="Adobe Clean"/>
                <a:cs typeface="Adobe Clean"/>
                <a:sym typeface="Adobe Clean"/>
              </a:defRPr>
            </a:pPr>
            <a:r>
              <a:t>TALK</a:t>
            </a:r>
          </a:p>
          <a:p>
            <a:pPr marL="181240" indent="-181240">
              <a:buSzPct val="100000"/>
              <a:buFont typeface="Symbol"/>
              <a:buChar char="·"/>
              <a:defRPr>
                <a:latin typeface="Adobe Clean"/>
                <a:ea typeface="Adobe Clean"/>
                <a:cs typeface="Adobe Clean"/>
                <a:sym typeface="Adobe Clean"/>
              </a:defRPr>
            </a:pPr>
            <a:r>
              <a:t>Any final questions?</a:t>
            </a:r>
          </a:p>
          <a:p>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cSld name="Title Slide ">
    <p:bg>
      <p:bgPr>
        <a:solidFill>
          <a:schemeClr val="accent6"/>
        </a:solidFill>
        <a:effectLst/>
      </p:bgPr>
    </p:bg>
    <p:spTree>
      <p:nvGrpSpPr>
        <p:cNvPr id="1" name=""/>
        <p:cNvGrpSpPr/>
        <p:nvPr/>
      </p:nvGrpSpPr>
      <p:grpSpPr>
        <a:xfrm>
          <a:off x="0" y="0"/>
          <a:ext cx="0" cy="0"/>
          <a:chOff x="0" y="0"/>
          <a:chExt cx="0" cy="0"/>
        </a:xfrm>
      </p:grpSpPr>
      <p:sp>
        <p:nvSpPr>
          <p:cNvPr id="12" name="Title Text"/>
          <p:cNvSpPr txBox="1">
            <a:spLocks noGrp="1"/>
          </p:cNvSpPr>
          <p:nvPr>
            <p:ph type="title"/>
          </p:nvPr>
        </p:nvSpPr>
        <p:spPr>
          <a:xfrm>
            <a:off x="609600" y="1122362"/>
            <a:ext cx="10972800" cy="2387601"/>
          </a:xfrm>
          <a:prstGeom prst="rect">
            <a:avLst/>
          </a:prstGeom>
        </p:spPr>
        <p:txBody>
          <a:bodyPr anchor="b"/>
          <a:lstStyle>
            <a:lvl1pPr>
              <a:defRPr sz="7700" b="1" spc="-120">
                <a:solidFill>
                  <a:srgbClr val="FFFFFF"/>
                </a:solidFill>
              </a:defRPr>
            </a:lvl1pPr>
          </a:lstStyle>
          <a:p>
            <a:r>
              <a:t>Title Text</a:t>
            </a:r>
          </a:p>
        </p:txBody>
      </p:sp>
      <p:sp>
        <p:nvSpPr>
          <p:cNvPr id="13" name="Body Level One…"/>
          <p:cNvSpPr txBox="1">
            <a:spLocks noGrp="1"/>
          </p:cNvSpPr>
          <p:nvPr>
            <p:ph type="body" sz="half" idx="1"/>
          </p:nvPr>
        </p:nvSpPr>
        <p:spPr>
          <a:xfrm>
            <a:off x="609600" y="3602037"/>
            <a:ext cx="10972800" cy="1655763"/>
          </a:xfrm>
          <a:prstGeom prst="rect">
            <a:avLst/>
          </a:prstGeom>
        </p:spPr>
        <p:txBody>
          <a:bodyPr>
            <a:normAutofit/>
          </a:bodyPr>
          <a:lstStyle>
            <a:lvl1pPr>
              <a:buFontTx/>
              <a:defRPr sz="2400">
                <a:solidFill>
                  <a:srgbClr val="FFFFFF"/>
                </a:solidFill>
              </a:defRPr>
            </a:lvl1pPr>
            <a:lvl2pPr indent="457200">
              <a:buFontTx/>
              <a:defRPr sz="2400">
                <a:solidFill>
                  <a:srgbClr val="FFFFFF"/>
                </a:solidFill>
              </a:defRPr>
            </a:lvl2pPr>
            <a:lvl3pPr indent="914400">
              <a:buFontTx/>
              <a:defRPr sz="2400">
                <a:solidFill>
                  <a:srgbClr val="FFFFFF"/>
                </a:solidFill>
              </a:defRPr>
            </a:lvl3pPr>
            <a:lvl4pPr indent="1371600">
              <a:buFontTx/>
              <a:defRPr sz="2400">
                <a:solidFill>
                  <a:srgbClr val="FFFFFF"/>
                </a:solidFill>
              </a:defRPr>
            </a:lvl4pPr>
            <a:lvl5pPr indent="1828800">
              <a:buFontTx/>
              <a:defRPr sz="2400">
                <a:solidFill>
                  <a:srgbClr val="FFFFFF"/>
                </a:solidFill>
              </a:defRPr>
            </a:lvl5pPr>
          </a:lstStyle>
          <a:p>
            <a:r>
              <a:t>Body Level One</a:t>
            </a:r>
          </a:p>
          <a:p>
            <a:pPr lvl="1"/>
            <a:r>
              <a:t>Body Level Two</a:t>
            </a:r>
          </a:p>
          <a:p>
            <a:pPr lvl="2"/>
            <a:r>
              <a:t>Body Level Three</a:t>
            </a:r>
          </a:p>
          <a:p>
            <a:pPr lvl="3"/>
            <a:r>
              <a:t>Body Level Four</a:t>
            </a:r>
          </a:p>
          <a:p>
            <a:pPr lvl="4"/>
            <a:r>
              <a:t>Body Level Five</a:t>
            </a:r>
          </a:p>
        </p:txBody>
      </p:sp>
      <p:pic>
        <p:nvPicPr>
          <p:cNvPr id="14" name="Picture 3" descr="Picture 3"/>
          <p:cNvPicPr>
            <a:picLocks noChangeAspect="1"/>
          </p:cNvPicPr>
          <p:nvPr/>
        </p:nvPicPr>
        <p:blipFill>
          <a:blip r:embed="rId2"/>
          <a:stretch>
            <a:fillRect/>
          </a:stretch>
        </p:blipFill>
        <p:spPr>
          <a:xfrm>
            <a:off x="619000" y="5997507"/>
            <a:ext cx="1316737" cy="318212"/>
          </a:xfrm>
          <a:prstGeom prst="rect">
            <a:avLst/>
          </a:prstGeom>
          <a:ln w="12700">
            <a:miter lim="400000"/>
          </a:ln>
        </p:spPr>
      </p:pic>
      <p:sp>
        <p:nvSpPr>
          <p:cNvPr id="1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Title Slide - Light">
    <p:spTree>
      <p:nvGrpSpPr>
        <p:cNvPr id="1" name=""/>
        <p:cNvGrpSpPr/>
        <p:nvPr/>
      </p:nvGrpSpPr>
      <p:grpSpPr>
        <a:xfrm>
          <a:off x="0" y="0"/>
          <a:ext cx="0" cy="0"/>
          <a:chOff x="0" y="0"/>
          <a:chExt cx="0" cy="0"/>
        </a:xfrm>
      </p:grpSpPr>
      <p:sp>
        <p:nvSpPr>
          <p:cNvPr id="22" name="Title Text"/>
          <p:cNvSpPr txBox="1">
            <a:spLocks noGrp="1"/>
          </p:cNvSpPr>
          <p:nvPr>
            <p:ph type="title"/>
          </p:nvPr>
        </p:nvSpPr>
        <p:spPr>
          <a:xfrm>
            <a:off x="609600" y="1122362"/>
            <a:ext cx="10972800" cy="2387601"/>
          </a:xfrm>
          <a:prstGeom prst="rect">
            <a:avLst/>
          </a:prstGeom>
        </p:spPr>
        <p:txBody>
          <a:bodyPr anchor="b"/>
          <a:lstStyle>
            <a:lvl1pPr>
              <a:defRPr sz="7700" b="1" spc="-120"/>
            </a:lvl1pPr>
          </a:lstStyle>
          <a:p>
            <a:r>
              <a:t>Title Text</a:t>
            </a:r>
          </a:p>
        </p:txBody>
      </p:sp>
      <p:sp>
        <p:nvSpPr>
          <p:cNvPr id="23" name="Body Level One…"/>
          <p:cNvSpPr txBox="1">
            <a:spLocks noGrp="1"/>
          </p:cNvSpPr>
          <p:nvPr>
            <p:ph type="body" sz="half" idx="1"/>
          </p:nvPr>
        </p:nvSpPr>
        <p:spPr>
          <a:xfrm>
            <a:off x="609600" y="3602037"/>
            <a:ext cx="10972800" cy="1655763"/>
          </a:xfrm>
          <a:prstGeom prst="rect">
            <a:avLst/>
          </a:prstGeom>
        </p:spPr>
        <p:txBody>
          <a:bodyPr>
            <a:normAutofit/>
          </a:bodyPr>
          <a:lstStyle>
            <a:lvl1pPr>
              <a:buFontTx/>
              <a:defRPr sz="2400"/>
            </a:lvl1pPr>
            <a:lvl2pPr indent="457200">
              <a:buFontTx/>
              <a:defRPr sz="2400"/>
            </a:lvl2pPr>
            <a:lvl3pPr indent="914400">
              <a:buFontTx/>
              <a:defRPr sz="2400"/>
            </a:lvl3pPr>
            <a:lvl4pPr indent="1371600">
              <a:buFontTx/>
              <a:defRPr sz="2400"/>
            </a:lvl4pPr>
            <a:lvl5pPr indent="1828800">
              <a:buFontTx/>
              <a:defRPr sz="2400"/>
            </a:lvl5pPr>
          </a:lstStyle>
          <a:p>
            <a:r>
              <a:t>Body Level One</a:t>
            </a:r>
          </a:p>
          <a:p>
            <a:pPr lvl="1"/>
            <a:r>
              <a:t>Body Level Two</a:t>
            </a:r>
          </a:p>
          <a:p>
            <a:pPr lvl="2"/>
            <a:r>
              <a:t>Body Level Three</a:t>
            </a:r>
          </a:p>
          <a:p>
            <a:pPr lvl="3"/>
            <a:r>
              <a:t>Body Level Four</a:t>
            </a:r>
          </a:p>
          <a:p>
            <a:pPr lvl="4"/>
            <a:r>
              <a:t>Body Level Five</a:t>
            </a:r>
          </a:p>
        </p:txBody>
      </p:sp>
      <p:pic>
        <p:nvPicPr>
          <p:cNvPr id="24" name="Picture 4" descr="Picture 4"/>
          <p:cNvPicPr>
            <a:picLocks noChangeAspect="1"/>
          </p:cNvPicPr>
          <p:nvPr/>
        </p:nvPicPr>
        <p:blipFill>
          <a:blip r:embed="rId2"/>
          <a:stretch>
            <a:fillRect/>
          </a:stretch>
        </p:blipFill>
        <p:spPr>
          <a:xfrm>
            <a:off x="617027" y="6003485"/>
            <a:ext cx="1316737" cy="318213"/>
          </a:xfrm>
          <a:prstGeom prst="rect">
            <a:avLst/>
          </a:prstGeom>
          <a:ln w="12700">
            <a:miter lim="400000"/>
          </a:ln>
        </p:spPr>
      </p:pic>
      <p:sp>
        <p:nvSpPr>
          <p:cNvPr id="2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Slide - Dark">
    <p:bg>
      <p:bgPr>
        <a:solidFill>
          <a:srgbClr val="000000"/>
        </a:solidFill>
        <a:effectLst/>
      </p:bgPr>
    </p:bg>
    <p:spTree>
      <p:nvGrpSpPr>
        <p:cNvPr id="1" name=""/>
        <p:cNvGrpSpPr/>
        <p:nvPr/>
      </p:nvGrpSpPr>
      <p:grpSpPr>
        <a:xfrm>
          <a:off x="0" y="0"/>
          <a:ext cx="0" cy="0"/>
          <a:chOff x="0" y="0"/>
          <a:chExt cx="0" cy="0"/>
        </a:xfrm>
      </p:grpSpPr>
      <p:sp>
        <p:nvSpPr>
          <p:cNvPr id="32" name="Title Text"/>
          <p:cNvSpPr txBox="1">
            <a:spLocks noGrp="1"/>
          </p:cNvSpPr>
          <p:nvPr>
            <p:ph type="title"/>
          </p:nvPr>
        </p:nvSpPr>
        <p:spPr>
          <a:xfrm>
            <a:off x="609600" y="1122362"/>
            <a:ext cx="10972800" cy="2387601"/>
          </a:xfrm>
          <a:prstGeom prst="rect">
            <a:avLst/>
          </a:prstGeom>
        </p:spPr>
        <p:txBody>
          <a:bodyPr anchor="b"/>
          <a:lstStyle>
            <a:lvl1pPr>
              <a:defRPr sz="7700" b="1" spc="-120">
                <a:solidFill>
                  <a:srgbClr val="FFFFFF"/>
                </a:solidFill>
              </a:defRPr>
            </a:lvl1pPr>
          </a:lstStyle>
          <a:p>
            <a:r>
              <a:t>Title Text</a:t>
            </a:r>
          </a:p>
        </p:txBody>
      </p:sp>
      <p:sp>
        <p:nvSpPr>
          <p:cNvPr id="33" name="Body Level One…"/>
          <p:cNvSpPr txBox="1">
            <a:spLocks noGrp="1"/>
          </p:cNvSpPr>
          <p:nvPr>
            <p:ph type="body" sz="half" idx="1"/>
          </p:nvPr>
        </p:nvSpPr>
        <p:spPr>
          <a:xfrm>
            <a:off x="609600" y="3602037"/>
            <a:ext cx="10972800" cy="1655763"/>
          </a:xfrm>
          <a:prstGeom prst="rect">
            <a:avLst/>
          </a:prstGeom>
        </p:spPr>
        <p:txBody>
          <a:bodyPr>
            <a:normAutofit/>
          </a:bodyPr>
          <a:lstStyle>
            <a:lvl1pPr>
              <a:buFontTx/>
              <a:defRPr sz="2400">
                <a:solidFill>
                  <a:srgbClr val="FFFFFF"/>
                </a:solidFill>
              </a:defRPr>
            </a:lvl1pPr>
            <a:lvl2pPr indent="457200">
              <a:buFontTx/>
              <a:defRPr sz="2400">
                <a:solidFill>
                  <a:srgbClr val="FFFFFF"/>
                </a:solidFill>
              </a:defRPr>
            </a:lvl2pPr>
            <a:lvl3pPr indent="914400">
              <a:buFontTx/>
              <a:defRPr sz="2400">
                <a:solidFill>
                  <a:srgbClr val="FFFFFF"/>
                </a:solidFill>
              </a:defRPr>
            </a:lvl3pPr>
            <a:lvl4pPr indent="1371600">
              <a:buFontTx/>
              <a:defRPr sz="2400">
                <a:solidFill>
                  <a:srgbClr val="FFFFFF"/>
                </a:solidFill>
              </a:defRPr>
            </a:lvl4pPr>
            <a:lvl5pPr indent="1828800">
              <a:buFontTx/>
              <a:defRPr sz="2400">
                <a:solidFill>
                  <a:srgbClr val="FFFFFF"/>
                </a:solidFill>
              </a:defRPr>
            </a:lvl5pPr>
          </a:lstStyle>
          <a:p>
            <a:r>
              <a:t>Body Level One</a:t>
            </a:r>
          </a:p>
          <a:p>
            <a:pPr lvl="1"/>
            <a:r>
              <a:t>Body Level Two</a:t>
            </a:r>
          </a:p>
          <a:p>
            <a:pPr lvl="2"/>
            <a:r>
              <a:t>Body Level Three</a:t>
            </a:r>
          </a:p>
          <a:p>
            <a:pPr lvl="3"/>
            <a:r>
              <a:t>Body Level Four</a:t>
            </a:r>
          </a:p>
          <a:p>
            <a:pPr lvl="4"/>
            <a:r>
              <a:t>Body Level Five</a:t>
            </a:r>
          </a:p>
        </p:txBody>
      </p:sp>
      <p:pic>
        <p:nvPicPr>
          <p:cNvPr id="34" name="Picture 4" descr="Picture 4"/>
          <p:cNvPicPr>
            <a:picLocks noChangeAspect="1"/>
          </p:cNvPicPr>
          <p:nvPr/>
        </p:nvPicPr>
        <p:blipFill>
          <a:blip r:embed="rId2"/>
          <a:stretch>
            <a:fillRect/>
          </a:stretch>
        </p:blipFill>
        <p:spPr>
          <a:xfrm>
            <a:off x="617027" y="6003485"/>
            <a:ext cx="1316737" cy="318213"/>
          </a:xfrm>
          <a:prstGeom prst="rect">
            <a:avLst/>
          </a:prstGeom>
          <a:ln w="12700">
            <a:miter lim="400000"/>
          </a:ln>
        </p:spPr>
      </p:pic>
      <p:sp>
        <p:nvSpPr>
          <p:cNvPr id="3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itle Slide with Image - Light">
    <p:spTree>
      <p:nvGrpSpPr>
        <p:cNvPr id="1" name=""/>
        <p:cNvGrpSpPr/>
        <p:nvPr/>
      </p:nvGrpSpPr>
      <p:grpSpPr>
        <a:xfrm>
          <a:off x="0" y="0"/>
          <a:ext cx="0" cy="0"/>
          <a:chOff x="0" y="0"/>
          <a:chExt cx="0" cy="0"/>
        </a:xfrm>
      </p:grpSpPr>
      <p:sp>
        <p:nvSpPr>
          <p:cNvPr id="42" name="Title Text"/>
          <p:cNvSpPr txBox="1">
            <a:spLocks noGrp="1"/>
          </p:cNvSpPr>
          <p:nvPr>
            <p:ph type="title"/>
          </p:nvPr>
        </p:nvSpPr>
        <p:spPr>
          <a:xfrm>
            <a:off x="609598" y="426061"/>
            <a:ext cx="5334003" cy="2387601"/>
          </a:xfrm>
          <a:prstGeom prst="rect">
            <a:avLst/>
          </a:prstGeom>
        </p:spPr>
        <p:txBody>
          <a:bodyPr anchor="b"/>
          <a:lstStyle>
            <a:lvl1pPr>
              <a:defRPr sz="5400" b="1" spc="-120"/>
            </a:lvl1pPr>
          </a:lstStyle>
          <a:p>
            <a:r>
              <a:t>Title Text</a:t>
            </a:r>
          </a:p>
        </p:txBody>
      </p:sp>
      <p:sp>
        <p:nvSpPr>
          <p:cNvPr id="43" name="Body Level One…"/>
          <p:cNvSpPr txBox="1">
            <a:spLocks noGrp="1"/>
          </p:cNvSpPr>
          <p:nvPr>
            <p:ph type="body" sz="quarter" idx="1"/>
          </p:nvPr>
        </p:nvSpPr>
        <p:spPr>
          <a:xfrm>
            <a:off x="609598" y="3012925"/>
            <a:ext cx="5334003" cy="1655763"/>
          </a:xfrm>
          <a:prstGeom prst="rect">
            <a:avLst/>
          </a:prstGeom>
        </p:spPr>
        <p:txBody>
          <a:bodyPr>
            <a:normAutofit/>
          </a:bodyPr>
          <a:lstStyle>
            <a:lvl1pPr>
              <a:buFontTx/>
              <a:defRPr sz="2400"/>
            </a:lvl1pPr>
            <a:lvl2pPr indent="457200">
              <a:buFontTx/>
              <a:defRPr sz="2400"/>
            </a:lvl2pPr>
            <a:lvl3pPr indent="914400">
              <a:buFontTx/>
              <a:defRPr sz="2400"/>
            </a:lvl3pPr>
            <a:lvl4pPr indent="1371600">
              <a:buFontTx/>
              <a:defRPr sz="2400"/>
            </a:lvl4pPr>
            <a:lvl5pPr indent="1828800">
              <a:buFontTx/>
              <a:defRPr sz="2400"/>
            </a:lvl5pPr>
          </a:lstStyle>
          <a:p>
            <a:r>
              <a:t>Body Level One</a:t>
            </a:r>
          </a:p>
          <a:p>
            <a:pPr lvl="1"/>
            <a:r>
              <a:t>Body Level Two</a:t>
            </a:r>
          </a:p>
          <a:p>
            <a:pPr lvl="2"/>
            <a:r>
              <a:t>Body Level Three</a:t>
            </a:r>
          </a:p>
          <a:p>
            <a:pPr lvl="3"/>
            <a:r>
              <a:t>Body Level Four</a:t>
            </a:r>
          </a:p>
          <a:p>
            <a:pPr lvl="4"/>
            <a:r>
              <a:t>Body Level Five</a:t>
            </a:r>
          </a:p>
        </p:txBody>
      </p:sp>
      <p:sp>
        <p:nvSpPr>
          <p:cNvPr id="44" name="Picture Placeholder 7"/>
          <p:cNvSpPr>
            <a:spLocks noGrp="1"/>
          </p:cNvSpPr>
          <p:nvPr>
            <p:ph type="pic" idx="21"/>
          </p:nvPr>
        </p:nvSpPr>
        <p:spPr>
          <a:xfrm>
            <a:off x="6096000" y="0"/>
            <a:ext cx="6096000" cy="6858000"/>
          </a:xfrm>
          <a:prstGeom prst="rect">
            <a:avLst/>
          </a:prstGeom>
        </p:spPr>
        <p:txBody>
          <a:bodyPr lIns="91439" tIns="45719" rIns="91439" bIns="45719"/>
          <a:lstStyle/>
          <a:p>
            <a:endParaRPr/>
          </a:p>
        </p:txBody>
      </p:sp>
      <p:pic>
        <p:nvPicPr>
          <p:cNvPr id="45" name="Picture 4" descr="Picture 4"/>
          <p:cNvPicPr>
            <a:picLocks noChangeAspect="1"/>
          </p:cNvPicPr>
          <p:nvPr/>
        </p:nvPicPr>
        <p:blipFill>
          <a:blip r:embed="rId2"/>
          <a:stretch>
            <a:fillRect/>
          </a:stretch>
        </p:blipFill>
        <p:spPr>
          <a:xfrm>
            <a:off x="617027" y="6003485"/>
            <a:ext cx="1316737" cy="318213"/>
          </a:xfrm>
          <a:prstGeom prst="rect">
            <a:avLst/>
          </a:prstGeom>
          <a:ln w="12700">
            <a:miter lim="400000"/>
          </a:ln>
        </p:spPr>
      </p:pic>
      <p:sp>
        <p:nvSpPr>
          <p:cNvPr id="4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Section Divider">
    <p:spTree>
      <p:nvGrpSpPr>
        <p:cNvPr id="1" name=""/>
        <p:cNvGrpSpPr/>
        <p:nvPr/>
      </p:nvGrpSpPr>
      <p:grpSpPr>
        <a:xfrm>
          <a:off x="0" y="0"/>
          <a:ext cx="0" cy="0"/>
          <a:chOff x="0" y="0"/>
          <a:chExt cx="0" cy="0"/>
        </a:xfrm>
      </p:grpSpPr>
      <p:sp>
        <p:nvSpPr>
          <p:cNvPr id="53" name="Title Text"/>
          <p:cNvSpPr txBox="1">
            <a:spLocks noGrp="1"/>
          </p:cNvSpPr>
          <p:nvPr>
            <p:ph type="title"/>
          </p:nvPr>
        </p:nvSpPr>
        <p:spPr>
          <a:prstGeom prst="rect">
            <a:avLst/>
          </a:prstGeom>
        </p:spPr>
        <p:txBody>
          <a:bodyPr/>
          <a:lstStyle/>
          <a:p>
            <a:r>
              <a:t>Title Text</a:t>
            </a:r>
          </a:p>
        </p:txBody>
      </p:sp>
      <p:sp>
        <p:nvSpPr>
          <p:cNvPr id="5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cSld name="White - Bottom Graphic">
    <p:spTree>
      <p:nvGrpSpPr>
        <p:cNvPr id="1" name=""/>
        <p:cNvGrpSpPr/>
        <p:nvPr/>
      </p:nvGrpSpPr>
      <p:grpSpPr>
        <a:xfrm>
          <a:off x="0" y="0"/>
          <a:ext cx="0" cy="0"/>
          <a:chOff x="0" y="0"/>
          <a:chExt cx="0" cy="0"/>
        </a:xfrm>
      </p:grpSpPr>
      <p:sp>
        <p:nvSpPr>
          <p:cNvPr id="61"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62"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63"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64"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65"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66"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67"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68"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69"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70"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71"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72"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73"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74"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75"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76"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77"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78"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79"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80"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81"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82"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83"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84"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85"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86"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87"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88"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89" name="Title Text"/>
          <p:cNvSpPr txBox="1">
            <a:spLocks noGrp="1"/>
          </p:cNvSpPr>
          <p:nvPr>
            <p:ph type="title"/>
          </p:nvPr>
        </p:nvSpPr>
        <p:spPr>
          <a:xfrm>
            <a:off x="609600" y="264084"/>
            <a:ext cx="10972800" cy="946391"/>
          </a:xfrm>
          <a:prstGeom prst="rect">
            <a:avLst/>
          </a:prstGeom>
        </p:spPr>
        <p:txBody>
          <a:bodyPr/>
          <a:lstStyle>
            <a:lvl1pPr>
              <a:defRPr sz="3200" b="1"/>
            </a:lvl1pPr>
          </a:lstStyle>
          <a:p>
            <a:r>
              <a:t>Title Text</a:t>
            </a:r>
          </a:p>
        </p:txBody>
      </p:sp>
      <p:sp>
        <p:nvSpPr>
          <p:cNvPr id="90" name="Body Level One…"/>
          <p:cNvSpPr txBox="1">
            <a:spLocks noGrp="1"/>
          </p:cNvSpPr>
          <p:nvPr>
            <p:ph type="body" idx="1"/>
          </p:nvPr>
        </p:nvSpPr>
        <p:spPr>
          <a:xfrm>
            <a:off x="609600" y="1334323"/>
            <a:ext cx="10972800" cy="4992625"/>
          </a:xfrm>
          <a:prstGeom prst="rect">
            <a:avLst/>
          </a:prstGeom>
        </p:spPr>
        <p:txBody>
          <a:bodyPr>
            <a:normAutofit/>
          </a:bodyPr>
          <a:lstStyle>
            <a:lvl1pPr>
              <a:defRPr sz="2400"/>
            </a:lvl1pPr>
            <a:lvl2pPr>
              <a:defRPr sz="2400"/>
            </a:lvl2pPr>
            <a:lvl3pPr>
              <a:defRPr sz="2400"/>
            </a:lvl3pPr>
            <a:lvl4pPr>
              <a:defRPr sz="2400"/>
            </a:lvl4pPr>
            <a:lvl5pPr>
              <a:defRPr sz="2400"/>
            </a:lvl5pPr>
          </a:lstStyle>
          <a:p>
            <a:r>
              <a:t>Body Level One</a:t>
            </a:r>
          </a:p>
          <a:p>
            <a:pPr lvl="1"/>
            <a:r>
              <a:t>Body Level Two</a:t>
            </a:r>
          </a:p>
          <a:p>
            <a:pPr lvl="2"/>
            <a:r>
              <a:t>Body Level Three</a:t>
            </a:r>
          </a:p>
          <a:p>
            <a:pPr lvl="3"/>
            <a:r>
              <a:t>Body Level Four</a:t>
            </a:r>
          </a:p>
          <a:p>
            <a:pPr lvl="4"/>
            <a:r>
              <a:t>Body Level Five</a:t>
            </a:r>
          </a:p>
        </p:txBody>
      </p:sp>
      <p:sp>
        <p:nvSpPr>
          <p:cNvPr id="91" name="Slide Number"/>
          <p:cNvSpPr txBox="1">
            <a:spLocks noGrp="1"/>
          </p:cNvSpPr>
          <p:nvPr>
            <p:ph type="sldNum" sz="quarter" idx="2"/>
          </p:nvPr>
        </p:nvSpPr>
        <p:spPr>
          <a:xfrm>
            <a:off x="11805084" y="6583680"/>
            <a:ext cx="127001" cy="1270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cSld name="Title and Content 1/2 Image">
    <p:spTree>
      <p:nvGrpSpPr>
        <p:cNvPr id="1" name=""/>
        <p:cNvGrpSpPr/>
        <p:nvPr/>
      </p:nvGrpSpPr>
      <p:grpSpPr>
        <a:xfrm>
          <a:off x="0" y="0"/>
          <a:ext cx="0" cy="0"/>
          <a:chOff x="0" y="0"/>
          <a:chExt cx="0" cy="0"/>
        </a:xfrm>
      </p:grpSpPr>
      <p:sp>
        <p:nvSpPr>
          <p:cNvPr id="9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9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10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10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02"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103"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10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10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106"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107"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108"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10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11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11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11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11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1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11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11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11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11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11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12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121"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122"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12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12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125"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126" name="Title Text"/>
          <p:cNvSpPr txBox="1">
            <a:spLocks noGrp="1"/>
          </p:cNvSpPr>
          <p:nvPr>
            <p:ph type="title"/>
          </p:nvPr>
        </p:nvSpPr>
        <p:spPr>
          <a:xfrm>
            <a:off x="609600" y="264084"/>
            <a:ext cx="4937760" cy="946391"/>
          </a:xfrm>
          <a:prstGeom prst="rect">
            <a:avLst/>
          </a:prstGeom>
        </p:spPr>
        <p:txBody>
          <a:bodyPr/>
          <a:lstStyle>
            <a:lvl1pPr>
              <a:defRPr sz="3200" b="1"/>
            </a:lvl1pPr>
          </a:lstStyle>
          <a:p>
            <a:r>
              <a:t>Title Text</a:t>
            </a:r>
          </a:p>
        </p:txBody>
      </p:sp>
      <p:sp>
        <p:nvSpPr>
          <p:cNvPr id="127" name="Body Level One…"/>
          <p:cNvSpPr txBox="1">
            <a:spLocks noGrp="1"/>
          </p:cNvSpPr>
          <p:nvPr>
            <p:ph type="body" sz="half" idx="1"/>
          </p:nvPr>
        </p:nvSpPr>
        <p:spPr>
          <a:xfrm>
            <a:off x="609600" y="1334323"/>
            <a:ext cx="4572000" cy="4992625"/>
          </a:xfrm>
          <a:prstGeom prst="rect">
            <a:avLst/>
          </a:prstGeom>
        </p:spPr>
        <p:txBody>
          <a:bodyPr>
            <a:normAutofit/>
          </a:bodyPr>
          <a:lstStyle/>
          <a:p>
            <a:r>
              <a:t>Body Level One</a:t>
            </a:r>
          </a:p>
          <a:p>
            <a:pPr lvl="1"/>
            <a:r>
              <a:t>Body Level Two</a:t>
            </a:r>
          </a:p>
          <a:p>
            <a:pPr lvl="2"/>
            <a:r>
              <a:t>Body Level Three</a:t>
            </a:r>
          </a:p>
          <a:p>
            <a:pPr lvl="3"/>
            <a:r>
              <a:t>Body Level Four</a:t>
            </a:r>
          </a:p>
          <a:p>
            <a:pPr lvl="4"/>
            <a:r>
              <a:t>Body Level Five</a:t>
            </a:r>
          </a:p>
        </p:txBody>
      </p:sp>
      <p:sp>
        <p:nvSpPr>
          <p:cNvPr id="128" name="Picture Placeholder 5"/>
          <p:cNvSpPr>
            <a:spLocks noGrp="1"/>
          </p:cNvSpPr>
          <p:nvPr>
            <p:ph type="pic" idx="21"/>
          </p:nvPr>
        </p:nvSpPr>
        <p:spPr>
          <a:xfrm>
            <a:off x="6096000" y="0"/>
            <a:ext cx="6096000" cy="6858000"/>
          </a:xfrm>
          <a:prstGeom prst="rect">
            <a:avLst/>
          </a:prstGeom>
        </p:spPr>
        <p:txBody>
          <a:bodyPr lIns="91439" tIns="45719" rIns="91439" bIns="45719"/>
          <a:lstStyle/>
          <a:p>
            <a:endParaRPr/>
          </a:p>
        </p:txBody>
      </p:sp>
      <p:sp>
        <p:nvSpPr>
          <p:cNvPr id="129" name="Blocker"/>
          <p:cNvSpPr/>
          <p:nvPr/>
        </p:nvSpPr>
        <p:spPr>
          <a:xfrm>
            <a:off x="9834006" y="6488705"/>
            <a:ext cx="1748394" cy="201955"/>
          </a:xfrm>
          <a:prstGeom prst="rect">
            <a:avLst/>
          </a:prstGeom>
          <a:solidFill>
            <a:srgbClr val="FFFFFF"/>
          </a:solidFill>
          <a:ln w="12700">
            <a:miter lim="400000"/>
          </a:ln>
        </p:spPr>
        <p:txBody>
          <a:bodyPr lIns="45719" rIns="45719" anchor="ctr"/>
          <a:lstStyle/>
          <a:p>
            <a:pPr algn="ctr">
              <a:defRPr>
                <a:solidFill>
                  <a:srgbClr val="FFFFFF"/>
                </a:solidFill>
              </a:defRPr>
            </a:pPr>
            <a:endParaRPr/>
          </a:p>
        </p:txBody>
      </p:sp>
      <p:sp>
        <p:nvSpPr>
          <p:cNvPr id="130" name="Copyright"/>
          <p:cNvSpPr txBox="1"/>
          <p:nvPr/>
        </p:nvSpPr>
        <p:spPr>
          <a:xfrm>
            <a:off x="382777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131" name="Slide Number"/>
          <p:cNvSpPr txBox="1">
            <a:spLocks noGrp="1"/>
          </p:cNvSpPr>
          <p:nvPr>
            <p:ph type="sldNum" sz="quarter" idx="2"/>
          </p:nvPr>
        </p:nvSpPr>
        <p:spPr>
          <a:xfrm>
            <a:off x="3620368" y="6583680"/>
            <a:ext cx="127001" cy="1270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Title and Content 1/3 Image">
    <p:spTree>
      <p:nvGrpSpPr>
        <p:cNvPr id="1" name=""/>
        <p:cNvGrpSpPr/>
        <p:nvPr/>
      </p:nvGrpSpPr>
      <p:grpSpPr>
        <a:xfrm>
          <a:off x="0" y="0"/>
          <a:ext cx="0" cy="0"/>
          <a:chOff x="0" y="0"/>
          <a:chExt cx="0" cy="0"/>
        </a:xfrm>
      </p:grpSpPr>
      <p:sp>
        <p:nvSpPr>
          <p:cNvPr id="13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13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14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14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42"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143"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14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14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146"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147"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148"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14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15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15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15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15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5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15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15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15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15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15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16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161"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162"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16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16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165"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166" name="Title Text"/>
          <p:cNvSpPr txBox="1">
            <a:spLocks noGrp="1"/>
          </p:cNvSpPr>
          <p:nvPr>
            <p:ph type="title"/>
          </p:nvPr>
        </p:nvSpPr>
        <p:spPr>
          <a:xfrm>
            <a:off x="609601" y="264084"/>
            <a:ext cx="6766560" cy="946391"/>
          </a:xfrm>
          <a:prstGeom prst="rect">
            <a:avLst/>
          </a:prstGeom>
        </p:spPr>
        <p:txBody>
          <a:bodyPr/>
          <a:lstStyle>
            <a:lvl1pPr>
              <a:defRPr sz="3200" b="1"/>
            </a:lvl1pPr>
          </a:lstStyle>
          <a:p>
            <a:r>
              <a:t>Title Text</a:t>
            </a:r>
          </a:p>
        </p:txBody>
      </p:sp>
      <p:sp>
        <p:nvSpPr>
          <p:cNvPr id="167" name="Body Level One…"/>
          <p:cNvSpPr txBox="1">
            <a:spLocks noGrp="1"/>
          </p:cNvSpPr>
          <p:nvPr>
            <p:ph type="body" sz="half" idx="1"/>
          </p:nvPr>
        </p:nvSpPr>
        <p:spPr>
          <a:xfrm>
            <a:off x="609601" y="1334323"/>
            <a:ext cx="5943601" cy="4992625"/>
          </a:xfrm>
          <a:prstGeom prst="rect">
            <a:avLst/>
          </a:prstGeom>
        </p:spPr>
        <p:txBody>
          <a:bodyPr>
            <a:normAutofit/>
          </a:bodyPr>
          <a:lstStyle/>
          <a:p>
            <a:r>
              <a:t>Body Level One</a:t>
            </a:r>
          </a:p>
          <a:p>
            <a:pPr lvl="1"/>
            <a:r>
              <a:t>Body Level Two</a:t>
            </a:r>
          </a:p>
          <a:p>
            <a:pPr lvl="2"/>
            <a:r>
              <a:t>Body Level Three</a:t>
            </a:r>
          </a:p>
          <a:p>
            <a:pPr lvl="3"/>
            <a:r>
              <a:t>Body Level Four</a:t>
            </a:r>
          </a:p>
          <a:p>
            <a:pPr lvl="4"/>
            <a:r>
              <a:t>Body Level Five</a:t>
            </a:r>
          </a:p>
        </p:txBody>
      </p:sp>
      <p:sp>
        <p:nvSpPr>
          <p:cNvPr id="168" name="Picture Placeholder 5"/>
          <p:cNvSpPr>
            <a:spLocks noGrp="1"/>
          </p:cNvSpPr>
          <p:nvPr>
            <p:ph type="pic" sz="half" idx="21"/>
          </p:nvPr>
        </p:nvSpPr>
        <p:spPr>
          <a:xfrm>
            <a:off x="7894319" y="0"/>
            <a:ext cx="4297681" cy="6858000"/>
          </a:xfrm>
          <a:prstGeom prst="rect">
            <a:avLst/>
          </a:prstGeom>
        </p:spPr>
        <p:txBody>
          <a:bodyPr lIns="91439" tIns="45719" rIns="91439" bIns="45719"/>
          <a:lstStyle/>
          <a:p>
            <a:endParaRPr/>
          </a:p>
        </p:txBody>
      </p:sp>
      <p:sp>
        <p:nvSpPr>
          <p:cNvPr id="169" name="Copyright"/>
          <p:cNvSpPr txBox="1"/>
          <p:nvPr/>
        </p:nvSpPr>
        <p:spPr>
          <a:xfrm>
            <a:off x="5656581"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170" name="Blocker"/>
          <p:cNvSpPr/>
          <p:nvPr/>
        </p:nvSpPr>
        <p:spPr>
          <a:xfrm>
            <a:off x="9834006" y="6503996"/>
            <a:ext cx="1748394" cy="201955"/>
          </a:xfrm>
          <a:prstGeom prst="rect">
            <a:avLst/>
          </a:prstGeom>
          <a:solidFill>
            <a:srgbClr val="FFFFFF"/>
          </a:solidFill>
          <a:ln w="12700">
            <a:miter lim="400000"/>
          </a:ln>
        </p:spPr>
        <p:txBody>
          <a:bodyPr lIns="45719" rIns="45719" anchor="ctr"/>
          <a:lstStyle/>
          <a:p>
            <a:pPr algn="ctr">
              <a:defRPr>
                <a:solidFill>
                  <a:srgbClr val="FFFFFF"/>
                </a:solidFill>
              </a:defRPr>
            </a:pPr>
            <a:endParaRPr/>
          </a:p>
        </p:txBody>
      </p:sp>
      <p:sp>
        <p:nvSpPr>
          <p:cNvPr id="171" name="Slide Number"/>
          <p:cNvSpPr txBox="1">
            <a:spLocks noGrp="1"/>
          </p:cNvSpPr>
          <p:nvPr>
            <p:ph type="sldNum" sz="quarter" idx="2"/>
          </p:nvPr>
        </p:nvSpPr>
        <p:spPr>
          <a:xfrm>
            <a:off x="5449168" y="6583680"/>
            <a:ext cx="127001" cy="1270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Two Columns - Content">
    <p:spTree>
      <p:nvGrpSpPr>
        <p:cNvPr id="1" name=""/>
        <p:cNvGrpSpPr/>
        <p:nvPr/>
      </p:nvGrpSpPr>
      <p:grpSpPr>
        <a:xfrm>
          <a:off x="0" y="0"/>
          <a:ext cx="0" cy="0"/>
          <a:chOff x="0" y="0"/>
          <a:chExt cx="0" cy="0"/>
        </a:xfrm>
      </p:grpSpPr>
      <p:sp>
        <p:nvSpPr>
          <p:cNvPr id="17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17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18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18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82"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183"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18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18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186"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187"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188"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18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19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19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19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19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9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19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19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19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19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19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20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201"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202"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20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20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205"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206" name="Title Text"/>
          <p:cNvSpPr txBox="1">
            <a:spLocks noGrp="1"/>
          </p:cNvSpPr>
          <p:nvPr>
            <p:ph type="title"/>
          </p:nvPr>
        </p:nvSpPr>
        <p:spPr>
          <a:xfrm>
            <a:off x="609600" y="264084"/>
            <a:ext cx="10972800" cy="946391"/>
          </a:xfrm>
          <a:prstGeom prst="rect">
            <a:avLst/>
          </a:prstGeom>
        </p:spPr>
        <p:txBody>
          <a:bodyPr/>
          <a:lstStyle>
            <a:lvl1pPr>
              <a:defRPr sz="3200" b="1"/>
            </a:lvl1pPr>
          </a:lstStyle>
          <a:p>
            <a:r>
              <a:t>Title Text</a:t>
            </a:r>
          </a:p>
        </p:txBody>
      </p:sp>
      <p:sp>
        <p:nvSpPr>
          <p:cNvPr id="207" name="Body Level One…"/>
          <p:cNvSpPr txBox="1">
            <a:spLocks noGrp="1"/>
          </p:cNvSpPr>
          <p:nvPr>
            <p:ph type="body" sz="half" idx="1"/>
          </p:nvPr>
        </p:nvSpPr>
        <p:spPr>
          <a:xfrm>
            <a:off x="609600" y="1334323"/>
            <a:ext cx="4937760" cy="4992625"/>
          </a:xfrm>
          <a:prstGeom prst="rect">
            <a:avLst/>
          </a:prstGeom>
        </p:spPr>
        <p:txBody>
          <a:bodyPr>
            <a:normAutofit/>
          </a:bodyPr>
          <a:lstStyle>
            <a:lvl1pPr>
              <a:defRPr sz="2400"/>
            </a:lvl1pPr>
            <a:lvl2pPr>
              <a:defRPr sz="2400"/>
            </a:lvl2pPr>
            <a:lvl3pPr>
              <a:defRPr sz="2400"/>
            </a:lvl3pPr>
            <a:lvl4pPr>
              <a:defRPr sz="2400"/>
            </a:lvl4pPr>
            <a:lvl5pPr>
              <a:defRPr sz="2400"/>
            </a:lvl5pPr>
          </a:lstStyle>
          <a:p>
            <a:r>
              <a:t>Body Level One</a:t>
            </a:r>
          </a:p>
          <a:p>
            <a:pPr lvl="1"/>
            <a:r>
              <a:t>Body Level Two</a:t>
            </a:r>
          </a:p>
          <a:p>
            <a:pPr lvl="2"/>
            <a:r>
              <a:t>Body Level Three</a:t>
            </a:r>
          </a:p>
          <a:p>
            <a:pPr lvl="3"/>
            <a:r>
              <a:t>Body Level Four</a:t>
            </a:r>
          </a:p>
          <a:p>
            <a:pPr lvl="4"/>
            <a:r>
              <a:t>Body Level Five</a:t>
            </a:r>
          </a:p>
        </p:txBody>
      </p:sp>
      <p:sp>
        <p:nvSpPr>
          <p:cNvPr id="208" name="Slide Number"/>
          <p:cNvSpPr txBox="1">
            <a:spLocks noGrp="1"/>
          </p:cNvSpPr>
          <p:nvPr>
            <p:ph type="sldNum" sz="quarter" idx="2"/>
          </p:nvPr>
        </p:nvSpPr>
        <p:spPr>
          <a:xfrm>
            <a:off x="11805084" y="6583680"/>
            <a:ext cx="127001" cy="1270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tx">
  <p:cSld name="Three Columns - Content">
    <p:spTree>
      <p:nvGrpSpPr>
        <p:cNvPr id="1" name=""/>
        <p:cNvGrpSpPr/>
        <p:nvPr/>
      </p:nvGrpSpPr>
      <p:grpSpPr>
        <a:xfrm>
          <a:off x="0" y="0"/>
          <a:ext cx="0" cy="0"/>
          <a:chOff x="0" y="0"/>
          <a:chExt cx="0" cy="0"/>
        </a:xfrm>
      </p:grpSpPr>
      <p:sp>
        <p:nvSpPr>
          <p:cNvPr id="215"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216"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217"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218"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219"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220"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221"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222"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223"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224"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225"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226"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227"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228"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229"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230"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231"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232"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233"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234"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235"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236"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237"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238"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239"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240"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241"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242"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243" name="Title Text"/>
          <p:cNvSpPr txBox="1">
            <a:spLocks noGrp="1"/>
          </p:cNvSpPr>
          <p:nvPr>
            <p:ph type="title"/>
          </p:nvPr>
        </p:nvSpPr>
        <p:spPr>
          <a:xfrm>
            <a:off x="609600" y="264084"/>
            <a:ext cx="10972800" cy="946391"/>
          </a:xfrm>
          <a:prstGeom prst="rect">
            <a:avLst/>
          </a:prstGeom>
        </p:spPr>
        <p:txBody>
          <a:bodyPr/>
          <a:lstStyle>
            <a:lvl1pPr>
              <a:defRPr sz="3200" b="1"/>
            </a:lvl1pPr>
          </a:lstStyle>
          <a:p>
            <a:r>
              <a:t>Title Text</a:t>
            </a:r>
          </a:p>
        </p:txBody>
      </p:sp>
      <p:sp>
        <p:nvSpPr>
          <p:cNvPr id="244" name="Body Level One…"/>
          <p:cNvSpPr txBox="1">
            <a:spLocks noGrp="1"/>
          </p:cNvSpPr>
          <p:nvPr>
            <p:ph type="body" sz="quarter" idx="1"/>
          </p:nvPr>
        </p:nvSpPr>
        <p:spPr>
          <a:xfrm>
            <a:off x="612648" y="1334323"/>
            <a:ext cx="3200401" cy="4992625"/>
          </a:xfrm>
          <a:prstGeom prst="rect">
            <a:avLst/>
          </a:prstGeom>
        </p:spPr>
        <p:txBody>
          <a:bodyPr>
            <a:normAutofit/>
          </a:bodyPr>
          <a:lstStyle>
            <a:lvl1pPr>
              <a:defRPr sz="1600"/>
            </a:lvl1pPr>
            <a:lvl2pPr>
              <a:defRPr sz="1600"/>
            </a:lvl2pPr>
            <a:lvl3pPr>
              <a:defRPr sz="1600"/>
            </a:lvl3pPr>
            <a:lvl4pPr>
              <a:defRPr sz="1600"/>
            </a:lvl4pPr>
            <a:lvl5pPr>
              <a:defRPr sz="1600"/>
            </a:lvl5pPr>
          </a:lstStyle>
          <a:p>
            <a:r>
              <a:t>Body Level One</a:t>
            </a:r>
          </a:p>
          <a:p>
            <a:pPr lvl="1"/>
            <a:r>
              <a:t>Body Level Two</a:t>
            </a:r>
          </a:p>
          <a:p>
            <a:pPr lvl="2"/>
            <a:r>
              <a:t>Body Level Three</a:t>
            </a:r>
          </a:p>
          <a:p>
            <a:pPr lvl="3"/>
            <a:r>
              <a:t>Body Level Four</a:t>
            </a:r>
          </a:p>
          <a:p>
            <a:pPr lvl="4"/>
            <a:r>
              <a:t>Body Level Five</a:t>
            </a:r>
          </a:p>
        </p:txBody>
      </p:sp>
      <p:sp>
        <p:nvSpPr>
          <p:cNvPr id="245" name="Slide Number"/>
          <p:cNvSpPr txBox="1">
            <a:spLocks noGrp="1"/>
          </p:cNvSpPr>
          <p:nvPr>
            <p:ph type="sldNum" sz="quarter" idx="2"/>
          </p:nvPr>
        </p:nvSpPr>
        <p:spPr>
          <a:xfrm>
            <a:off x="11805084" y="6583680"/>
            <a:ext cx="127001" cy="1270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tx">
  <p:cSld name="Four Columns - Content">
    <p:spTree>
      <p:nvGrpSpPr>
        <p:cNvPr id="1" name=""/>
        <p:cNvGrpSpPr/>
        <p:nvPr/>
      </p:nvGrpSpPr>
      <p:grpSpPr>
        <a:xfrm>
          <a:off x="0" y="0"/>
          <a:ext cx="0" cy="0"/>
          <a:chOff x="0" y="0"/>
          <a:chExt cx="0" cy="0"/>
        </a:xfrm>
      </p:grpSpPr>
      <p:sp>
        <p:nvSpPr>
          <p:cNvPr id="252"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253"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254"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255"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256"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257"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258"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259"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260"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261"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262"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263"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264"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265"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266"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267"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268"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269"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270"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271"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272"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273"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274"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275"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276"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277"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278"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279"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280" name="Title Text"/>
          <p:cNvSpPr txBox="1">
            <a:spLocks noGrp="1"/>
          </p:cNvSpPr>
          <p:nvPr>
            <p:ph type="title"/>
          </p:nvPr>
        </p:nvSpPr>
        <p:spPr>
          <a:xfrm>
            <a:off x="609600" y="264084"/>
            <a:ext cx="10972800" cy="946391"/>
          </a:xfrm>
          <a:prstGeom prst="rect">
            <a:avLst/>
          </a:prstGeom>
        </p:spPr>
        <p:txBody>
          <a:bodyPr/>
          <a:lstStyle>
            <a:lvl1pPr>
              <a:defRPr sz="3200" b="1"/>
            </a:lvl1pPr>
          </a:lstStyle>
          <a:p>
            <a:r>
              <a:t>Title Text</a:t>
            </a:r>
          </a:p>
        </p:txBody>
      </p:sp>
      <p:sp>
        <p:nvSpPr>
          <p:cNvPr id="281" name="Body Level One…"/>
          <p:cNvSpPr txBox="1">
            <a:spLocks noGrp="1"/>
          </p:cNvSpPr>
          <p:nvPr>
            <p:ph type="body" sz="quarter" idx="1"/>
          </p:nvPr>
        </p:nvSpPr>
        <p:spPr>
          <a:xfrm>
            <a:off x="612648" y="1334323"/>
            <a:ext cx="2240280" cy="4992625"/>
          </a:xfrm>
          <a:prstGeom prst="rect">
            <a:avLst/>
          </a:prstGeom>
        </p:spPr>
        <p:txBody>
          <a:bodyPr>
            <a:normAutofit/>
          </a:bodyPr>
          <a:lstStyle>
            <a:lvl1pPr>
              <a:spcBef>
                <a:spcPts val="900"/>
              </a:spcBef>
              <a:defRPr sz="1400"/>
            </a:lvl1pPr>
            <a:lvl2pPr>
              <a:spcBef>
                <a:spcPts val="900"/>
              </a:spcBef>
              <a:defRPr sz="1400"/>
            </a:lvl2pPr>
            <a:lvl3pPr>
              <a:spcBef>
                <a:spcPts val="900"/>
              </a:spcBef>
              <a:defRPr sz="1400"/>
            </a:lvl3pPr>
            <a:lvl4pPr>
              <a:spcBef>
                <a:spcPts val="900"/>
              </a:spcBef>
              <a:defRPr sz="1400"/>
            </a:lvl4pPr>
            <a:lvl5pPr>
              <a:spcBef>
                <a:spcPts val="900"/>
              </a:spcBef>
              <a:defRPr sz="1400"/>
            </a:lvl5pPr>
          </a:lstStyle>
          <a:p>
            <a:r>
              <a:t>Body Level One</a:t>
            </a:r>
          </a:p>
          <a:p>
            <a:pPr lvl="1"/>
            <a:r>
              <a:t>Body Level Two</a:t>
            </a:r>
          </a:p>
          <a:p>
            <a:pPr lvl="2"/>
            <a:r>
              <a:t>Body Level Three</a:t>
            </a:r>
          </a:p>
          <a:p>
            <a:pPr lvl="3"/>
            <a:r>
              <a:t>Body Level Four</a:t>
            </a:r>
          </a:p>
          <a:p>
            <a:pPr lvl="4"/>
            <a:r>
              <a:t>Body Level Five</a:t>
            </a:r>
          </a:p>
        </p:txBody>
      </p:sp>
      <p:sp>
        <p:nvSpPr>
          <p:cNvPr id="282" name="Slide Number"/>
          <p:cNvSpPr txBox="1">
            <a:spLocks noGrp="1"/>
          </p:cNvSpPr>
          <p:nvPr>
            <p:ph type="sldNum" sz="quarter" idx="2"/>
          </p:nvPr>
        </p:nvSpPr>
        <p:spPr>
          <a:xfrm>
            <a:off x="11805084" y="6583680"/>
            <a:ext cx="127001" cy="1270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x">
  <p:cSld name="Five Columns - Content">
    <p:spTree>
      <p:nvGrpSpPr>
        <p:cNvPr id="1" name=""/>
        <p:cNvGrpSpPr/>
        <p:nvPr/>
      </p:nvGrpSpPr>
      <p:grpSpPr>
        <a:xfrm>
          <a:off x="0" y="0"/>
          <a:ext cx="0" cy="0"/>
          <a:chOff x="0" y="0"/>
          <a:chExt cx="0" cy="0"/>
        </a:xfrm>
      </p:grpSpPr>
      <p:sp>
        <p:nvSpPr>
          <p:cNvPr id="289"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290"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291"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292"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293"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294"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295"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296"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297"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298"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299"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300"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301"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302"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303"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304"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305"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306"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307"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308"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309"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310"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311"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312"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313"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314"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315"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316"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317" name="Title Text"/>
          <p:cNvSpPr txBox="1">
            <a:spLocks noGrp="1"/>
          </p:cNvSpPr>
          <p:nvPr>
            <p:ph type="title"/>
          </p:nvPr>
        </p:nvSpPr>
        <p:spPr>
          <a:xfrm>
            <a:off x="609600" y="264084"/>
            <a:ext cx="10972800" cy="946391"/>
          </a:xfrm>
          <a:prstGeom prst="rect">
            <a:avLst/>
          </a:prstGeom>
        </p:spPr>
        <p:txBody>
          <a:bodyPr/>
          <a:lstStyle>
            <a:lvl1pPr>
              <a:defRPr sz="3200" b="1"/>
            </a:lvl1pPr>
          </a:lstStyle>
          <a:p>
            <a:r>
              <a:t>Title Text</a:t>
            </a:r>
          </a:p>
        </p:txBody>
      </p:sp>
      <p:sp>
        <p:nvSpPr>
          <p:cNvPr id="318" name="Body Level One…"/>
          <p:cNvSpPr txBox="1">
            <a:spLocks noGrp="1"/>
          </p:cNvSpPr>
          <p:nvPr>
            <p:ph type="body" sz="quarter" idx="1"/>
          </p:nvPr>
        </p:nvSpPr>
        <p:spPr>
          <a:xfrm>
            <a:off x="612648" y="1334323"/>
            <a:ext cx="1920241" cy="4992625"/>
          </a:xfrm>
          <a:prstGeom prst="rect">
            <a:avLst/>
          </a:prstGeom>
        </p:spPr>
        <p:txBody>
          <a:bodyPr>
            <a:normAutofit/>
          </a:bodyPr>
          <a:lstStyle>
            <a:lvl1pPr>
              <a:spcBef>
                <a:spcPts val="900"/>
              </a:spcBef>
              <a:defRPr sz="1200"/>
            </a:lvl1pPr>
            <a:lvl2pPr>
              <a:spcBef>
                <a:spcPts val="900"/>
              </a:spcBef>
              <a:defRPr sz="1200"/>
            </a:lvl2pPr>
            <a:lvl3pPr>
              <a:spcBef>
                <a:spcPts val="900"/>
              </a:spcBef>
              <a:defRPr sz="1200"/>
            </a:lvl3pPr>
            <a:lvl4pPr>
              <a:spcBef>
                <a:spcPts val="900"/>
              </a:spcBef>
              <a:defRPr sz="1200"/>
            </a:lvl4pPr>
            <a:lvl5pPr>
              <a:spcBef>
                <a:spcPts val="900"/>
              </a:spcBef>
              <a:defRPr sz="1200"/>
            </a:lvl5pPr>
          </a:lstStyle>
          <a:p>
            <a:r>
              <a:t>Body Level One</a:t>
            </a:r>
          </a:p>
          <a:p>
            <a:pPr lvl="1"/>
            <a:r>
              <a:t>Body Level Two</a:t>
            </a:r>
          </a:p>
          <a:p>
            <a:pPr lvl="2"/>
            <a:r>
              <a:t>Body Level Three</a:t>
            </a:r>
          </a:p>
          <a:p>
            <a:pPr lvl="3"/>
            <a:r>
              <a:t>Body Level Four</a:t>
            </a:r>
          </a:p>
          <a:p>
            <a:pPr lvl="4"/>
            <a:r>
              <a:t>Body Level Five</a:t>
            </a:r>
          </a:p>
        </p:txBody>
      </p:sp>
      <p:sp>
        <p:nvSpPr>
          <p:cNvPr id="319" name="Slide Number"/>
          <p:cNvSpPr txBox="1">
            <a:spLocks noGrp="1"/>
          </p:cNvSpPr>
          <p:nvPr>
            <p:ph type="sldNum" sz="quarter" idx="2"/>
          </p:nvPr>
        </p:nvSpPr>
        <p:spPr>
          <a:xfrm>
            <a:off x="11805084" y="6583680"/>
            <a:ext cx="127001" cy="1270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x">
  <p:cSld name="Two Columns - Image and Content">
    <p:spTree>
      <p:nvGrpSpPr>
        <p:cNvPr id="1" name=""/>
        <p:cNvGrpSpPr/>
        <p:nvPr/>
      </p:nvGrpSpPr>
      <p:grpSpPr>
        <a:xfrm>
          <a:off x="0" y="0"/>
          <a:ext cx="0" cy="0"/>
          <a:chOff x="0" y="0"/>
          <a:chExt cx="0" cy="0"/>
        </a:xfrm>
      </p:grpSpPr>
      <p:sp>
        <p:nvSpPr>
          <p:cNvPr id="326"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327"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328"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329"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330"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331"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332"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333"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334"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335"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336"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337"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338"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339"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340"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341"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342"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343"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344"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345"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346"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347"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348"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349"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350"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351"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352"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353"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354" name="Title Text"/>
          <p:cNvSpPr txBox="1">
            <a:spLocks noGrp="1"/>
          </p:cNvSpPr>
          <p:nvPr>
            <p:ph type="title"/>
          </p:nvPr>
        </p:nvSpPr>
        <p:spPr>
          <a:xfrm>
            <a:off x="609600" y="264084"/>
            <a:ext cx="10972800" cy="946391"/>
          </a:xfrm>
          <a:prstGeom prst="rect">
            <a:avLst/>
          </a:prstGeom>
        </p:spPr>
        <p:txBody>
          <a:bodyPr/>
          <a:lstStyle>
            <a:lvl1pPr>
              <a:defRPr sz="3200" b="1"/>
            </a:lvl1pPr>
          </a:lstStyle>
          <a:p>
            <a:r>
              <a:t>Title Text</a:t>
            </a:r>
          </a:p>
        </p:txBody>
      </p:sp>
      <p:sp>
        <p:nvSpPr>
          <p:cNvPr id="355" name="Picture Placeholder 1"/>
          <p:cNvSpPr>
            <a:spLocks noGrp="1"/>
          </p:cNvSpPr>
          <p:nvPr>
            <p:ph type="pic" sz="quarter" idx="21"/>
          </p:nvPr>
        </p:nvSpPr>
        <p:spPr>
          <a:xfrm>
            <a:off x="609600" y="1335024"/>
            <a:ext cx="4937760" cy="2514601"/>
          </a:xfrm>
          <a:prstGeom prst="rect">
            <a:avLst/>
          </a:prstGeom>
        </p:spPr>
        <p:txBody>
          <a:bodyPr lIns="91439" tIns="45719" rIns="91439" bIns="45719"/>
          <a:lstStyle/>
          <a:p>
            <a:endParaRPr/>
          </a:p>
        </p:txBody>
      </p:sp>
      <p:sp>
        <p:nvSpPr>
          <p:cNvPr id="356" name="Body Level One…"/>
          <p:cNvSpPr txBox="1">
            <a:spLocks noGrp="1"/>
          </p:cNvSpPr>
          <p:nvPr>
            <p:ph type="body" sz="quarter" idx="1"/>
          </p:nvPr>
        </p:nvSpPr>
        <p:spPr>
          <a:xfrm>
            <a:off x="609600" y="4023359"/>
            <a:ext cx="4846321" cy="2286001"/>
          </a:xfrm>
          <a:prstGeom prst="rect">
            <a:avLst/>
          </a:prstGeom>
        </p:spPr>
        <p:txBody>
          <a:bodyPr>
            <a:normAutofit/>
          </a:bodyPr>
          <a:lstStyle/>
          <a:p>
            <a:r>
              <a:t>Body Level One</a:t>
            </a:r>
          </a:p>
          <a:p>
            <a:pPr lvl="1"/>
            <a:r>
              <a:t>Body Level Two</a:t>
            </a:r>
          </a:p>
          <a:p>
            <a:pPr lvl="2"/>
            <a:r>
              <a:t>Body Level Three</a:t>
            </a:r>
          </a:p>
          <a:p>
            <a:pPr lvl="3"/>
            <a:r>
              <a:t>Body Level Four</a:t>
            </a:r>
          </a:p>
          <a:p>
            <a:pPr lvl="4"/>
            <a:r>
              <a:t>Body Level Five</a:t>
            </a:r>
          </a:p>
        </p:txBody>
      </p:sp>
      <p:sp>
        <p:nvSpPr>
          <p:cNvPr id="357" name="Picture Placeholder 2"/>
          <p:cNvSpPr>
            <a:spLocks noGrp="1"/>
          </p:cNvSpPr>
          <p:nvPr>
            <p:ph type="pic" sz="quarter" idx="22"/>
          </p:nvPr>
        </p:nvSpPr>
        <p:spPr>
          <a:xfrm>
            <a:off x="6644640" y="1335024"/>
            <a:ext cx="4937760" cy="2514601"/>
          </a:xfrm>
          <a:prstGeom prst="rect">
            <a:avLst/>
          </a:prstGeom>
        </p:spPr>
        <p:txBody>
          <a:bodyPr lIns="91439" tIns="45719" rIns="91439" bIns="45719"/>
          <a:lstStyle/>
          <a:p>
            <a:endParaRPr/>
          </a:p>
        </p:txBody>
      </p:sp>
      <p:sp>
        <p:nvSpPr>
          <p:cNvPr id="358" name="Slide Number"/>
          <p:cNvSpPr txBox="1">
            <a:spLocks noGrp="1"/>
          </p:cNvSpPr>
          <p:nvPr>
            <p:ph type="sldNum" sz="quarter" idx="2"/>
          </p:nvPr>
        </p:nvSpPr>
        <p:spPr>
          <a:xfrm>
            <a:off x="11805084" y="6583680"/>
            <a:ext cx="127001" cy="1270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tx">
  <p:cSld name="Three Columns - Image and Content">
    <p:spTree>
      <p:nvGrpSpPr>
        <p:cNvPr id="1" name=""/>
        <p:cNvGrpSpPr/>
        <p:nvPr/>
      </p:nvGrpSpPr>
      <p:grpSpPr>
        <a:xfrm>
          <a:off x="0" y="0"/>
          <a:ext cx="0" cy="0"/>
          <a:chOff x="0" y="0"/>
          <a:chExt cx="0" cy="0"/>
        </a:xfrm>
      </p:grpSpPr>
      <p:sp>
        <p:nvSpPr>
          <p:cNvPr id="365"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366"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367"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368"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369"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370"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371"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372"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373"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374"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375"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376"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377"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378"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379"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380"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381"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382"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383"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384"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385"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386"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387"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388"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389"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390"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391"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392"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393" name="Title Text"/>
          <p:cNvSpPr txBox="1">
            <a:spLocks noGrp="1"/>
          </p:cNvSpPr>
          <p:nvPr>
            <p:ph type="title"/>
          </p:nvPr>
        </p:nvSpPr>
        <p:spPr>
          <a:xfrm>
            <a:off x="609600" y="264084"/>
            <a:ext cx="10972800" cy="946391"/>
          </a:xfrm>
          <a:prstGeom prst="rect">
            <a:avLst/>
          </a:prstGeom>
        </p:spPr>
        <p:txBody>
          <a:bodyPr/>
          <a:lstStyle>
            <a:lvl1pPr>
              <a:defRPr sz="3200" b="1"/>
            </a:lvl1pPr>
          </a:lstStyle>
          <a:p>
            <a:r>
              <a:t>Title Text</a:t>
            </a:r>
          </a:p>
        </p:txBody>
      </p:sp>
      <p:sp>
        <p:nvSpPr>
          <p:cNvPr id="394" name="Body Level One…"/>
          <p:cNvSpPr txBox="1">
            <a:spLocks noGrp="1"/>
          </p:cNvSpPr>
          <p:nvPr>
            <p:ph type="body" sz="quarter" idx="1"/>
          </p:nvPr>
        </p:nvSpPr>
        <p:spPr>
          <a:xfrm>
            <a:off x="612648" y="4023359"/>
            <a:ext cx="3200401" cy="2286001"/>
          </a:xfrm>
          <a:prstGeom prst="rect">
            <a:avLst/>
          </a:prstGeom>
        </p:spPr>
        <p:txBody>
          <a:bodyPr>
            <a:normAutofit/>
          </a:bodyPr>
          <a:lstStyle>
            <a:lvl1pPr>
              <a:defRPr sz="1600"/>
            </a:lvl1pPr>
            <a:lvl2pPr>
              <a:defRPr sz="1600"/>
            </a:lvl2pPr>
            <a:lvl3pPr>
              <a:defRPr sz="1600"/>
            </a:lvl3pPr>
            <a:lvl4pPr>
              <a:defRPr sz="1600"/>
            </a:lvl4pPr>
            <a:lvl5pPr>
              <a:defRPr sz="1600"/>
            </a:lvl5pPr>
          </a:lstStyle>
          <a:p>
            <a:r>
              <a:t>Body Level One</a:t>
            </a:r>
          </a:p>
          <a:p>
            <a:pPr lvl="1"/>
            <a:r>
              <a:t>Body Level Two</a:t>
            </a:r>
          </a:p>
          <a:p>
            <a:pPr lvl="2"/>
            <a:r>
              <a:t>Body Level Three</a:t>
            </a:r>
          </a:p>
          <a:p>
            <a:pPr lvl="3"/>
            <a:r>
              <a:t>Body Level Four</a:t>
            </a:r>
          </a:p>
          <a:p>
            <a:pPr lvl="4"/>
            <a:r>
              <a:t>Body Level Five</a:t>
            </a:r>
          </a:p>
        </p:txBody>
      </p:sp>
      <p:sp>
        <p:nvSpPr>
          <p:cNvPr id="395" name="Picture Placeholder 1"/>
          <p:cNvSpPr>
            <a:spLocks noGrp="1"/>
          </p:cNvSpPr>
          <p:nvPr>
            <p:ph type="pic" sz="quarter" idx="21"/>
          </p:nvPr>
        </p:nvSpPr>
        <p:spPr>
          <a:xfrm>
            <a:off x="609600" y="1335024"/>
            <a:ext cx="3255265" cy="2514601"/>
          </a:xfrm>
          <a:prstGeom prst="rect">
            <a:avLst/>
          </a:prstGeom>
        </p:spPr>
        <p:txBody>
          <a:bodyPr lIns="91439" tIns="45719" rIns="91439" bIns="45719"/>
          <a:lstStyle/>
          <a:p>
            <a:endParaRPr/>
          </a:p>
        </p:txBody>
      </p:sp>
      <p:sp>
        <p:nvSpPr>
          <p:cNvPr id="396" name="Picture Placeholder 2"/>
          <p:cNvSpPr>
            <a:spLocks noGrp="1"/>
          </p:cNvSpPr>
          <p:nvPr>
            <p:ph type="pic" sz="quarter" idx="22"/>
          </p:nvPr>
        </p:nvSpPr>
        <p:spPr>
          <a:xfrm>
            <a:off x="4468367" y="1335024"/>
            <a:ext cx="3255266" cy="2514601"/>
          </a:xfrm>
          <a:prstGeom prst="rect">
            <a:avLst/>
          </a:prstGeom>
        </p:spPr>
        <p:txBody>
          <a:bodyPr lIns="91439" tIns="45719" rIns="91439" bIns="45719"/>
          <a:lstStyle/>
          <a:p>
            <a:endParaRPr/>
          </a:p>
        </p:txBody>
      </p:sp>
      <p:sp>
        <p:nvSpPr>
          <p:cNvPr id="397" name="Picture Placeholder 3"/>
          <p:cNvSpPr>
            <a:spLocks noGrp="1"/>
          </p:cNvSpPr>
          <p:nvPr>
            <p:ph type="pic" sz="quarter" idx="23"/>
          </p:nvPr>
        </p:nvSpPr>
        <p:spPr>
          <a:xfrm>
            <a:off x="8327135" y="1335024"/>
            <a:ext cx="3255265" cy="2514601"/>
          </a:xfrm>
          <a:prstGeom prst="rect">
            <a:avLst/>
          </a:prstGeom>
        </p:spPr>
        <p:txBody>
          <a:bodyPr lIns="91439" tIns="45719" rIns="91439" bIns="45719"/>
          <a:lstStyle/>
          <a:p>
            <a:endParaRPr/>
          </a:p>
        </p:txBody>
      </p:sp>
      <p:sp>
        <p:nvSpPr>
          <p:cNvPr id="398" name="Slide Number"/>
          <p:cNvSpPr txBox="1">
            <a:spLocks noGrp="1"/>
          </p:cNvSpPr>
          <p:nvPr>
            <p:ph type="sldNum" sz="quarter" idx="2"/>
          </p:nvPr>
        </p:nvSpPr>
        <p:spPr>
          <a:xfrm>
            <a:off x="11805084" y="6583680"/>
            <a:ext cx="127001" cy="1270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x">
  <p:cSld name="Four Columns - Image and Content">
    <p:spTree>
      <p:nvGrpSpPr>
        <p:cNvPr id="1" name=""/>
        <p:cNvGrpSpPr/>
        <p:nvPr/>
      </p:nvGrpSpPr>
      <p:grpSpPr>
        <a:xfrm>
          <a:off x="0" y="0"/>
          <a:ext cx="0" cy="0"/>
          <a:chOff x="0" y="0"/>
          <a:chExt cx="0" cy="0"/>
        </a:xfrm>
      </p:grpSpPr>
      <p:sp>
        <p:nvSpPr>
          <p:cNvPr id="405"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406"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407"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408"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409"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410"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411"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412"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413"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414"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415"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416"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417"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418"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419"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420"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421"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422"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423"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424"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425"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426"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427"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428"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429"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430"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431"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432"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433" name="Title Text"/>
          <p:cNvSpPr txBox="1">
            <a:spLocks noGrp="1"/>
          </p:cNvSpPr>
          <p:nvPr>
            <p:ph type="title"/>
          </p:nvPr>
        </p:nvSpPr>
        <p:spPr>
          <a:xfrm>
            <a:off x="609600" y="264084"/>
            <a:ext cx="10972800" cy="946391"/>
          </a:xfrm>
          <a:prstGeom prst="rect">
            <a:avLst/>
          </a:prstGeom>
        </p:spPr>
        <p:txBody>
          <a:bodyPr/>
          <a:lstStyle>
            <a:lvl1pPr>
              <a:defRPr sz="3200" b="1"/>
            </a:lvl1pPr>
          </a:lstStyle>
          <a:p>
            <a:r>
              <a:t>Title Text</a:t>
            </a:r>
          </a:p>
        </p:txBody>
      </p:sp>
      <p:sp>
        <p:nvSpPr>
          <p:cNvPr id="434" name="Body Level One…"/>
          <p:cNvSpPr txBox="1">
            <a:spLocks noGrp="1"/>
          </p:cNvSpPr>
          <p:nvPr>
            <p:ph type="body" sz="quarter" idx="1"/>
          </p:nvPr>
        </p:nvSpPr>
        <p:spPr>
          <a:xfrm>
            <a:off x="612648" y="4023359"/>
            <a:ext cx="2194561" cy="2286001"/>
          </a:xfrm>
          <a:prstGeom prst="rect">
            <a:avLst/>
          </a:prstGeom>
        </p:spPr>
        <p:txBody>
          <a:bodyPr>
            <a:normAutofit/>
          </a:bodyPr>
          <a:lstStyle>
            <a:lvl1pPr>
              <a:spcBef>
                <a:spcPts val="900"/>
              </a:spcBef>
              <a:defRPr sz="1400"/>
            </a:lvl1pPr>
            <a:lvl2pPr>
              <a:spcBef>
                <a:spcPts val="900"/>
              </a:spcBef>
              <a:defRPr sz="1400"/>
            </a:lvl2pPr>
            <a:lvl3pPr>
              <a:spcBef>
                <a:spcPts val="900"/>
              </a:spcBef>
              <a:defRPr sz="1400"/>
            </a:lvl3pPr>
            <a:lvl4pPr>
              <a:spcBef>
                <a:spcPts val="900"/>
              </a:spcBef>
              <a:defRPr sz="1400"/>
            </a:lvl4pPr>
            <a:lvl5pPr>
              <a:spcBef>
                <a:spcPts val="900"/>
              </a:spcBef>
              <a:defRPr sz="1400"/>
            </a:lvl5pPr>
          </a:lstStyle>
          <a:p>
            <a:r>
              <a:t>Body Level One</a:t>
            </a:r>
          </a:p>
          <a:p>
            <a:pPr lvl="1"/>
            <a:r>
              <a:t>Body Level Two</a:t>
            </a:r>
          </a:p>
          <a:p>
            <a:pPr lvl="2"/>
            <a:r>
              <a:t>Body Level Three</a:t>
            </a:r>
          </a:p>
          <a:p>
            <a:pPr lvl="3"/>
            <a:r>
              <a:t>Body Level Four</a:t>
            </a:r>
          </a:p>
          <a:p>
            <a:pPr lvl="4"/>
            <a:r>
              <a:t>Body Level Five</a:t>
            </a:r>
          </a:p>
        </p:txBody>
      </p:sp>
      <p:sp>
        <p:nvSpPr>
          <p:cNvPr id="435" name="Picture Placeholder 1"/>
          <p:cNvSpPr>
            <a:spLocks noGrp="1"/>
          </p:cNvSpPr>
          <p:nvPr>
            <p:ph type="pic" sz="quarter" idx="21"/>
          </p:nvPr>
        </p:nvSpPr>
        <p:spPr>
          <a:xfrm>
            <a:off x="609600" y="1335024"/>
            <a:ext cx="2240280" cy="2514601"/>
          </a:xfrm>
          <a:prstGeom prst="rect">
            <a:avLst/>
          </a:prstGeom>
        </p:spPr>
        <p:txBody>
          <a:bodyPr lIns="91439" tIns="45719" rIns="91439" bIns="45719"/>
          <a:lstStyle/>
          <a:p>
            <a:endParaRPr/>
          </a:p>
        </p:txBody>
      </p:sp>
      <p:sp>
        <p:nvSpPr>
          <p:cNvPr id="436" name="Picture Placeholder 2"/>
          <p:cNvSpPr>
            <a:spLocks noGrp="1"/>
          </p:cNvSpPr>
          <p:nvPr>
            <p:ph type="pic" sz="quarter" idx="22"/>
          </p:nvPr>
        </p:nvSpPr>
        <p:spPr>
          <a:xfrm>
            <a:off x="3520440" y="1335024"/>
            <a:ext cx="2240281" cy="2514601"/>
          </a:xfrm>
          <a:prstGeom prst="rect">
            <a:avLst/>
          </a:prstGeom>
        </p:spPr>
        <p:txBody>
          <a:bodyPr lIns="91439" tIns="45719" rIns="91439" bIns="45719"/>
          <a:lstStyle/>
          <a:p>
            <a:endParaRPr/>
          </a:p>
        </p:txBody>
      </p:sp>
      <p:sp>
        <p:nvSpPr>
          <p:cNvPr id="437" name="Picture Placeholder 3"/>
          <p:cNvSpPr>
            <a:spLocks noGrp="1"/>
          </p:cNvSpPr>
          <p:nvPr>
            <p:ph type="pic" sz="quarter" idx="23"/>
          </p:nvPr>
        </p:nvSpPr>
        <p:spPr>
          <a:xfrm>
            <a:off x="6431279" y="1335024"/>
            <a:ext cx="2240281" cy="2514601"/>
          </a:xfrm>
          <a:prstGeom prst="rect">
            <a:avLst/>
          </a:prstGeom>
        </p:spPr>
        <p:txBody>
          <a:bodyPr lIns="91439" tIns="45719" rIns="91439" bIns="45719"/>
          <a:lstStyle/>
          <a:p>
            <a:endParaRPr/>
          </a:p>
        </p:txBody>
      </p:sp>
      <p:sp>
        <p:nvSpPr>
          <p:cNvPr id="438" name="Picture Placeholder 4"/>
          <p:cNvSpPr>
            <a:spLocks noGrp="1"/>
          </p:cNvSpPr>
          <p:nvPr>
            <p:ph type="pic" sz="quarter" idx="24"/>
          </p:nvPr>
        </p:nvSpPr>
        <p:spPr>
          <a:xfrm>
            <a:off x="9342119" y="1335024"/>
            <a:ext cx="2240281" cy="2514601"/>
          </a:xfrm>
          <a:prstGeom prst="rect">
            <a:avLst/>
          </a:prstGeom>
        </p:spPr>
        <p:txBody>
          <a:bodyPr lIns="91439" tIns="45719" rIns="91439" bIns="45719"/>
          <a:lstStyle/>
          <a:p>
            <a:endParaRPr/>
          </a:p>
        </p:txBody>
      </p:sp>
      <p:sp>
        <p:nvSpPr>
          <p:cNvPr id="439" name="Slide Number"/>
          <p:cNvSpPr txBox="1">
            <a:spLocks noGrp="1"/>
          </p:cNvSpPr>
          <p:nvPr>
            <p:ph type="sldNum" sz="quarter" idx="2"/>
          </p:nvPr>
        </p:nvSpPr>
        <p:spPr>
          <a:xfrm>
            <a:off x="11805084" y="6583680"/>
            <a:ext cx="127001" cy="1270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tx">
  <p:cSld name="Five Columns - Image and Content">
    <p:spTree>
      <p:nvGrpSpPr>
        <p:cNvPr id="1" name=""/>
        <p:cNvGrpSpPr/>
        <p:nvPr/>
      </p:nvGrpSpPr>
      <p:grpSpPr>
        <a:xfrm>
          <a:off x="0" y="0"/>
          <a:ext cx="0" cy="0"/>
          <a:chOff x="0" y="0"/>
          <a:chExt cx="0" cy="0"/>
        </a:xfrm>
      </p:grpSpPr>
      <p:sp>
        <p:nvSpPr>
          <p:cNvPr id="446"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447"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448"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449"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450"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451"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452"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453"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454"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455"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456"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457"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458"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459"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460"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461"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462"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463"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464"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465"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466"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467"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468"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469"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470"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471"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472"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473"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474" name="Title Text"/>
          <p:cNvSpPr txBox="1">
            <a:spLocks noGrp="1"/>
          </p:cNvSpPr>
          <p:nvPr>
            <p:ph type="title"/>
          </p:nvPr>
        </p:nvSpPr>
        <p:spPr>
          <a:xfrm>
            <a:off x="609600" y="264084"/>
            <a:ext cx="10972800" cy="946391"/>
          </a:xfrm>
          <a:prstGeom prst="rect">
            <a:avLst/>
          </a:prstGeom>
        </p:spPr>
        <p:txBody>
          <a:bodyPr/>
          <a:lstStyle>
            <a:lvl1pPr>
              <a:defRPr sz="3200" b="1"/>
            </a:lvl1pPr>
          </a:lstStyle>
          <a:p>
            <a:r>
              <a:t>Title Text</a:t>
            </a:r>
          </a:p>
        </p:txBody>
      </p:sp>
      <p:sp>
        <p:nvSpPr>
          <p:cNvPr id="475" name="Body Level One…"/>
          <p:cNvSpPr txBox="1">
            <a:spLocks noGrp="1"/>
          </p:cNvSpPr>
          <p:nvPr>
            <p:ph type="body" sz="quarter" idx="1"/>
          </p:nvPr>
        </p:nvSpPr>
        <p:spPr>
          <a:xfrm>
            <a:off x="612648" y="4023359"/>
            <a:ext cx="1645921" cy="2286001"/>
          </a:xfrm>
          <a:prstGeom prst="rect">
            <a:avLst/>
          </a:prstGeom>
        </p:spPr>
        <p:txBody>
          <a:bodyPr>
            <a:normAutofit/>
          </a:bodyPr>
          <a:lstStyle>
            <a:lvl1pPr>
              <a:spcBef>
                <a:spcPts val="900"/>
              </a:spcBef>
              <a:defRPr sz="1200"/>
            </a:lvl1pPr>
            <a:lvl2pPr>
              <a:spcBef>
                <a:spcPts val="900"/>
              </a:spcBef>
              <a:defRPr sz="1200"/>
            </a:lvl2pPr>
            <a:lvl3pPr>
              <a:spcBef>
                <a:spcPts val="900"/>
              </a:spcBef>
              <a:defRPr sz="1200"/>
            </a:lvl3pPr>
            <a:lvl4pPr>
              <a:spcBef>
                <a:spcPts val="900"/>
              </a:spcBef>
              <a:defRPr sz="1200"/>
            </a:lvl4pPr>
            <a:lvl5pPr>
              <a:spcBef>
                <a:spcPts val="900"/>
              </a:spcBef>
              <a:defRPr sz="1200"/>
            </a:lvl5pPr>
          </a:lstStyle>
          <a:p>
            <a:r>
              <a:t>Body Level One</a:t>
            </a:r>
          </a:p>
          <a:p>
            <a:pPr lvl="1"/>
            <a:r>
              <a:t>Body Level Two</a:t>
            </a:r>
          </a:p>
          <a:p>
            <a:pPr lvl="2"/>
            <a:r>
              <a:t>Body Level Three</a:t>
            </a:r>
          </a:p>
          <a:p>
            <a:pPr lvl="3"/>
            <a:r>
              <a:t>Body Level Four</a:t>
            </a:r>
          </a:p>
          <a:p>
            <a:pPr lvl="4"/>
            <a:r>
              <a:t>Body Level Five</a:t>
            </a:r>
          </a:p>
        </p:txBody>
      </p:sp>
      <p:sp>
        <p:nvSpPr>
          <p:cNvPr id="476" name="Picture Placeholder 1"/>
          <p:cNvSpPr>
            <a:spLocks noGrp="1"/>
          </p:cNvSpPr>
          <p:nvPr>
            <p:ph type="pic" sz="quarter" idx="21"/>
          </p:nvPr>
        </p:nvSpPr>
        <p:spPr>
          <a:xfrm>
            <a:off x="609600" y="1335024"/>
            <a:ext cx="1828800" cy="2514601"/>
          </a:xfrm>
          <a:prstGeom prst="rect">
            <a:avLst/>
          </a:prstGeom>
        </p:spPr>
        <p:txBody>
          <a:bodyPr lIns="91439" tIns="45719" rIns="91439" bIns="45719"/>
          <a:lstStyle/>
          <a:p>
            <a:endParaRPr/>
          </a:p>
        </p:txBody>
      </p:sp>
      <p:sp>
        <p:nvSpPr>
          <p:cNvPr id="477" name="Picture Placeholder 2"/>
          <p:cNvSpPr>
            <a:spLocks noGrp="1"/>
          </p:cNvSpPr>
          <p:nvPr>
            <p:ph type="pic" sz="quarter" idx="22"/>
          </p:nvPr>
        </p:nvSpPr>
        <p:spPr>
          <a:xfrm>
            <a:off x="2895600" y="1335024"/>
            <a:ext cx="1828800" cy="2514601"/>
          </a:xfrm>
          <a:prstGeom prst="rect">
            <a:avLst/>
          </a:prstGeom>
        </p:spPr>
        <p:txBody>
          <a:bodyPr lIns="91439" tIns="45719" rIns="91439" bIns="45719"/>
          <a:lstStyle/>
          <a:p>
            <a:endParaRPr/>
          </a:p>
        </p:txBody>
      </p:sp>
      <p:sp>
        <p:nvSpPr>
          <p:cNvPr id="478" name="Picture Placeholder 3"/>
          <p:cNvSpPr>
            <a:spLocks noGrp="1"/>
          </p:cNvSpPr>
          <p:nvPr>
            <p:ph type="pic" sz="quarter" idx="23"/>
          </p:nvPr>
        </p:nvSpPr>
        <p:spPr>
          <a:xfrm>
            <a:off x="5181600" y="1335024"/>
            <a:ext cx="1828800" cy="2514601"/>
          </a:xfrm>
          <a:prstGeom prst="rect">
            <a:avLst/>
          </a:prstGeom>
        </p:spPr>
        <p:txBody>
          <a:bodyPr lIns="91439" tIns="45719" rIns="91439" bIns="45719"/>
          <a:lstStyle/>
          <a:p>
            <a:endParaRPr/>
          </a:p>
        </p:txBody>
      </p:sp>
      <p:sp>
        <p:nvSpPr>
          <p:cNvPr id="479" name="Picture Placeholder 4"/>
          <p:cNvSpPr>
            <a:spLocks noGrp="1"/>
          </p:cNvSpPr>
          <p:nvPr>
            <p:ph type="pic" sz="quarter" idx="24"/>
          </p:nvPr>
        </p:nvSpPr>
        <p:spPr>
          <a:xfrm>
            <a:off x="7467600" y="1335024"/>
            <a:ext cx="1828800" cy="2514601"/>
          </a:xfrm>
          <a:prstGeom prst="rect">
            <a:avLst/>
          </a:prstGeom>
        </p:spPr>
        <p:txBody>
          <a:bodyPr lIns="91439" tIns="45719" rIns="91439" bIns="45719"/>
          <a:lstStyle/>
          <a:p>
            <a:endParaRPr/>
          </a:p>
        </p:txBody>
      </p:sp>
      <p:sp>
        <p:nvSpPr>
          <p:cNvPr id="480" name="Picture Placeholder 5"/>
          <p:cNvSpPr>
            <a:spLocks noGrp="1"/>
          </p:cNvSpPr>
          <p:nvPr>
            <p:ph type="pic" sz="quarter" idx="25"/>
          </p:nvPr>
        </p:nvSpPr>
        <p:spPr>
          <a:xfrm>
            <a:off x="9753600" y="1335024"/>
            <a:ext cx="1828800" cy="2514601"/>
          </a:xfrm>
          <a:prstGeom prst="rect">
            <a:avLst/>
          </a:prstGeom>
        </p:spPr>
        <p:txBody>
          <a:bodyPr lIns="91439" tIns="45719" rIns="91439" bIns="45719"/>
          <a:lstStyle/>
          <a:p>
            <a:endParaRPr/>
          </a:p>
        </p:txBody>
      </p:sp>
      <p:sp>
        <p:nvSpPr>
          <p:cNvPr id="481" name="Slide Number"/>
          <p:cNvSpPr txBox="1">
            <a:spLocks noGrp="1"/>
          </p:cNvSpPr>
          <p:nvPr>
            <p:ph type="sldNum" sz="quarter" idx="2"/>
          </p:nvPr>
        </p:nvSpPr>
        <p:spPr>
          <a:xfrm>
            <a:off x="11805084" y="6583680"/>
            <a:ext cx="127001" cy="1270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x">
  <p:cSld name="Two Columns - Photo and Title">
    <p:spTree>
      <p:nvGrpSpPr>
        <p:cNvPr id="1" name=""/>
        <p:cNvGrpSpPr/>
        <p:nvPr/>
      </p:nvGrpSpPr>
      <p:grpSpPr>
        <a:xfrm>
          <a:off x="0" y="0"/>
          <a:ext cx="0" cy="0"/>
          <a:chOff x="0" y="0"/>
          <a:chExt cx="0" cy="0"/>
        </a:xfrm>
      </p:grpSpPr>
      <p:sp>
        <p:nvSpPr>
          <p:cNvPr id="48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48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49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49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492"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493"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49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49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496"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497"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498"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49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50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50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50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50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50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50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50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50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50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50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51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511"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512"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51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51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515"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516" name="Title Text"/>
          <p:cNvSpPr txBox="1">
            <a:spLocks noGrp="1"/>
          </p:cNvSpPr>
          <p:nvPr>
            <p:ph type="title"/>
          </p:nvPr>
        </p:nvSpPr>
        <p:spPr>
          <a:xfrm>
            <a:off x="609600" y="264084"/>
            <a:ext cx="10972800" cy="946391"/>
          </a:xfrm>
          <a:prstGeom prst="rect">
            <a:avLst/>
          </a:prstGeom>
        </p:spPr>
        <p:txBody>
          <a:bodyPr/>
          <a:lstStyle>
            <a:lvl1pPr>
              <a:defRPr sz="3200" b="1"/>
            </a:lvl1pPr>
          </a:lstStyle>
          <a:p>
            <a:r>
              <a:t>Title Text</a:t>
            </a:r>
          </a:p>
        </p:txBody>
      </p:sp>
      <p:sp>
        <p:nvSpPr>
          <p:cNvPr id="517" name="Body Level One…"/>
          <p:cNvSpPr txBox="1">
            <a:spLocks noGrp="1"/>
          </p:cNvSpPr>
          <p:nvPr>
            <p:ph type="body" sz="quarter" idx="1"/>
          </p:nvPr>
        </p:nvSpPr>
        <p:spPr>
          <a:xfrm>
            <a:off x="609600" y="1566126"/>
            <a:ext cx="4846321" cy="342467"/>
          </a:xfrm>
          <a:prstGeom prst="rect">
            <a:avLst/>
          </a:prstGeom>
        </p:spPr>
        <p:txBody>
          <a:bodyPr anchor="ctr">
            <a:normAutofit/>
          </a:bodyPr>
          <a:lstStyle>
            <a:lvl1pPr>
              <a:buFontTx/>
              <a:defRPr sz="1600" b="1"/>
            </a:lvl1pPr>
            <a:lvl2pPr marL="405039" indent="-179614">
              <a:buSzPct val="70000"/>
              <a:buFontTx/>
              <a:buChar char="▪"/>
              <a:defRPr sz="1600" b="1"/>
            </a:lvl2pPr>
            <a:lvl3pPr marL="628650" indent="-190500">
              <a:buSzPct val="70000"/>
              <a:buFontTx/>
              <a:buChar char="▪"/>
              <a:defRPr sz="1600" b="1"/>
            </a:lvl3pPr>
            <a:lvl4pPr marL="711200" indent="-165100">
              <a:buSzPct val="70000"/>
              <a:buFontTx/>
              <a:buChar char="▪"/>
              <a:defRPr sz="1600" b="1"/>
            </a:lvl4pPr>
            <a:lvl5pPr marL="905308" indent="-189345">
              <a:buSzPct val="70000"/>
              <a:buFontTx/>
              <a:buChar char="▪"/>
              <a:defRPr sz="1600" b="1"/>
            </a:lvl5pPr>
          </a:lstStyle>
          <a:p>
            <a:r>
              <a:t>Body Level One</a:t>
            </a:r>
          </a:p>
          <a:p>
            <a:pPr lvl="1"/>
            <a:r>
              <a:t>Body Level Two</a:t>
            </a:r>
          </a:p>
          <a:p>
            <a:pPr lvl="2"/>
            <a:r>
              <a:t>Body Level Three</a:t>
            </a:r>
          </a:p>
          <a:p>
            <a:pPr lvl="3"/>
            <a:r>
              <a:t>Body Level Four</a:t>
            </a:r>
          </a:p>
          <a:p>
            <a:pPr lvl="4"/>
            <a:r>
              <a:t>Body Level Five</a:t>
            </a:r>
          </a:p>
        </p:txBody>
      </p:sp>
      <p:sp>
        <p:nvSpPr>
          <p:cNvPr id="518" name="Picture Placeholder 7"/>
          <p:cNvSpPr>
            <a:spLocks noGrp="1"/>
          </p:cNvSpPr>
          <p:nvPr>
            <p:ph type="pic" sz="half" idx="21"/>
          </p:nvPr>
        </p:nvSpPr>
        <p:spPr>
          <a:xfrm>
            <a:off x="609600" y="2103120"/>
            <a:ext cx="4937760" cy="4023360"/>
          </a:xfrm>
          <a:prstGeom prst="rect">
            <a:avLst/>
          </a:prstGeom>
        </p:spPr>
        <p:txBody>
          <a:bodyPr lIns="91439" tIns="45719" rIns="91439" bIns="45719"/>
          <a:lstStyle/>
          <a:p>
            <a:endParaRPr/>
          </a:p>
        </p:txBody>
      </p:sp>
      <p:sp>
        <p:nvSpPr>
          <p:cNvPr id="519" name="Text Placeholder 3"/>
          <p:cNvSpPr>
            <a:spLocks noGrp="1"/>
          </p:cNvSpPr>
          <p:nvPr>
            <p:ph type="body" sz="quarter" idx="22"/>
          </p:nvPr>
        </p:nvSpPr>
        <p:spPr>
          <a:xfrm>
            <a:off x="6644640" y="1566126"/>
            <a:ext cx="4846321" cy="342467"/>
          </a:xfrm>
          <a:prstGeom prst="rect">
            <a:avLst/>
          </a:prstGeom>
        </p:spPr>
        <p:txBody>
          <a:bodyPr anchor="ctr">
            <a:normAutofit/>
          </a:bodyPr>
          <a:lstStyle/>
          <a:p>
            <a:pPr>
              <a:buFontTx/>
              <a:defRPr sz="1600" b="1"/>
            </a:pPr>
            <a:endParaRPr/>
          </a:p>
        </p:txBody>
      </p:sp>
      <p:sp>
        <p:nvSpPr>
          <p:cNvPr id="520" name="Picture Placeholder 9"/>
          <p:cNvSpPr>
            <a:spLocks noGrp="1"/>
          </p:cNvSpPr>
          <p:nvPr>
            <p:ph type="pic" sz="half" idx="23"/>
          </p:nvPr>
        </p:nvSpPr>
        <p:spPr>
          <a:xfrm>
            <a:off x="6644640" y="2103120"/>
            <a:ext cx="4937760" cy="4023360"/>
          </a:xfrm>
          <a:prstGeom prst="rect">
            <a:avLst/>
          </a:prstGeom>
        </p:spPr>
        <p:txBody>
          <a:bodyPr lIns="91439" tIns="45719" rIns="91439" bIns="45719"/>
          <a:lstStyle/>
          <a:p>
            <a:endParaRPr/>
          </a:p>
        </p:txBody>
      </p:sp>
      <p:sp>
        <p:nvSpPr>
          <p:cNvPr id="521" name="Slide Number"/>
          <p:cNvSpPr txBox="1">
            <a:spLocks noGrp="1"/>
          </p:cNvSpPr>
          <p:nvPr>
            <p:ph type="sldNum" sz="quarter" idx="2"/>
          </p:nvPr>
        </p:nvSpPr>
        <p:spPr>
          <a:xfrm>
            <a:off x="11805084" y="6583680"/>
            <a:ext cx="127001" cy="1270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tx">
  <p:cSld name="Three Columns - Photo and Title">
    <p:spTree>
      <p:nvGrpSpPr>
        <p:cNvPr id="1" name=""/>
        <p:cNvGrpSpPr/>
        <p:nvPr/>
      </p:nvGrpSpPr>
      <p:grpSpPr>
        <a:xfrm>
          <a:off x="0" y="0"/>
          <a:ext cx="0" cy="0"/>
          <a:chOff x="0" y="0"/>
          <a:chExt cx="0" cy="0"/>
        </a:xfrm>
      </p:grpSpPr>
      <p:sp>
        <p:nvSpPr>
          <p:cNvPr id="52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52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53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53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532"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533"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53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53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536"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537"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538"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53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54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54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54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54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54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54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54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54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54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54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55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551"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552"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55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55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555"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556" name="Title Text"/>
          <p:cNvSpPr txBox="1">
            <a:spLocks noGrp="1"/>
          </p:cNvSpPr>
          <p:nvPr>
            <p:ph type="title"/>
          </p:nvPr>
        </p:nvSpPr>
        <p:spPr>
          <a:xfrm>
            <a:off x="609600" y="264084"/>
            <a:ext cx="10972800" cy="946391"/>
          </a:xfrm>
          <a:prstGeom prst="rect">
            <a:avLst/>
          </a:prstGeom>
        </p:spPr>
        <p:txBody>
          <a:bodyPr/>
          <a:lstStyle>
            <a:lvl1pPr>
              <a:defRPr sz="3200" b="1"/>
            </a:lvl1pPr>
          </a:lstStyle>
          <a:p>
            <a:r>
              <a:t>Title Text</a:t>
            </a:r>
          </a:p>
        </p:txBody>
      </p:sp>
      <p:sp>
        <p:nvSpPr>
          <p:cNvPr id="557" name="Body Level One…"/>
          <p:cNvSpPr txBox="1">
            <a:spLocks noGrp="1"/>
          </p:cNvSpPr>
          <p:nvPr>
            <p:ph type="body" sz="quarter" idx="1"/>
          </p:nvPr>
        </p:nvSpPr>
        <p:spPr>
          <a:xfrm>
            <a:off x="609600" y="1566126"/>
            <a:ext cx="3200400" cy="342467"/>
          </a:xfrm>
          <a:prstGeom prst="rect">
            <a:avLst/>
          </a:prstGeom>
        </p:spPr>
        <p:txBody>
          <a:bodyPr anchor="ctr">
            <a:normAutofit/>
          </a:bodyPr>
          <a:lstStyle>
            <a:lvl1pPr>
              <a:buFontTx/>
              <a:defRPr sz="1600" b="1"/>
            </a:lvl1pPr>
            <a:lvl2pPr marL="405039" indent="-179614">
              <a:buSzPct val="70000"/>
              <a:buFontTx/>
              <a:buChar char="▪"/>
              <a:defRPr sz="1600" b="1"/>
            </a:lvl2pPr>
            <a:lvl3pPr marL="628650" indent="-190500">
              <a:buSzPct val="70000"/>
              <a:buFontTx/>
              <a:buChar char="▪"/>
              <a:defRPr sz="1600" b="1"/>
            </a:lvl3pPr>
            <a:lvl4pPr marL="711200" indent="-165100">
              <a:buSzPct val="70000"/>
              <a:buFontTx/>
              <a:buChar char="▪"/>
              <a:defRPr sz="1600" b="1"/>
            </a:lvl4pPr>
            <a:lvl5pPr marL="905308" indent="-189345">
              <a:buSzPct val="70000"/>
              <a:buFontTx/>
              <a:buChar char="▪"/>
              <a:defRPr sz="1600" b="1"/>
            </a:lvl5pPr>
          </a:lstStyle>
          <a:p>
            <a:r>
              <a:t>Body Level One</a:t>
            </a:r>
          </a:p>
          <a:p>
            <a:pPr lvl="1"/>
            <a:r>
              <a:t>Body Level Two</a:t>
            </a:r>
          </a:p>
          <a:p>
            <a:pPr lvl="2"/>
            <a:r>
              <a:t>Body Level Three</a:t>
            </a:r>
          </a:p>
          <a:p>
            <a:pPr lvl="3"/>
            <a:r>
              <a:t>Body Level Four</a:t>
            </a:r>
          </a:p>
          <a:p>
            <a:pPr lvl="4"/>
            <a:r>
              <a:t>Body Level Five</a:t>
            </a:r>
          </a:p>
        </p:txBody>
      </p:sp>
      <p:sp>
        <p:nvSpPr>
          <p:cNvPr id="558" name="Picture Placeholder 7"/>
          <p:cNvSpPr>
            <a:spLocks noGrp="1"/>
          </p:cNvSpPr>
          <p:nvPr>
            <p:ph type="pic" sz="quarter" idx="21"/>
          </p:nvPr>
        </p:nvSpPr>
        <p:spPr>
          <a:xfrm>
            <a:off x="609600" y="2103120"/>
            <a:ext cx="3255265" cy="4023360"/>
          </a:xfrm>
          <a:prstGeom prst="rect">
            <a:avLst/>
          </a:prstGeom>
        </p:spPr>
        <p:txBody>
          <a:bodyPr lIns="91439" tIns="45719" rIns="91439" bIns="45719"/>
          <a:lstStyle/>
          <a:p>
            <a:endParaRPr/>
          </a:p>
        </p:txBody>
      </p:sp>
      <p:sp>
        <p:nvSpPr>
          <p:cNvPr id="559" name="Text Placeholder 3"/>
          <p:cNvSpPr>
            <a:spLocks noGrp="1"/>
          </p:cNvSpPr>
          <p:nvPr>
            <p:ph type="body" sz="quarter" idx="22"/>
          </p:nvPr>
        </p:nvSpPr>
        <p:spPr>
          <a:xfrm>
            <a:off x="4468367" y="1566126"/>
            <a:ext cx="3200401" cy="342467"/>
          </a:xfrm>
          <a:prstGeom prst="rect">
            <a:avLst/>
          </a:prstGeom>
        </p:spPr>
        <p:txBody>
          <a:bodyPr anchor="ctr">
            <a:normAutofit/>
          </a:bodyPr>
          <a:lstStyle/>
          <a:p>
            <a:pPr>
              <a:buFontTx/>
              <a:defRPr sz="1600" b="1"/>
            </a:pPr>
            <a:endParaRPr/>
          </a:p>
        </p:txBody>
      </p:sp>
      <p:sp>
        <p:nvSpPr>
          <p:cNvPr id="560" name="Picture Placeholder 9"/>
          <p:cNvSpPr>
            <a:spLocks noGrp="1"/>
          </p:cNvSpPr>
          <p:nvPr>
            <p:ph type="pic" sz="quarter" idx="23"/>
          </p:nvPr>
        </p:nvSpPr>
        <p:spPr>
          <a:xfrm>
            <a:off x="4468367" y="2103120"/>
            <a:ext cx="3255266" cy="4023360"/>
          </a:xfrm>
          <a:prstGeom prst="rect">
            <a:avLst/>
          </a:prstGeom>
        </p:spPr>
        <p:txBody>
          <a:bodyPr lIns="91439" tIns="45719" rIns="91439" bIns="45719"/>
          <a:lstStyle/>
          <a:p>
            <a:endParaRPr/>
          </a:p>
        </p:txBody>
      </p:sp>
      <p:sp>
        <p:nvSpPr>
          <p:cNvPr id="561" name="Text Placeholder 3"/>
          <p:cNvSpPr>
            <a:spLocks noGrp="1"/>
          </p:cNvSpPr>
          <p:nvPr>
            <p:ph type="body" sz="quarter" idx="24"/>
          </p:nvPr>
        </p:nvSpPr>
        <p:spPr>
          <a:xfrm>
            <a:off x="8327135" y="1566126"/>
            <a:ext cx="3200401" cy="342467"/>
          </a:xfrm>
          <a:prstGeom prst="rect">
            <a:avLst/>
          </a:prstGeom>
        </p:spPr>
        <p:txBody>
          <a:bodyPr anchor="ctr">
            <a:normAutofit/>
          </a:bodyPr>
          <a:lstStyle/>
          <a:p>
            <a:pPr>
              <a:buFontTx/>
              <a:defRPr sz="1600" b="1"/>
            </a:pPr>
            <a:endParaRPr/>
          </a:p>
        </p:txBody>
      </p:sp>
      <p:sp>
        <p:nvSpPr>
          <p:cNvPr id="562" name="Picture Placeholder 11"/>
          <p:cNvSpPr>
            <a:spLocks noGrp="1"/>
          </p:cNvSpPr>
          <p:nvPr>
            <p:ph type="pic" sz="quarter" idx="25"/>
          </p:nvPr>
        </p:nvSpPr>
        <p:spPr>
          <a:xfrm>
            <a:off x="8327135" y="2103120"/>
            <a:ext cx="3255265" cy="4023360"/>
          </a:xfrm>
          <a:prstGeom prst="rect">
            <a:avLst/>
          </a:prstGeom>
        </p:spPr>
        <p:txBody>
          <a:bodyPr lIns="91439" tIns="45719" rIns="91439" bIns="45719"/>
          <a:lstStyle/>
          <a:p>
            <a:endParaRPr/>
          </a:p>
        </p:txBody>
      </p:sp>
      <p:sp>
        <p:nvSpPr>
          <p:cNvPr id="563" name="Slide Number"/>
          <p:cNvSpPr txBox="1">
            <a:spLocks noGrp="1"/>
          </p:cNvSpPr>
          <p:nvPr>
            <p:ph type="sldNum" sz="quarter" idx="2"/>
          </p:nvPr>
        </p:nvSpPr>
        <p:spPr>
          <a:xfrm>
            <a:off x="11805084" y="6583680"/>
            <a:ext cx="127001" cy="1270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tx">
  <p:cSld name="Four Columns - Photo and Title">
    <p:spTree>
      <p:nvGrpSpPr>
        <p:cNvPr id="1" name=""/>
        <p:cNvGrpSpPr/>
        <p:nvPr/>
      </p:nvGrpSpPr>
      <p:grpSpPr>
        <a:xfrm>
          <a:off x="0" y="0"/>
          <a:ext cx="0" cy="0"/>
          <a:chOff x="0" y="0"/>
          <a:chExt cx="0" cy="0"/>
        </a:xfrm>
      </p:grpSpPr>
      <p:sp>
        <p:nvSpPr>
          <p:cNvPr id="570"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571"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572"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573"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574"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575"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576"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577"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578"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579"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580"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581"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582"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583"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584"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585"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586"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587"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588"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589"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590"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591"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592"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593"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594"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595"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596"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597"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598" name="Title Text"/>
          <p:cNvSpPr txBox="1">
            <a:spLocks noGrp="1"/>
          </p:cNvSpPr>
          <p:nvPr>
            <p:ph type="title"/>
          </p:nvPr>
        </p:nvSpPr>
        <p:spPr>
          <a:xfrm>
            <a:off x="609600" y="264084"/>
            <a:ext cx="10972800" cy="946391"/>
          </a:xfrm>
          <a:prstGeom prst="rect">
            <a:avLst/>
          </a:prstGeom>
        </p:spPr>
        <p:txBody>
          <a:bodyPr/>
          <a:lstStyle>
            <a:lvl1pPr>
              <a:defRPr sz="3200" b="1"/>
            </a:lvl1pPr>
          </a:lstStyle>
          <a:p>
            <a:r>
              <a:t>Title Text</a:t>
            </a:r>
          </a:p>
        </p:txBody>
      </p:sp>
      <p:sp>
        <p:nvSpPr>
          <p:cNvPr id="599" name="Body Level One…"/>
          <p:cNvSpPr txBox="1">
            <a:spLocks noGrp="1"/>
          </p:cNvSpPr>
          <p:nvPr>
            <p:ph type="body" sz="quarter" idx="1"/>
          </p:nvPr>
        </p:nvSpPr>
        <p:spPr>
          <a:xfrm>
            <a:off x="609600" y="1463278"/>
            <a:ext cx="2240280" cy="548164"/>
          </a:xfrm>
          <a:prstGeom prst="rect">
            <a:avLst/>
          </a:prstGeom>
        </p:spPr>
        <p:txBody>
          <a:bodyPr anchor="ctr">
            <a:normAutofit/>
          </a:bodyPr>
          <a:lstStyle>
            <a:lvl1pPr>
              <a:buFontTx/>
              <a:defRPr sz="1400" b="1"/>
            </a:lvl1pPr>
            <a:lvl2pPr marL="382588" indent="-157163">
              <a:buSzPct val="70000"/>
              <a:buFontTx/>
              <a:buChar char="▪"/>
              <a:defRPr sz="1400" b="1"/>
            </a:lvl2pPr>
            <a:lvl3pPr marL="604837" indent="-166687">
              <a:buSzPct val="70000"/>
              <a:buFontTx/>
              <a:buChar char="▪"/>
              <a:defRPr sz="1400" b="1"/>
            </a:lvl3pPr>
            <a:lvl4pPr marL="690562" indent="-144462">
              <a:buSzPct val="70000"/>
              <a:buFontTx/>
              <a:buChar char="▪"/>
              <a:defRPr sz="1400" b="1"/>
            </a:lvl4pPr>
            <a:lvl5pPr marL="881640" indent="-165677">
              <a:buSzPct val="70000"/>
              <a:buFontTx/>
              <a:buChar char="▪"/>
              <a:defRPr sz="1400" b="1"/>
            </a:lvl5pPr>
          </a:lstStyle>
          <a:p>
            <a:r>
              <a:t>Body Level One</a:t>
            </a:r>
          </a:p>
          <a:p>
            <a:pPr lvl="1"/>
            <a:r>
              <a:t>Body Level Two</a:t>
            </a:r>
          </a:p>
          <a:p>
            <a:pPr lvl="2"/>
            <a:r>
              <a:t>Body Level Three</a:t>
            </a:r>
          </a:p>
          <a:p>
            <a:pPr lvl="3"/>
            <a:r>
              <a:t>Body Level Four</a:t>
            </a:r>
          </a:p>
          <a:p>
            <a:pPr lvl="4"/>
            <a:r>
              <a:t>Body Level Five</a:t>
            </a:r>
          </a:p>
        </p:txBody>
      </p:sp>
      <p:sp>
        <p:nvSpPr>
          <p:cNvPr id="600" name="Picture Placeholder 7"/>
          <p:cNvSpPr>
            <a:spLocks noGrp="1"/>
          </p:cNvSpPr>
          <p:nvPr>
            <p:ph type="pic" sz="quarter" idx="21"/>
          </p:nvPr>
        </p:nvSpPr>
        <p:spPr>
          <a:xfrm>
            <a:off x="609600" y="2103120"/>
            <a:ext cx="2240280" cy="4023360"/>
          </a:xfrm>
          <a:prstGeom prst="rect">
            <a:avLst/>
          </a:prstGeom>
        </p:spPr>
        <p:txBody>
          <a:bodyPr lIns="91439" tIns="45719" rIns="91439" bIns="45719"/>
          <a:lstStyle/>
          <a:p>
            <a:endParaRPr/>
          </a:p>
        </p:txBody>
      </p:sp>
      <p:sp>
        <p:nvSpPr>
          <p:cNvPr id="601" name="Text Placeholder 3"/>
          <p:cNvSpPr>
            <a:spLocks noGrp="1"/>
          </p:cNvSpPr>
          <p:nvPr>
            <p:ph type="body" sz="quarter" idx="22"/>
          </p:nvPr>
        </p:nvSpPr>
        <p:spPr>
          <a:xfrm>
            <a:off x="3520440" y="1463278"/>
            <a:ext cx="2240281" cy="548164"/>
          </a:xfrm>
          <a:prstGeom prst="rect">
            <a:avLst/>
          </a:prstGeom>
        </p:spPr>
        <p:txBody>
          <a:bodyPr anchor="ctr">
            <a:normAutofit/>
          </a:bodyPr>
          <a:lstStyle/>
          <a:p>
            <a:pPr>
              <a:buFontTx/>
              <a:defRPr sz="1400" b="1"/>
            </a:pPr>
            <a:endParaRPr/>
          </a:p>
        </p:txBody>
      </p:sp>
      <p:sp>
        <p:nvSpPr>
          <p:cNvPr id="602" name="Picture Placeholder 9"/>
          <p:cNvSpPr>
            <a:spLocks noGrp="1"/>
          </p:cNvSpPr>
          <p:nvPr>
            <p:ph type="pic" sz="quarter" idx="23"/>
          </p:nvPr>
        </p:nvSpPr>
        <p:spPr>
          <a:xfrm>
            <a:off x="3520440" y="2103120"/>
            <a:ext cx="2240281" cy="4023360"/>
          </a:xfrm>
          <a:prstGeom prst="rect">
            <a:avLst/>
          </a:prstGeom>
        </p:spPr>
        <p:txBody>
          <a:bodyPr lIns="91439" tIns="45719" rIns="91439" bIns="45719"/>
          <a:lstStyle/>
          <a:p>
            <a:endParaRPr/>
          </a:p>
        </p:txBody>
      </p:sp>
      <p:sp>
        <p:nvSpPr>
          <p:cNvPr id="603" name="Text Placeholder 3"/>
          <p:cNvSpPr>
            <a:spLocks noGrp="1"/>
          </p:cNvSpPr>
          <p:nvPr>
            <p:ph type="body" sz="quarter" idx="24"/>
          </p:nvPr>
        </p:nvSpPr>
        <p:spPr>
          <a:xfrm>
            <a:off x="6431279" y="1463278"/>
            <a:ext cx="2240281" cy="548164"/>
          </a:xfrm>
          <a:prstGeom prst="rect">
            <a:avLst/>
          </a:prstGeom>
        </p:spPr>
        <p:txBody>
          <a:bodyPr anchor="ctr">
            <a:normAutofit/>
          </a:bodyPr>
          <a:lstStyle/>
          <a:p>
            <a:pPr>
              <a:buFontTx/>
              <a:defRPr sz="1400" b="1"/>
            </a:pPr>
            <a:endParaRPr/>
          </a:p>
        </p:txBody>
      </p:sp>
      <p:sp>
        <p:nvSpPr>
          <p:cNvPr id="604" name="Picture Placeholder 11"/>
          <p:cNvSpPr>
            <a:spLocks noGrp="1"/>
          </p:cNvSpPr>
          <p:nvPr>
            <p:ph type="pic" sz="quarter" idx="25"/>
          </p:nvPr>
        </p:nvSpPr>
        <p:spPr>
          <a:xfrm>
            <a:off x="6431279" y="2103120"/>
            <a:ext cx="2240281" cy="4023360"/>
          </a:xfrm>
          <a:prstGeom prst="rect">
            <a:avLst/>
          </a:prstGeom>
        </p:spPr>
        <p:txBody>
          <a:bodyPr lIns="91439" tIns="45719" rIns="91439" bIns="45719"/>
          <a:lstStyle/>
          <a:p>
            <a:endParaRPr/>
          </a:p>
        </p:txBody>
      </p:sp>
      <p:sp>
        <p:nvSpPr>
          <p:cNvPr id="605" name="Text Placeholder 3"/>
          <p:cNvSpPr>
            <a:spLocks noGrp="1"/>
          </p:cNvSpPr>
          <p:nvPr>
            <p:ph type="body" sz="quarter" idx="26"/>
          </p:nvPr>
        </p:nvSpPr>
        <p:spPr>
          <a:xfrm>
            <a:off x="9342119" y="1463278"/>
            <a:ext cx="2240281" cy="548164"/>
          </a:xfrm>
          <a:prstGeom prst="rect">
            <a:avLst/>
          </a:prstGeom>
        </p:spPr>
        <p:txBody>
          <a:bodyPr anchor="ctr">
            <a:normAutofit/>
          </a:bodyPr>
          <a:lstStyle/>
          <a:p>
            <a:pPr>
              <a:buFontTx/>
              <a:defRPr sz="1400" b="1"/>
            </a:pPr>
            <a:endParaRPr/>
          </a:p>
        </p:txBody>
      </p:sp>
      <p:sp>
        <p:nvSpPr>
          <p:cNvPr id="606" name="Picture Placeholder 11"/>
          <p:cNvSpPr>
            <a:spLocks noGrp="1"/>
          </p:cNvSpPr>
          <p:nvPr>
            <p:ph type="pic" sz="quarter" idx="27"/>
          </p:nvPr>
        </p:nvSpPr>
        <p:spPr>
          <a:xfrm>
            <a:off x="9342119" y="2103120"/>
            <a:ext cx="2240281" cy="4023360"/>
          </a:xfrm>
          <a:prstGeom prst="rect">
            <a:avLst/>
          </a:prstGeom>
        </p:spPr>
        <p:txBody>
          <a:bodyPr lIns="91439" tIns="45719" rIns="91439" bIns="45719"/>
          <a:lstStyle/>
          <a:p>
            <a:endParaRPr/>
          </a:p>
        </p:txBody>
      </p:sp>
      <p:sp>
        <p:nvSpPr>
          <p:cNvPr id="607" name="Slide Number"/>
          <p:cNvSpPr txBox="1">
            <a:spLocks noGrp="1"/>
          </p:cNvSpPr>
          <p:nvPr>
            <p:ph type="sldNum" sz="quarter" idx="2"/>
          </p:nvPr>
        </p:nvSpPr>
        <p:spPr>
          <a:xfrm>
            <a:off x="11805084" y="6583680"/>
            <a:ext cx="127001" cy="1270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tx">
  <p:cSld name="Five Columns - Photo and Title">
    <p:spTree>
      <p:nvGrpSpPr>
        <p:cNvPr id="1" name=""/>
        <p:cNvGrpSpPr/>
        <p:nvPr/>
      </p:nvGrpSpPr>
      <p:grpSpPr>
        <a:xfrm>
          <a:off x="0" y="0"/>
          <a:ext cx="0" cy="0"/>
          <a:chOff x="0" y="0"/>
          <a:chExt cx="0" cy="0"/>
        </a:xfrm>
      </p:grpSpPr>
      <p:sp>
        <p:nvSpPr>
          <p:cNvPr id="614"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615"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616"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617"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618"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619"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620"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621"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622"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623"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624"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625"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626"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627"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628"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629"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630"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631"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632"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633"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634"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635"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636"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637"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638"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639"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640"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641"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642" name="Title Text"/>
          <p:cNvSpPr txBox="1">
            <a:spLocks noGrp="1"/>
          </p:cNvSpPr>
          <p:nvPr>
            <p:ph type="title"/>
          </p:nvPr>
        </p:nvSpPr>
        <p:spPr>
          <a:xfrm>
            <a:off x="609600" y="264084"/>
            <a:ext cx="10972800" cy="946391"/>
          </a:xfrm>
          <a:prstGeom prst="rect">
            <a:avLst/>
          </a:prstGeom>
        </p:spPr>
        <p:txBody>
          <a:bodyPr/>
          <a:lstStyle>
            <a:lvl1pPr>
              <a:defRPr sz="3200" b="1"/>
            </a:lvl1pPr>
          </a:lstStyle>
          <a:p>
            <a:r>
              <a:t>Title Text</a:t>
            </a:r>
          </a:p>
        </p:txBody>
      </p:sp>
      <p:sp>
        <p:nvSpPr>
          <p:cNvPr id="643" name="Body Level One…"/>
          <p:cNvSpPr txBox="1">
            <a:spLocks noGrp="1"/>
          </p:cNvSpPr>
          <p:nvPr>
            <p:ph type="body" sz="quarter" idx="1"/>
          </p:nvPr>
        </p:nvSpPr>
        <p:spPr>
          <a:xfrm>
            <a:off x="609600" y="1463278"/>
            <a:ext cx="1828800" cy="548164"/>
          </a:xfrm>
          <a:prstGeom prst="rect">
            <a:avLst/>
          </a:prstGeom>
        </p:spPr>
        <p:txBody>
          <a:bodyPr anchor="ctr">
            <a:normAutofit/>
          </a:bodyPr>
          <a:lstStyle>
            <a:lvl1pPr>
              <a:buFontTx/>
              <a:defRPr sz="1400" b="1"/>
            </a:lvl1pPr>
            <a:lvl2pPr marL="382588" indent="-157163">
              <a:buSzPct val="70000"/>
              <a:buFontTx/>
              <a:buChar char="▪"/>
              <a:defRPr sz="1400" b="1"/>
            </a:lvl2pPr>
            <a:lvl3pPr marL="604837" indent="-166687">
              <a:buSzPct val="70000"/>
              <a:buFontTx/>
              <a:buChar char="▪"/>
              <a:defRPr sz="1400" b="1"/>
            </a:lvl3pPr>
            <a:lvl4pPr marL="690562" indent="-144462">
              <a:buSzPct val="70000"/>
              <a:buFontTx/>
              <a:buChar char="▪"/>
              <a:defRPr sz="1400" b="1"/>
            </a:lvl4pPr>
            <a:lvl5pPr marL="881640" indent="-165677">
              <a:buSzPct val="70000"/>
              <a:buFontTx/>
              <a:buChar char="▪"/>
              <a:defRPr sz="1400" b="1"/>
            </a:lvl5pPr>
          </a:lstStyle>
          <a:p>
            <a:r>
              <a:t>Body Level One</a:t>
            </a:r>
          </a:p>
          <a:p>
            <a:pPr lvl="1"/>
            <a:r>
              <a:t>Body Level Two</a:t>
            </a:r>
          </a:p>
          <a:p>
            <a:pPr lvl="2"/>
            <a:r>
              <a:t>Body Level Three</a:t>
            </a:r>
          </a:p>
          <a:p>
            <a:pPr lvl="3"/>
            <a:r>
              <a:t>Body Level Four</a:t>
            </a:r>
          </a:p>
          <a:p>
            <a:pPr lvl="4"/>
            <a:r>
              <a:t>Body Level Five</a:t>
            </a:r>
          </a:p>
        </p:txBody>
      </p:sp>
      <p:sp>
        <p:nvSpPr>
          <p:cNvPr id="644" name="Picture Placeholder 1"/>
          <p:cNvSpPr>
            <a:spLocks noGrp="1"/>
          </p:cNvSpPr>
          <p:nvPr>
            <p:ph type="pic" sz="quarter" idx="21"/>
          </p:nvPr>
        </p:nvSpPr>
        <p:spPr>
          <a:xfrm>
            <a:off x="609600" y="2103120"/>
            <a:ext cx="1828800" cy="4023360"/>
          </a:xfrm>
          <a:prstGeom prst="rect">
            <a:avLst/>
          </a:prstGeom>
        </p:spPr>
        <p:txBody>
          <a:bodyPr lIns="91439" tIns="45719" rIns="91439" bIns="45719"/>
          <a:lstStyle/>
          <a:p>
            <a:endParaRPr/>
          </a:p>
        </p:txBody>
      </p:sp>
      <p:sp>
        <p:nvSpPr>
          <p:cNvPr id="645" name="Text Placeholder 2"/>
          <p:cNvSpPr>
            <a:spLocks noGrp="1"/>
          </p:cNvSpPr>
          <p:nvPr>
            <p:ph type="body" sz="quarter" idx="22"/>
          </p:nvPr>
        </p:nvSpPr>
        <p:spPr>
          <a:xfrm>
            <a:off x="2895600" y="1463278"/>
            <a:ext cx="1828800" cy="548164"/>
          </a:xfrm>
          <a:prstGeom prst="rect">
            <a:avLst/>
          </a:prstGeom>
        </p:spPr>
        <p:txBody>
          <a:bodyPr anchor="ctr">
            <a:normAutofit/>
          </a:bodyPr>
          <a:lstStyle/>
          <a:p>
            <a:pPr>
              <a:buFontTx/>
              <a:defRPr sz="1400" b="1"/>
            </a:pPr>
            <a:endParaRPr/>
          </a:p>
        </p:txBody>
      </p:sp>
      <p:sp>
        <p:nvSpPr>
          <p:cNvPr id="646" name="Picture Placeholder 2"/>
          <p:cNvSpPr>
            <a:spLocks noGrp="1"/>
          </p:cNvSpPr>
          <p:nvPr>
            <p:ph type="pic" sz="quarter" idx="23"/>
          </p:nvPr>
        </p:nvSpPr>
        <p:spPr>
          <a:xfrm>
            <a:off x="2895600" y="2103120"/>
            <a:ext cx="1828800" cy="4023360"/>
          </a:xfrm>
          <a:prstGeom prst="rect">
            <a:avLst/>
          </a:prstGeom>
        </p:spPr>
        <p:txBody>
          <a:bodyPr lIns="91439" tIns="45719" rIns="91439" bIns="45719"/>
          <a:lstStyle/>
          <a:p>
            <a:endParaRPr/>
          </a:p>
        </p:txBody>
      </p:sp>
      <p:sp>
        <p:nvSpPr>
          <p:cNvPr id="647" name="Text Placeholder 3"/>
          <p:cNvSpPr>
            <a:spLocks noGrp="1"/>
          </p:cNvSpPr>
          <p:nvPr>
            <p:ph type="body" sz="quarter" idx="24"/>
          </p:nvPr>
        </p:nvSpPr>
        <p:spPr>
          <a:xfrm>
            <a:off x="5181600" y="1463278"/>
            <a:ext cx="1828800" cy="548164"/>
          </a:xfrm>
          <a:prstGeom prst="rect">
            <a:avLst/>
          </a:prstGeom>
        </p:spPr>
        <p:txBody>
          <a:bodyPr anchor="ctr">
            <a:normAutofit/>
          </a:bodyPr>
          <a:lstStyle/>
          <a:p>
            <a:pPr>
              <a:buFontTx/>
              <a:defRPr sz="1400" b="1"/>
            </a:pPr>
            <a:endParaRPr/>
          </a:p>
        </p:txBody>
      </p:sp>
      <p:sp>
        <p:nvSpPr>
          <p:cNvPr id="648" name="Picture Placeholder 3"/>
          <p:cNvSpPr>
            <a:spLocks noGrp="1"/>
          </p:cNvSpPr>
          <p:nvPr>
            <p:ph type="pic" sz="quarter" idx="25"/>
          </p:nvPr>
        </p:nvSpPr>
        <p:spPr>
          <a:xfrm>
            <a:off x="5181600" y="2103120"/>
            <a:ext cx="1828800" cy="4023360"/>
          </a:xfrm>
          <a:prstGeom prst="rect">
            <a:avLst/>
          </a:prstGeom>
        </p:spPr>
        <p:txBody>
          <a:bodyPr lIns="91439" tIns="45719" rIns="91439" bIns="45719"/>
          <a:lstStyle/>
          <a:p>
            <a:endParaRPr/>
          </a:p>
        </p:txBody>
      </p:sp>
      <p:sp>
        <p:nvSpPr>
          <p:cNvPr id="649" name="Text Placeholder 4"/>
          <p:cNvSpPr>
            <a:spLocks noGrp="1"/>
          </p:cNvSpPr>
          <p:nvPr>
            <p:ph type="body" sz="quarter" idx="26"/>
          </p:nvPr>
        </p:nvSpPr>
        <p:spPr>
          <a:xfrm>
            <a:off x="7467600" y="1463278"/>
            <a:ext cx="1828800" cy="548164"/>
          </a:xfrm>
          <a:prstGeom prst="rect">
            <a:avLst/>
          </a:prstGeom>
        </p:spPr>
        <p:txBody>
          <a:bodyPr anchor="ctr">
            <a:normAutofit/>
          </a:bodyPr>
          <a:lstStyle/>
          <a:p>
            <a:pPr>
              <a:buFontTx/>
              <a:defRPr sz="1400" b="1"/>
            </a:pPr>
            <a:endParaRPr/>
          </a:p>
        </p:txBody>
      </p:sp>
      <p:sp>
        <p:nvSpPr>
          <p:cNvPr id="650" name="Picture Placeholder 4"/>
          <p:cNvSpPr>
            <a:spLocks noGrp="1"/>
          </p:cNvSpPr>
          <p:nvPr>
            <p:ph type="pic" sz="quarter" idx="27"/>
          </p:nvPr>
        </p:nvSpPr>
        <p:spPr>
          <a:xfrm>
            <a:off x="7467600" y="2103120"/>
            <a:ext cx="1828800" cy="4023360"/>
          </a:xfrm>
          <a:prstGeom prst="rect">
            <a:avLst/>
          </a:prstGeom>
        </p:spPr>
        <p:txBody>
          <a:bodyPr lIns="91439" tIns="45719" rIns="91439" bIns="45719"/>
          <a:lstStyle/>
          <a:p>
            <a:endParaRPr/>
          </a:p>
        </p:txBody>
      </p:sp>
      <p:sp>
        <p:nvSpPr>
          <p:cNvPr id="651" name="Text Placeholder 5"/>
          <p:cNvSpPr>
            <a:spLocks noGrp="1"/>
          </p:cNvSpPr>
          <p:nvPr>
            <p:ph type="body" sz="quarter" idx="28"/>
          </p:nvPr>
        </p:nvSpPr>
        <p:spPr>
          <a:xfrm>
            <a:off x="9753600" y="1463278"/>
            <a:ext cx="1828800" cy="548164"/>
          </a:xfrm>
          <a:prstGeom prst="rect">
            <a:avLst/>
          </a:prstGeom>
        </p:spPr>
        <p:txBody>
          <a:bodyPr anchor="ctr">
            <a:normAutofit/>
          </a:bodyPr>
          <a:lstStyle/>
          <a:p>
            <a:pPr>
              <a:buFontTx/>
              <a:defRPr sz="1400" b="1"/>
            </a:pPr>
            <a:endParaRPr/>
          </a:p>
        </p:txBody>
      </p:sp>
      <p:sp>
        <p:nvSpPr>
          <p:cNvPr id="652" name="Picture Placeholder 5"/>
          <p:cNvSpPr>
            <a:spLocks noGrp="1"/>
          </p:cNvSpPr>
          <p:nvPr>
            <p:ph type="pic" sz="quarter" idx="29"/>
          </p:nvPr>
        </p:nvSpPr>
        <p:spPr>
          <a:xfrm>
            <a:off x="9753600" y="2103120"/>
            <a:ext cx="1828800" cy="4023360"/>
          </a:xfrm>
          <a:prstGeom prst="rect">
            <a:avLst/>
          </a:prstGeom>
        </p:spPr>
        <p:txBody>
          <a:bodyPr lIns="91439" tIns="45719" rIns="91439" bIns="45719"/>
          <a:lstStyle/>
          <a:p>
            <a:endParaRPr/>
          </a:p>
        </p:txBody>
      </p:sp>
      <p:sp>
        <p:nvSpPr>
          <p:cNvPr id="653" name="Slide Number"/>
          <p:cNvSpPr txBox="1">
            <a:spLocks noGrp="1"/>
          </p:cNvSpPr>
          <p:nvPr>
            <p:ph type="sldNum" sz="quarter" idx="2"/>
          </p:nvPr>
        </p:nvSpPr>
        <p:spPr>
          <a:xfrm>
            <a:off x="11805084" y="6583680"/>
            <a:ext cx="127001" cy="1270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tx">
  <p:cSld name="Grid - 1x1">
    <p:spTree>
      <p:nvGrpSpPr>
        <p:cNvPr id="1" name=""/>
        <p:cNvGrpSpPr/>
        <p:nvPr/>
      </p:nvGrpSpPr>
      <p:grpSpPr>
        <a:xfrm>
          <a:off x="0" y="0"/>
          <a:ext cx="0" cy="0"/>
          <a:chOff x="0" y="0"/>
          <a:chExt cx="0" cy="0"/>
        </a:xfrm>
      </p:grpSpPr>
      <p:sp>
        <p:nvSpPr>
          <p:cNvPr id="660"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661"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662"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663"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664"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665"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666"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667"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668"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669"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670"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671"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672"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673"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674"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675"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676"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677"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678"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679"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680"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681"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682"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683"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684"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685"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686"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687"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688" name="Title Text"/>
          <p:cNvSpPr txBox="1">
            <a:spLocks noGrp="1"/>
          </p:cNvSpPr>
          <p:nvPr>
            <p:ph type="title"/>
          </p:nvPr>
        </p:nvSpPr>
        <p:spPr>
          <a:xfrm>
            <a:off x="609600" y="264084"/>
            <a:ext cx="10972800" cy="946391"/>
          </a:xfrm>
          <a:prstGeom prst="rect">
            <a:avLst/>
          </a:prstGeom>
        </p:spPr>
        <p:txBody>
          <a:bodyPr/>
          <a:lstStyle>
            <a:lvl1pPr>
              <a:defRPr sz="3200" b="1"/>
            </a:lvl1pPr>
          </a:lstStyle>
          <a:p>
            <a:r>
              <a:t>Title Text</a:t>
            </a:r>
          </a:p>
        </p:txBody>
      </p:sp>
      <p:sp>
        <p:nvSpPr>
          <p:cNvPr id="689" name="Picture Placeholder 7"/>
          <p:cNvSpPr>
            <a:spLocks noGrp="1"/>
          </p:cNvSpPr>
          <p:nvPr>
            <p:ph type="pic" idx="21"/>
          </p:nvPr>
        </p:nvSpPr>
        <p:spPr>
          <a:xfrm>
            <a:off x="609600" y="1554480"/>
            <a:ext cx="10972800" cy="4572001"/>
          </a:xfrm>
          <a:prstGeom prst="rect">
            <a:avLst/>
          </a:prstGeom>
        </p:spPr>
        <p:txBody>
          <a:bodyPr lIns="91439" tIns="45719" rIns="91439" bIns="45719"/>
          <a:lstStyle/>
          <a:p>
            <a:endParaRPr/>
          </a:p>
        </p:txBody>
      </p:sp>
      <p:sp>
        <p:nvSpPr>
          <p:cNvPr id="690" name="Slide Number"/>
          <p:cNvSpPr txBox="1">
            <a:spLocks noGrp="1"/>
          </p:cNvSpPr>
          <p:nvPr>
            <p:ph type="sldNum" sz="quarter" idx="2"/>
          </p:nvPr>
        </p:nvSpPr>
        <p:spPr>
          <a:xfrm>
            <a:off x="11805084" y="6583680"/>
            <a:ext cx="127001" cy="1270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x">
  <p:cSld name="Grid - 2x2">
    <p:spTree>
      <p:nvGrpSpPr>
        <p:cNvPr id="1" name=""/>
        <p:cNvGrpSpPr/>
        <p:nvPr/>
      </p:nvGrpSpPr>
      <p:grpSpPr>
        <a:xfrm>
          <a:off x="0" y="0"/>
          <a:ext cx="0" cy="0"/>
          <a:chOff x="0" y="0"/>
          <a:chExt cx="0" cy="0"/>
        </a:xfrm>
      </p:grpSpPr>
      <p:sp>
        <p:nvSpPr>
          <p:cNvPr id="697"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698"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699"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700"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701"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702"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703"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704"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705"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706"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707"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708"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709"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710"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711"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712"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713"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714"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715"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716"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717"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718"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719"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720"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721"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722"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723"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724"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725" name="Title Text"/>
          <p:cNvSpPr txBox="1">
            <a:spLocks noGrp="1"/>
          </p:cNvSpPr>
          <p:nvPr>
            <p:ph type="title"/>
          </p:nvPr>
        </p:nvSpPr>
        <p:spPr>
          <a:xfrm>
            <a:off x="609600" y="264084"/>
            <a:ext cx="10972800" cy="946391"/>
          </a:xfrm>
          <a:prstGeom prst="rect">
            <a:avLst/>
          </a:prstGeom>
        </p:spPr>
        <p:txBody>
          <a:bodyPr/>
          <a:lstStyle>
            <a:lvl1pPr>
              <a:defRPr sz="3200" b="1"/>
            </a:lvl1pPr>
          </a:lstStyle>
          <a:p>
            <a:r>
              <a:t>Title Text</a:t>
            </a:r>
          </a:p>
        </p:txBody>
      </p:sp>
      <p:sp>
        <p:nvSpPr>
          <p:cNvPr id="726" name="Picture Placeholder 7"/>
          <p:cNvSpPr>
            <a:spLocks noGrp="1"/>
          </p:cNvSpPr>
          <p:nvPr>
            <p:ph type="pic" sz="quarter" idx="21"/>
          </p:nvPr>
        </p:nvSpPr>
        <p:spPr>
          <a:xfrm>
            <a:off x="609600" y="1554480"/>
            <a:ext cx="5486400" cy="2286001"/>
          </a:xfrm>
          <a:prstGeom prst="rect">
            <a:avLst/>
          </a:prstGeom>
        </p:spPr>
        <p:txBody>
          <a:bodyPr lIns="91439" tIns="45719" rIns="91439" bIns="45719"/>
          <a:lstStyle/>
          <a:p>
            <a:endParaRPr/>
          </a:p>
        </p:txBody>
      </p:sp>
      <p:sp>
        <p:nvSpPr>
          <p:cNvPr id="727" name="Picture Placeholder 9"/>
          <p:cNvSpPr>
            <a:spLocks noGrp="1"/>
          </p:cNvSpPr>
          <p:nvPr>
            <p:ph type="pic" sz="quarter" idx="22"/>
          </p:nvPr>
        </p:nvSpPr>
        <p:spPr>
          <a:xfrm>
            <a:off x="6096000" y="1554480"/>
            <a:ext cx="5486400" cy="2286001"/>
          </a:xfrm>
          <a:prstGeom prst="rect">
            <a:avLst/>
          </a:prstGeom>
        </p:spPr>
        <p:txBody>
          <a:bodyPr lIns="91439" tIns="45719" rIns="91439" bIns="45719"/>
          <a:lstStyle/>
          <a:p>
            <a:endParaRPr/>
          </a:p>
        </p:txBody>
      </p:sp>
      <p:sp>
        <p:nvSpPr>
          <p:cNvPr id="728" name="Picture Placeholder 7"/>
          <p:cNvSpPr>
            <a:spLocks noGrp="1"/>
          </p:cNvSpPr>
          <p:nvPr>
            <p:ph type="pic" sz="quarter" idx="23"/>
          </p:nvPr>
        </p:nvSpPr>
        <p:spPr>
          <a:xfrm>
            <a:off x="609600" y="3840479"/>
            <a:ext cx="5486400" cy="2286001"/>
          </a:xfrm>
          <a:prstGeom prst="rect">
            <a:avLst/>
          </a:prstGeom>
        </p:spPr>
        <p:txBody>
          <a:bodyPr lIns="91439" tIns="45719" rIns="91439" bIns="45719"/>
          <a:lstStyle/>
          <a:p>
            <a:endParaRPr/>
          </a:p>
        </p:txBody>
      </p:sp>
      <p:sp>
        <p:nvSpPr>
          <p:cNvPr id="729" name="Picture Placeholder 9"/>
          <p:cNvSpPr>
            <a:spLocks noGrp="1"/>
          </p:cNvSpPr>
          <p:nvPr>
            <p:ph type="pic" sz="quarter" idx="24"/>
          </p:nvPr>
        </p:nvSpPr>
        <p:spPr>
          <a:xfrm>
            <a:off x="6096000" y="3840479"/>
            <a:ext cx="5486400" cy="2286001"/>
          </a:xfrm>
          <a:prstGeom prst="rect">
            <a:avLst/>
          </a:prstGeom>
        </p:spPr>
        <p:txBody>
          <a:bodyPr lIns="91439" tIns="45719" rIns="91439" bIns="45719"/>
          <a:lstStyle/>
          <a:p>
            <a:endParaRPr/>
          </a:p>
        </p:txBody>
      </p:sp>
      <p:sp>
        <p:nvSpPr>
          <p:cNvPr id="730" name="Slide Number"/>
          <p:cNvSpPr txBox="1">
            <a:spLocks noGrp="1"/>
          </p:cNvSpPr>
          <p:nvPr>
            <p:ph type="sldNum" sz="quarter" idx="2"/>
          </p:nvPr>
        </p:nvSpPr>
        <p:spPr>
          <a:xfrm>
            <a:off x="11805084" y="6583680"/>
            <a:ext cx="127001" cy="1270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x">
  <p:cSld name="Grid - 3x2">
    <p:spTree>
      <p:nvGrpSpPr>
        <p:cNvPr id="1" name=""/>
        <p:cNvGrpSpPr/>
        <p:nvPr/>
      </p:nvGrpSpPr>
      <p:grpSpPr>
        <a:xfrm>
          <a:off x="0" y="0"/>
          <a:ext cx="0" cy="0"/>
          <a:chOff x="0" y="0"/>
          <a:chExt cx="0" cy="0"/>
        </a:xfrm>
      </p:grpSpPr>
      <p:sp>
        <p:nvSpPr>
          <p:cNvPr id="737"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738"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739"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740"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741"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742"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743"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744"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745"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746"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747"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748"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749"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750"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751"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752"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753"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754"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755"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756"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757"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758"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759"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760"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761"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762"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763"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764"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765" name="Title Text"/>
          <p:cNvSpPr txBox="1">
            <a:spLocks noGrp="1"/>
          </p:cNvSpPr>
          <p:nvPr>
            <p:ph type="title"/>
          </p:nvPr>
        </p:nvSpPr>
        <p:spPr>
          <a:xfrm>
            <a:off x="609600" y="264084"/>
            <a:ext cx="10972800" cy="946391"/>
          </a:xfrm>
          <a:prstGeom prst="rect">
            <a:avLst/>
          </a:prstGeom>
        </p:spPr>
        <p:txBody>
          <a:bodyPr/>
          <a:lstStyle>
            <a:lvl1pPr>
              <a:defRPr sz="3200" b="1"/>
            </a:lvl1pPr>
          </a:lstStyle>
          <a:p>
            <a:r>
              <a:t>Title Text</a:t>
            </a:r>
          </a:p>
        </p:txBody>
      </p:sp>
      <p:sp>
        <p:nvSpPr>
          <p:cNvPr id="766" name="Picture Placeholder 7"/>
          <p:cNvSpPr>
            <a:spLocks noGrp="1"/>
          </p:cNvSpPr>
          <p:nvPr>
            <p:ph type="pic" sz="quarter" idx="21"/>
          </p:nvPr>
        </p:nvSpPr>
        <p:spPr>
          <a:xfrm>
            <a:off x="609600" y="1554480"/>
            <a:ext cx="3657600" cy="2286001"/>
          </a:xfrm>
          <a:prstGeom prst="rect">
            <a:avLst/>
          </a:prstGeom>
        </p:spPr>
        <p:txBody>
          <a:bodyPr lIns="91439" tIns="45719" rIns="91439" bIns="45719"/>
          <a:lstStyle/>
          <a:p>
            <a:endParaRPr/>
          </a:p>
        </p:txBody>
      </p:sp>
      <p:sp>
        <p:nvSpPr>
          <p:cNvPr id="767" name="Picture Placeholder 9"/>
          <p:cNvSpPr>
            <a:spLocks noGrp="1"/>
          </p:cNvSpPr>
          <p:nvPr>
            <p:ph type="pic" sz="quarter" idx="22"/>
          </p:nvPr>
        </p:nvSpPr>
        <p:spPr>
          <a:xfrm>
            <a:off x="4267200" y="1554480"/>
            <a:ext cx="3657600" cy="2286001"/>
          </a:xfrm>
          <a:prstGeom prst="rect">
            <a:avLst/>
          </a:prstGeom>
        </p:spPr>
        <p:txBody>
          <a:bodyPr lIns="91439" tIns="45719" rIns="91439" bIns="45719"/>
          <a:lstStyle/>
          <a:p>
            <a:endParaRPr/>
          </a:p>
        </p:txBody>
      </p:sp>
      <p:sp>
        <p:nvSpPr>
          <p:cNvPr id="768" name="Picture Placeholder 11"/>
          <p:cNvSpPr>
            <a:spLocks noGrp="1"/>
          </p:cNvSpPr>
          <p:nvPr>
            <p:ph type="pic" sz="quarter" idx="23"/>
          </p:nvPr>
        </p:nvSpPr>
        <p:spPr>
          <a:xfrm>
            <a:off x="7924800" y="1554480"/>
            <a:ext cx="3657600" cy="2286001"/>
          </a:xfrm>
          <a:prstGeom prst="rect">
            <a:avLst/>
          </a:prstGeom>
        </p:spPr>
        <p:txBody>
          <a:bodyPr lIns="91439" tIns="45719" rIns="91439" bIns="45719"/>
          <a:lstStyle/>
          <a:p>
            <a:endParaRPr/>
          </a:p>
        </p:txBody>
      </p:sp>
      <p:sp>
        <p:nvSpPr>
          <p:cNvPr id="769" name="Picture Placeholder 13"/>
          <p:cNvSpPr>
            <a:spLocks noGrp="1"/>
          </p:cNvSpPr>
          <p:nvPr>
            <p:ph type="pic" sz="quarter" idx="24"/>
          </p:nvPr>
        </p:nvSpPr>
        <p:spPr>
          <a:xfrm>
            <a:off x="609600" y="3840479"/>
            <a:ext cx="3657600" cy="2286001"/>
          </a:xfrm>
          <a:prstGeom prst="rect">
            <a:avLst/>
          </a:prstGeom>
        </p:spPr>
        <p:txBody>
          <a:bodyPr lIns="91439" tIns="45719" rIns="91439" bIns="45719"/>
          <a:lstStyle/>
          <a:p>
            <a:endParaRPr/>
          </a:p>
        </p:txBody>
      </p:sp>
      <p:sp>
        <p:nvSpPr>
          <p:cNvPr id="770" name="Picture Placeholder 15"/>
          <p:cNvSpPr>
            <a:spLocks noGrp="1"/>
          </p:cNvSpPr>
          <p:nvPr>
            <p:ph type="pic" sz="quarter" idx="25"/>
          </p:nvPr>
        </p:nvSpPr>
        <p:spPr>
          <a:xfrm>
            <a:off x="4267200" y="3840479"/>
            <a:ext cx="3657600" cy="2286001"/>
          </a:xfrm>
          <a:prstGeom prst="rect">
            <a:avLst/>
          </a:prstGeom>
        </p:spPr>
        <p:txBody>
          <a:bodyPr lIns="91439" tIns="45719" rIns="91439" bIns="45719"/>
          <a:lstStyle/>
          <a:p>
            <a:endParaRPr/>
          </a:p>
        </p:txBody>
      </p:sp>
      <p:sp>
        <p:nvSpPr>
          <p:cNvPr id="771" name="Picture Placeholder 17"/>
          <p:cNvSpPr>
            <a:spLocks noGrp="1"/>
          </p:cNvSpPr>
          <p:nvPr>
            <p:ph type="pic" sz="quarter" idx="26"/>
          </p:nvPr>
        </p:nvSpPr>
        <p:spPr>
          <a:xfrm>
            <a:off x="7924800" y="3840479"/>
            <a:ext cx="3657600" cy="2286001"/>
          </a:xfrm>
          <a:prstGeom prst="rect">
            <a:avLst/>
          </a:prstGeom>
        </p:spPr>
        <p:txBody>
          <a:bodyPr lIns="91439" tIns="45719" rIns="91439" bIns="45719"/>
          <a:lstStyle/>
          <a:p>
            <a:endParaRPr/>
          </a:p>
        </p:txBody>
      </p:sp>
      <p:sp>
        <p:nvSpPr>
          <p:cNvPr id="772" name="Slide Number"/>
          <p:cNvSpPr txBox="1">
            <a:spLocks noGrp="1"/>
          </p:cNvSpPr>
          <p:nvPr>
            <p:ph type="sldNum" sz="quarter" idx="2"/>
          </p:nvPr>
        </p:nvSpPr>
        <p:spPr>
          <a:xfrm>
            <a:off x="11805084" y="6583680"/>
            <a:ext cx="127001" cy="1270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x">
  <p:cSld name="Grid - 8x4">
    <p:spTree>
      <p:nvGrpSpPr>
        <p:cNvPr id="1" name=""/>
        <p:cNvGrpSpPr/>
        <p:nvPr/>
      </p:nvGrpSpPr>
      <p:grpSpPr>
        <a:xfrm>
          <a:off x="0" y="0"/>
          <a:ext cx="0" cy="0"/>
          <a:chOff x="0" y="0"/>
          <a:chExt cx="0" cy="0"/>
        </a:xfrm>
      </p:grpSpPr>
      <p:sp>
        <p:nvSpPr>
          <p:cNvPr id="779"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780"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781"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782"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783"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784"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785"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786"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787"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788"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789"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790"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791"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792"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793"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794"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795"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796"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797"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798"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799"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800"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801"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802"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803"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804"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805"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806"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807" name="Title Text"/>
          <p:cNvSpPr txBox="1">
            <a:spLocks noGrp="1"/>
          </p:cNvSpPr>
          <p:nvPr>
            <p:ph type="title"/>
          </p:nvPr>
        </p:nvSpPr>
        <p:spPr>
          <a:xfrm>
            <a:off x="609600" y="264084"/>
            <a:ext cx="10972800" cy="946391"/>
          </a:xfrm>
          <a:prstGeom prst="rect">
            <a:avLst/>
          </a:prstGeom>
        </p:spPr>
        <p:txBody>
          <a:bodyPr/>
          <a:lstStyle>
            <a:lvl1pPr>
              <a:defRPr sz="3200" b="1"/>
            </a:lvl1pPr>
          </a:lstStyle>
          <a:p>
            <a:r>
              <a:t>Title Text</a:t>
            </a:r>
          </a:p>
        </p:txBody>
      </p:sp>
      <p:sp>
        <p:nvSpPr>
          <p:cNvPr id="808" name="Rectangle 5"/>
          <p:cNvSpPr/>
          <p:nvPr/>
        </p:nvSpPr>
        <p:spPr>
          <a:xfrm>
            <a:off x="609599" y="1334323"/>
            <a:ext cx="1268843"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09" name="Rectangle 6"/>
          <p:cNvSpPr/>
          <p:nvPr/>
        </p:nvSpPr>
        <p:spPr>
          <a:xfrm>
            <a:off x="1995879" y="1334323"/>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10" name="Rectangle 8"/>
          <p:cNvSpPr/>
          <p:nvPr/>
        </p:nvSpPr>
        <p:spPr>
          <a:xfrm>
            <a:off x="3382159" y="1334323"/>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11" name="Rectangle 9"/>
          <p:cNvSpPr/>
          <p:nvPr/>
        </p:nvSpPr>
        <p:spPr>
          <a:xfrm>
            <a:off x="4768439" y="1334323"/>
            <a:ext cx="1268843"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12" name="Rectangle 10"/>
          <p:cNvSpPr/>
          <p:nvPr/>
        </p:nvSpPr>
        <p:spPr>
          <a:xfrm>
            <a:off x="6154720" y="1334323"/>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13" name="Rectangle 11"/>
          <p:cNvSpPr/>
          <p:nvPr/>
        </p:nvSpPr>
        <p:spPr>
          <a:xfrm>
            <a:off x="7541000" y="1334323"/>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14" name="Rectangle 12"/>
          <p:cNvSpPr/>
          <p:nvPr/>
        </p:nvSpPr>
        <p:spPr>
          <a:xfrm>
            <a:off x="8927279" y="1334323"/>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15" name="Rectangle 13"/>
          <p:cNvSpPr/>
          <p:nvPr/>
        </p:nvSpPr>
        <p:spPr>
          <a:xfrm>
            <a:off x="10313558" y="1334323"/>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16" name="Rectangle 14"/>
          <p:cNvSpPr/>
          <p:nvPr/>
        </p:nvSpPr>
        <p:spPr>
          <a:xfrm>
            <a:off x="609599" y="2608440"/>
            <a:ext cx="1268843"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17" name="Rectangle 15"/>
          <p:cNvSpPr/>
          <p:nvPr/>
        </p:nvSpPr>
        <p:spPr>
          <a:xfrm>
            <a:off x="1995879" y="2608440"/>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18" name="Rectangle 16"/>
          <p:cNvSpPr/>
          <p:nvPr/>
        </p:nvSpPr>
        <p:spPr>
          <a:xfrm>
            <a:off x="3382159" y="2608440"/>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19" name="Rectangle 17"/>
          <p:cNvSpPr/>
          <p:nvPr/>
        </p:nvSpPr>
        <p:spPr>
          <a:xfrm>
            <a:off x="4768439" y="2608440"/>
            <a:ext cx="1268843"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20" name="Rectangle 18"/>
          <p:cNvSpPr/>
          <p:nvPr/>
        </p:nvSpPr>
        <p:spPr>
          <a:xfrm>
            <a:off x="6154720" y="2608440"/>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21" name="Rectangle 19"/>
          <p:cNvSpPr/>
          <p:nvPr/>
        </p:nvSpPr>
        <p:spPr>
          <a:xfrm>
            <a:off x="7541000" y="2608440"/>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22" name="Rectangle 20"/>
          <p:cNvSpPr/>
          <p:nvPr/>
        </p:nvSpPr>
        <p:spPr>
          <a:xfrm>
            <a:off x="8927279" y="2608440"/>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23" name="Rectangle 21"/>
          <p:cNvSpPr/>
          <p:nvPr/>
        </p:nvSpPr>
        <p:spPr>
          <a:xfrm>
            <a:off x="10313558" y="2608440"/>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24" name="Rectangle 22"/>
          <p:cNvSpPr/>
          <p:nvPr/>
        </p:nvSpPr>
        <p:spPr>
          <a:xfrm>
            <a:off x="609599" y="3882556"/>
            <a:ext cx="1268843"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25" name="Rectangle 23"/>
          <p:cNvSpPr/>
          <p:nvPr/>
        </p:nvSpPr>
        <p:spPr>
          <a:xfrm>
            <a:off x="1995879" y="3882556"/>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26" name="Rectangle 24"/>
          <p:cNvSpPr/>
          <p:nvPr/>
        </p:nvSpPr>
        <p:spPr>
          <a:xfrm>
            <a:off x="3382159" y="3882556"/>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27" name="Rectangle 25"/>
          <p:cNvSpPr/>
          <p:nvPr/>
        </p:nvSpPr>
        <p:spPr>
          <a:xfrm>
            <a:off x="4768439" y="3882556"/>
            <a:ext cx="1268843"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28" name="Rectangle 26"/>
          <p:cNvSpPr/>
          <p:nvPr/>
        </p:nvSpPr>
        <p:spPr>
          <a:xfrm>
            <a:off x="6154720" y="3882556"/>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29" name="Rectangle 27"/>
          <p:cNvSpPr/>
          <p:nvPr/>
        </p:nvSpPr>
        <p:spPr>
          <a:xfrm>
            <a:off x="7541000" y="3882556"/>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30" name="Rectangle 28"/>
          <p:cNvSpPr/>
          <p:nvPr/>
        </p:nvSpPr>
        <p:spPr>
          <a:xfrm>
            <a:off x="8927279" y="3882556"/>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31" name="Rectangle 29"/>
          <p:cNvSpPr/>
          <p:nvPr/>
        </p:nvSpPr>
        <p:spPr>
          <a:xfrm>
            <a:off x="10313558" y="3882556"/>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32" name="Rectangle 30"/>
          <p:cNvSpPr/>
          <p:nvPr/>
        </p:nvSpPr>
        <p:spPr>
          <a:xfrm>
            <a:off x="609599" y="5156674"/>
            <a:ext cx="1268843" cy="1167926"/>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33" name="Rectangle 31"/>
          <p:cNvSpPr/>
          <p:nvPr/>
        </p:nvSpPr>
        <p:spPr>
          <a:xfrm>
            <a:off x="1995879" y="5156674"/>
            <a:ext cx="1268842" cy="1167926"/>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34" name="Rectangle 32"/>
          <p:cNvSpPr/>
          <p:nvPr/>
        </p:nvSpPr>
        <p:spPr>
          <a:xfrm>
            <a:off x="3382159" y="5156674"/>
            <a:ext cx="1268842" cy="1167926"/>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35" name="Rectangle 33"/>
          <p:cNvSpPr/>
          <p:nvPr/>
        </p:nvSpPr>
        <p:spPr>
          <a:xfrm>
            <a:off x="4768439" y="5156674"/>
            <a:ext cx="1268843" cy="1167926"/>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36" name="Rectangle 34"/>
          <p:cNvSpPr/>
          <p:nvPr/>
        </p:nvSpPr>
        <p:spPr>
          <a:xfrm>
            <a:off x="6154720" y="5156674"/>
            <a:ext cx="1268842" cy="1167926"/>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37" name="Rectangle 35"/>
          <p:cNvSpPr/>
          <p:nvPr/>
        </p:nvSpPr>
        <p:spPr>
          <a:xfrm>
            <a:off x="7541000" y="5156674"/>
            <a:ext cx="1268842" cy="1167926"/>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38" name="Rectangle 36"/>
          <p:cNvSpPr/>
          <p:nvPr/>
        </p:nvSpPr>
        <p:spPr>
          <a:xfrm>
            <a:off x="8927279" y="5156674"/>
            <a:ext cx="1268842" cy="1167926"/>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39" name="Rectangle 37"/>
          <p:cNvSpPr/>
          <p:nvPr/>
        </p:nvSpPr>
        <p:spPr>
          <a:xfrm>
            <a:off x="10313558" y="5156674"/>
            <a:ext cx="1268842" cy="1167926"/>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840" name="row 1 Picture Placeholder 1"/>
          <p:cNvSpPr>
            <a:spLocks noGrp="1"/>
          </p:cNvSpPr>
          <p:nvPr>
            <p:ph type="pic" sz="quarter" idx="21"/>
          </p:nvPr>
        </p:nvSpPr>
        <p:spPr>
          <a:xfrm>
            <a:off x="652604" y="1374235"/>
            <a:ext cx="1182832" cy="1088106"/>
          </a:xfrm>
          <a:prstGeom prst="rect">
            <a:avLst/>
          </a:prstGeom>
        </p:spPr>
        <p:txBody>
          <a:bodyPr lIns="91439" tIns="45719" rIns="91439" bIns="45719"/>
          <a:lstStyle/>
          <a:p>
            <a:endParaRPr/>
          </a:p>
        </p:txBody>
      </p:sp>
      <p:sp>
        <p:nvSpPr>
          <p:cNvPr id="841" name="row 1 Picture Placeholder 2"/>
          <p:cNvSpPr>
            <a:spLocks noGrp="1"/>
          </p:cNvSpPr>
          <p:nvPr>
            <p:ph type="pic" sz="quarter" idx="22"/>
          </p:nvPr>
        </p:nvSpPr>
        <p:spPr>
          <a:xfrm>
            <a:off x="2034594" y="1374235"/>
            <a:ext cx="1182833" cy="1088106"/>
          </a:xfrm>
          <a:prstGeom prst="rect">
            <a:avLst/>
          </a:prstGeom>
        </p:spPr>
        <p:txBody>
          <a:bodyPr lIns="91439" tIns="45719" rIns="91439" bIns="45719"/>
          <a:lstStyle/>
          <a:p>
            <a:endParaRPr/>
          </a:p>
        </p:txBody>
      </p:sp>
      <p:sp>
        <p:nvSpPr>
          <p:cNvPr id="842" name="row 1 Picture Placeholder 3"/>
          <p:cNvSpPr>
            <a:spLocks noGrp="1"/>
          </p:cNvSpPr>
          <p:nvPr>
            <p:ph type="pic" sz="quarter" idx="23"/>
          </p:nvPr>
        </p:nvSpPr>
        <p:spPr>
          <a:xfrm>
            <a:off x="3421781" y="1374235"/>
            <a:ext cx="1182833" cy="1088106"/>
          </a:xfrm>
          <a:prstGeom prst="rect">
            <a:avLst/>
          </a:prstGeom>
        </p:spPr>
        <p:txBody>
          <a:bodyPr lIns="91439" tIns="45719" rIns="91439" bIns="45719"/>
          <a:lstStyle/>
          <a:p>
            <a:endParaRPr/>
          </a:p>
        </p:txBody>
      </p:sp>
      <p:sp>
        <p:nvSpPr>
          <p:cNvPr id="843" name="row 1 Picture Placeholder 4"/>
          <p:cNvSpPr>
            <a:spLocks noGrp="1"/>
          </p:cNvSpPr>
          <p:nvPr>
            <p:ph type="pic" sz="quarter" idx="24"/>
          </p:nvPr>
        </p:nvSpPr>
        <p:spPr>
          <a:xfrm>
            <a:off x="4814163" y="1374235"/>
            <a:ext cx="1182833" cy="1088106"/>
          </a:xfrm>
          <a:prstGeom prst="rect">
            <a:avLst/>
          </a:prstGeom>
        </p:spPr>
        <p:txBody>
          <a:bodyPr lIns="91439" tIns="45719" rIns="91439" bIns="45719"/>
          <a:lstStyle/>
          <a:p>
            <a:endParaRPr/>
          </a:p>
        </p:txBody>
      </p:sp>
      <p:sp>
        <p:nvSpPr>
          <p:cNvPr id="844" name="row 1 Picture Placeholder 5"/>
          <p:cNvSpPr>
            <a:spLocks noGrp="1"/>
          </p:cNvSpPr>
          <p:nvPr>
            <p:ph type="pic" sz="quarter" idx="25"/>
          </p:nvPr>
        </p:nvSpPr>
        <p:spPr>
          <a:xfrm>
            <a:off x="6196153" y="1374235"/>
            <a:ext cx="1182833" cy="1088106"/>
          </a:xfrm>
          <a:prstGeom prst="rect">
            <a:avLst/>
          </a:prstGeom>
        </p:spPr>
        <p:txBody>
          <a:bodyPr lIns="91439" tIns="45719" rIns="91439" bIns="45719"/>
          <a:lstStyle/>
          <a:p>
            <a:endParaRPr/>
          </a:p>
        </p:txBody>
      </p:sp>
      <p:sp>
        <p:nvSpPr>
          <p:cNvPr id="845" name="row 1 Picture Placeholder 6"/>
          <p:cNvSpPr>
            <a:spLocks noGrp="1"/>
          </p:cNvSpPr>
          <p:nvPr>
            <p:ph type="pic" sz="quarter" idx="26"/>
          </p:nvPr>
        </p:nvSpPr>
        <p:spPr>
          <a:xfrm>
            <a:off x="7583340" y="1374235"/>
            <a:ext cx="1182833" cy="1088106"/>
          </a:xfrm>
          <a:prstGeom prst="rect">
            <a:avLst/>
          </a:prstGeom>
        </p:spPr>
        <p:txBody>
          <a:bodyPr lIns="91439" tIns="45719" rIns="91439" bIns="45719"/>
          <a:lstStyle/>
          <a:p>
            <a:endParaRPr/>
          </a:p>
        </p:txBody>
      </p:sp>
      <p:sp>
        <p:nvSpPr>
          <p:cNvPr id="846" name="row 1 Picture Placeholder 7"/>
          <p:cNvSpPr>
            <a:spLocks noGrp="1"/>
          </p:cNvSpPr>
          <p:nvPr>
            <p:ph type="pic" sz="quarter" idx="27"/>
          </p:nvPr>
        </p:nvSpPr>
        <p:spPr>
          <a:xfrm>
            <a:off x="8970526" y="1374235"/>
            <a:ext cx="1182833" cy="1088106"/>
          </a:xfrm>
          <a:prstGeom prst="rect">
            <a:avLst/>
          </a:prstGeom>
        </p:spPr>
        <p:txBody>
          <a:bodyPr lIns="91439" tIns="45719" rIns="91439" bIns="45719"/>
          <a:lstStyle/>
          <a:p>
            <a:endParaRPr/>
          </a:p>
        </p:txBody>
      </p:sp>
      <p:sp>
        <p:nvSpPr>
          <p:cNvPr id="847" name="row 1 Picture Placeholder 8"/>
          <p:cNvSpPr>
            <a:spLocks noGrp="1"/>
          </p:cNvSpPr>
          <p:nvPr>
            <p:ph type="pic" sz="quarter" idx="28"/>
          </p:nvPr>
        </p:nvSpPr>
        <p:spPr>
          <a:xfrm>
            <a:off x="10357712" y="1374235"/>
            <a:ext cx="1182833" cy="1088106"/>
          </a:xfrm>
          <a:prstGeom prst="rect">
            <a:avLst/>
          </a:prstGeom>
        </p:spPr>
        <p:txBody>
          <a:bodyPr lIns="91439" tIns="45719" rIns="91439" bIns="45719"/>
          <a:lstStyle/>
          <a:p>
            <a:endParaRPr/>
          </a:p>
        </p:txBody>
      </p:sp>
      <p:sp>
        <p:nvSpPr>
          <p:cNvPr id="848" name="row 2 Picture Placeholder 1"/>
          <p:cNvSpPr>
            <a:spLocks noGrp="1"/>
          </p:cNvSpPr>
          <p:nvPr>
            <p:ph type="pic" sz="quarter" idx="29"/>
          </p:nvPr>
        </p:nvSpPr>
        <p:spPr>
          <a:xfrm>
            <a:off x="652604" y="2645822"/>
            <a:ext cx="1182832" cy="1088106"/>
          </a:xfrm>
          <a:prstGeom prst="rect">
            <a:avLst/>
          </a:prstGeom>
        </p:spPr>
        <p:txBody>
          <a:bodyPr lIns="91439" tIns="45719" rIns="91439" bIns="45719"/>
          <a:lstStyle/>
          <a:p>
            <a:endParaRPr/>
          </a:p>
        </p:txBody>
      </p:sp>
      <p:sp>
        <p:nvSpPr>
          <p:cNvPr id="849" name="row 2 Picture Placeholder 2"/>
          <p:cNvSpPr>
            <a:spLocks noGrp="1"/>
          </p:cNvSpPr>
          <p:nvPr>
            <p:ph type="pic" sz="quarter" idx="30"/>
          </p:nvPr>
        </p:nvSpPr>
        <p:spPr>
          <a:xfrm>
            <a:off x="2034594" y="2645822"/>
            <a:ext cx="1182833" cy="1088106"/>
          </a:xfrm>
          <a:prstGeom prst="rect">
            <a:avLst/>
          </a:prstGeom>
        </p:spPr>
        <p:txBody>
          <a:bodyPr lIns="91439" tIns="45719" rIns="91439" bIns="45719"/>
          <a:lstStyle/>
          <a:p>
            <a:endParaRPr/>
          </a:p>
        </p:txBody>
      </p:sp>
      <p:sp>
        <p:nvSpPr>
          <p:cNvPr id="850" name="row 2 Picture Placeholder 3"/>
          <p:cNvSpPr>
            <a:spLocks noGrp="1"/>
          </p:cNvSpPr>
          <p:nvPr>
            <p:ph type="pic" sz="quarter" idx="31"/>
          </p:nvPr>
        </p:nvSpPr>
        <p:spPr>
          <a:xfrm>
            <a:off x="3421781" y="2645822"/>
            <a:ext cx="1182833" cy="1088106"/>
          </a:xfrm>
          <a:prstGeom prst="rect">
            <a:avLst/>
          </a:prstGeom>
        </p:spPr>
        <p:txBody>
          <a:bodyPr lIns="91439" tIns="45719" rIns="91439" bIns="45719"/>
          <a:lstStyle/>
          <a:p>
            <a:endParaRPr/>
          </a:p>
        </p:txBody>
      </p:sp>
      <p:sp>
        <p:nvSpPr>
          <p:cNvPr id="851" name="row 2 Picture Placeholder 4"/>
          <p:cNvSpPr>
            <a:spLocks noGrp="1"/>
          </p:cNvSpPr>
          <p:nvPr>
            <p:ph type="pic" sz="quarter" idx="32"/>
          </p:nvPr>
        </p:nvSpPr>
        <p:spPr>
          <a:xfrm>
            <a:off x="4814163" y="2645822"/>
            <a:ext cx="1182833" cy="1088106"/>
          </a:xfrm>
          <a:prstGeom prst="rect">
            <a:avLst/>
          </a:prstGeom>
        </p:spPr>
        <p:txBody>
          <a:bodyPr lIns="91439" tIns="45719" rIns="91439" bIns="45719"/>
          <a:lstStyle/>
          <a:p>
            <a:endParaRPr/>
          </a:p>
        </p:txBody>
      </p:sp>
      <p:sp>
        <p:nvSpPr>
          <p:cNvPr id="852" name="row 2 Picture Placeholder 5"/>
          <p:cNvSpPr>
            <a:spLocks noGrp="1"/>
          </p:cNvSpPr>
          <p:nvPr>
            <p:ph type="pic" sz="quarter" idx="33"/>
          </p:nvPr>
        </p:nvSpPr>
        <p:spPr>
          <a:xfrm>
            <a:off x="6196153" y="2645822"/>
            <a:ext cx="1182833" cy="1088106"/>
          </a:xfrm>
          <a:prstGeom prst="rect">
            <a:avLst/>
          </a:prstGeom>
        </p:spPr>
        <p:txBody>
          <a:bodyPr lIns="91439" tIns="45719" rIns="91439" bIns="45719"/>
          <a:lstStyle/>
          <a:p>
            <a:endParaRPr/>
          </a:p>
        </p:txBody>
      </p:sp>
      <p:sp>
        <p:nvSpPr>
          <p:cNvPr id="853" name="row 2 Picture Placeholder 6"/>
          <p:cNvSpPr>
            <a:spLocks noGrp="1"/>
          </p:cNvSpPr>
          <p:nvPr>
            <p:ph type="pic" sz="quarter" idx="34"/>
          </p:nvPr>
        </p:nvSpPr>
        <p:spPr>
          <a:xfrm>
            <a:off x="7583340" y="2645822"/>
            <a:ext cx="1182833" cy="1088106"/>
          </a:xfrm>
          <a:prstGeom prst="rect">
            <a:avLst/>
          </a:prstGeom>
        </p:spPr>
        <p:txBody>
          <a:bodyPr lIns="91439" tIns="45719" rIns="91439" bIns="45719"/>
          <a:lstStyle/>
          <a:p>
            <a:endParaRPr/>
          </a:p>
        </p:txBody>
      </p:sp>
      <p:sp>
        <p:nvSpPr>
          <p:cNvPr id="854" name="row 2 Picture Placeholder 7"/>
          <p:cNvSpPr>
            <a:spLocks noGrp="1"/>
          </p:cNvSpPr>
          <p:nvPr>
            <p:ph type="pic" sz="quarter" idx="35"/>
          </p:nvPr>
        </p:nvSpPr>
        <p:spPr>
          <a:xfrm>
            <a:off x="8970526" y="2645822"/>
            <a:ext cx="1182833" cy="1088106"/>
          </a:xfrm>
          <a:prstGeom prst="rect">
            <a:avLst/>
          </a:prstGeom>
        </p:spPr>
        <p:txBody>
          <a:bodyPr lIns="91439" tIns="45719" rIns="91439" bIns="45719"/>
          <a:lstStyle/>
          <a:p>
            <a:endParaRPr/>
          </a:p>
        </p:txBody>
      </p:sp>
      <p:sp>
        <p:nvSpPr>
          <p:cNvPr id="855" name="row 2 Picture Placeholder 8"/>
          <p:cNvSpPr>
            <a:spLocks noGrp="1"/>
          </p:cNvSpPr>
          <p:nvPr>
            <p:ph type="pic" sz="quarter" idx="36"/>
          </p:nvPr>
        </p:nvSpPr>
        <p:spPr>
          <a:xfrm>
            <a:off x="10357712" y="2645822"/>
            <a:ext cx="1182833" cy="1088106"/>
          </a:xfrm>
          <a:prstGeom prst="rect">
            <a:avLst/>
          </a:prstGeom>
        </p:spPr>
        <p:txBody>
          <a:bodyPr lIns="91439" tIns="45719" rIns="91439" bIns="45719"/>
          <a:lstStyle/>
          <a:p>
            <a:endParaRPr/>
          </a:p>
        </p:txBody>
      </p:sp>
      <p:sp>
        <p:nvSpPr>
          <p:cNvPr id="856" name="row 3 Picture Placeholder 1"/>
          <p:cNvSpPr>
            <a:spLocks noGrp="1"/>
          </p:cNvSpPr>
          <p:nvPr>
            <p:ph type="pic" sz="quarter" idx="37"/>
          </p:nvPr>
        </p:nvSpPr>
        <p:spPr>
          <a:xfrm>
            <a:off x="652604" y="3924553"/>
            <a:ext cx="1182832" cy="1088106"/>
          </a:xfrm>
          <a:prstGeom prst="rect">
            <a:avLst/>
          </a:prstGeom>
        </p:spPr>
        <p:txBody>
          <a:bodyPr lIns="91439" tIns="45719" rIns="91439" bIns="45719"/>
          <a:lstStyle/>
          <a:p>
            <a:endParaRPr/>
          </a:p>
        </p:txBody>
      </p:sp>
      <p:sp>
        <p:nvSpPr>
          <p:cNvPr id="857" name="row 3 Picture Placeholder 2"/>
          <p:cNvSpPr>
            <a:spLocks noGrp="1"/>
          </p:cNvSpPr>
          <p:nvPr>
            <p:ph type="pic" sz="quarter" idx="38"/>
          </p:nvPr>
        </p:nvSpPr>
        <p:spPr>
          <a:xfrm>
            <a:off x="2034594" y="3924553"/>
            <a:ext cx="1182833" cy="1088106"/>
          </a:xfrm>
          <a:prstGeom prst="rect">
            <a:avLst/>
          </a:prstGeom>
        </p:spPr>
        <p:txBody>
          <a:bodyPr lIns="91439" tIns="45719" rIns="91439" bIns="45719"/>
          <a:lstStyle/>
          <a:p>
            <a:endParaRPr/>
          </a:p>
        </p:txBody>
      </p:sp>
      <p:sp>
        <p:nvSpPr>
          <p:cNvPr id="858" name="row 3 Picture Placeholder 3"/>
          <p:cNvSpPr>
            <a:spLocks noGrp="1"/>
          </p:cNvSpPr>
          <p:nvPr>
            <p:ph type="pic" sz="quarter" idx="39"/>
          </p:nvPr>
        </p:nvSpPr>
        <p:spPr>
          <a:xfrm>
            <a:off x="3421781" y="3924553"/>
            <a:ext cx="1182833" cy="1088106"/>
          </a:xfrm>
          <a:prstGeom prst="rect">
            <a:avLst/>
          </a:prstGeom>
        </p:spPr>
        <p:txBody>
          <a:bodyPr lIns="91439" tIns="45719" rIns="91439" bIns="45719"/>
          <a:lstStyle/>
          <a:p>
            <a:endParaRPr/>
          </a:p>
        </p:txBody>
      </p:sp>
      <p:sp>
        <p:nvSpPr>
          <p:cNvPr id="859" name="row 3 Picture Placeholder 4"/>
          <p:cNvSpPr>
            <a:spLocks noGrp="1"/>
          </p:cNvSpPr>
          <p:nvPr>
            <p:ph type="pic" sz="quarter" idx="40"/>
          </p:nvPr>
        </p:nvSpPr>
        <p:spPr>
          <a:xfrm>
            <a:off x="4814163" y="3924553"/>
            <a:ext cx="1182833" cy="1088106"/>
          </a:xfrm>
          <a:prstGeom prst="rect">
            <a:avLst/>
          </a:prstGeom>
        </p:spPr>
        <p:txBody>
          <a:bodyPr lIns="91439" tIns="45719" rIns="91439" bIns="45719"/>
          <a:lstStyle/>
          <a:p>
            <a:endParaRPr/>
          </a:p>
        </p:txBody>
      </p:sp>
      <p:sp>
        <p:nvSpPr>
          <p:cNvPr id="860" name="row 3 Picture Placeholder 5"/>
          <p:cNvSpPr>
            <a:spLocks noGrp="1"/>
          </p:cNvSpPr>
          <p:nvPr>
            <p:ph type="pic" sz="quarter" idx="41"/>
          </p:nvPr>
        </p:nvSpPr>
        <p:spPr>
          <a:xfrm>
            <a:off x="6196153" y="3924553"/>
            <a:ext cx="1182833" cy="1088106"/>
          </a:xfrm>
          <a:prstGeom prst="rect">
            <a:avLst/>
          </a:prstGeom>
        </p:spPr>
        <p:txBody>
          <a:bodyPr lIns="91439" tIns="45719" rIns="91439" bIns="45719"/>
          <a:lstStyle/>
          <a:p>
            <a:endParaRPr/>
          </a:p>
        </p:txBody>
      </p:sp>
      <p:sp>
        <p:nvSpPr>
          <p:cNvPr id="861" name="row 3 Picture Placeholder 6"/>
          <p:cNvSpPr>
            <a:spLocks noGrp="1"/>
          </p:cNvSpPr>
          <p:nvPr>
            <p:ph type="pic" sz="quarter" idx="42"/>
          </p:nvPr>
        </p:nvSpPr>
        <p:spPr>
          <a:xfrm>
            <a:off x="7583340" y="3924553"/>
            <a:ext cx="1182833" cy="1088106"/>
          </a:xfrm>
          <a:prstGeom prst="rect">
            <a:avLst/>
          </a:prstGeom>
        </p:spPr>
        <p:txBody>
          <a:bodyPr lIns="91439" tIns="45719" rIns="91439" bIns="45719"/>
          <a:lstStyle/>
          <a:p>
            <a:endParaRPr/>
          </a:p>
        </p:txBody>
      </p:sp>
      <p:sp>
        <p:nvSpPr>
          <p:cNvPr id="862" name="row 3 Picture Placeholder 7"/>
          <p:cNvSpPr>
            <a:spLocks noGrp="1"/>
          </p:cNvSpPr>
          <p:nvPr>
            <p:ph type="pic" sz="quarter" idx="43"/>
          </p:nvPr>
        </p:nvSpPr>
        <p:spPr>
          <a:xfrm>
            <a:off x="8970526" y="3924553"/>
            <a:ext cx="1182833" cy="1088106"/>
          </a:xfrm>
          <a:prstGeom prst="rect">
            <a:avLst/>
          </a:prstGeom>
        </p:spPr>
        <p:txBody>
          <a:bodyPr lIns="91439" tIns="45719" rIns="91439" bIns="45719"/>
          <a:lstStyle/>
          <a:p>
            <a:endParaRPr/>
          </a:p>
        </p:txBody>
      </p:sp>
      <p:sp>
        <p:nvSpPr>
          <p:cNvPr id="863" name="row 3 Picture Placeholder 8"/>
          <p:cNvSpPr>
            <a:spLocks noGrp="1"/>
          </p:cNvSpPr>
          <p:nvPr>
            <p:ph type="pic" sz="quarter" idx="44"/>
          </p:nvPr>
        </p:nvSpPr>
        <p:spPr>
          <a:xfrm>
            <a:off x="10357712" y="3924553"/>
            <a:ext cx="1182833" cy="1088106"/>
          </a:xfrm>
          <a:prstGeom prst="rect">
            <a:avLst/>
          </a:prstGeom>
        </p:spPr>
        <p:txBody>
          <a:bodyPr lIns="91439" tIns="45719" rIns="91439" bIns="45719"/>
          <a:lstStyle/>
          <a:p>
            <a:endParaRPr/>
          </a:p>
        </p:txBody>
      </p:sp>
      <p:sp>
        <p:nvSpPr>
          <p:cNvPr id="864" name="row 4 Picture Placeholder 1"/>
          <p:cNvSpPr>
            <a:spLocks noGrp="1"/>
          </p:cNvSpPr>
          <p:nvPr>
            <p:ph type="pic" sz="quarter" idx="45"/>
          </p:nvPr>
        </p:nvSpPr>
        <p:spPr>
          <a:xfrm>
            <a:off x="652604" y="5196140"/>
            <a:ext cx="1182832" cy="1088106"/>
          </a:xfrm>
          <a:prstGeom prst="rect">
            <a:avLst/>
          </a:prstGeom>
        </p:spPr>
        <p:txBody>
          <a:bodyPr lIns="91439" tIns="45719" rIns="91439" bIns="45719"/>
          <a:lstStyle/>
          <a:p>
            <a:endParaRPr/>
          </a:p>
        </p:txBody>
      </p:sp>
      <p:sp>
        <p:nvSpPr>
          <p:cNvPr id="865" name="row 4 Picture Placeholder 2"/>
          <p:cNvSpPr>
            <a:spLocks noGrp="1"/>
          </p:cNvSpPr>
          <p:nvPr>
            <p:ph type="pic" sz="quarter" idx="46"/>
          </p:nvPr>
        </p:nvSpPr>
        <p:spPr>
          <a:xfrm>
            <a:off x="2034594" y="5196140"/>
            <a:ext cx="1182833" cy="1088106"/>
          </a:xfrm>
          <a:prstGeom prst="rect">
            <a:avLst/>
          </a:prstGeom>
        </p:spPr>
        <p:txBody>
          <a:bodyPr lIns="91439" tIns="45719" rIns="91439" bIns="45719"/>
          <a:lstStyle/>
          <a:p>
            <a:endParaRPr/>
          </a:p>
        </p:txBody>
      </p:sp>
      <p:sp>
        <p:nvSpPr>
          <p:cNvPr id="866" name="row 4 Picture Placeholder 3"/>
          <p:cNvSpPr>
            <a:spLocks noGrp="1"/>
          </p:cNvSpPr>
          <p:nvPr>
            <p:ph type="pic" sz="quarter" idx="47"/>
          </p:nvPr>
        </p:nvSpPr>
        <p:spPr>
          <a:xfrm>
            <a:off x="3421781" y="5196140"/>
            <a:ext cx="1182833" cy="1088106"/>
          </a:xfrm>
          <a:prstGeom prst="rect">
            <a:avLst/>
          </a:prstGeom>
        </p:spPr>
        <p:txBody>
          <a:bodyPr lIns="91439" tIns="45719" rIns="91439" bIns="45719"/>
          <a:lstStyle/>
          <a:p>
            <a:endParaRPr/>
          </a:p>
        </p:txBody>
      </p:sp>
      <p:sp>
        <p:nvSpPr>
          <p:cNvPr id="867" name="row 4 Picture Placeholder 4"/>
          <p:cNvSpPr>
            <a:spLocks noGrp="1"/>
          </p:cNvSpPr>
          <p:nvPr>
            <p:ph type="pic" sz="quarter" idx="48"/>
          </p:nvPr>
        </p:nvSpPr>
        <p:spPr>
          <a:xfrm>
            <a:off x="4814163" y="5196140"/>
            <a:ext cx="1182833" cy="1088106"/>
          </a:xfrm>
          <a:prstGeom prst="rect">
            <a:avLst/>
          </a:prstGeom>
        </p:spPr>
        <p:txBody>
          <a:bodyPr lIns="91439" tIns="45719" rIns="91439" bIns="45719"/>
          <a:lstStyle/>
          <a:p>
            <a:endParaRPr/>
          </a:p>
        </p:txBody>
      </p:sp>
      <p:sp>
        <p:nvSpPr>
          <p:cNvPr id="868" name="row 4 Picture Placeholder 5"/>
          <p:cNvSpPr>
            <a:spLocks noGrp="1"/>
          </p:cNvSpPr>
          <p:nvPr>
            <p:ph type="pic" sz="quarter" idx="49"/>
          </p:nvPr>
        </p:nvSpPr>
        <p:spPr>
          <a:xfrm>
            <a:off x="6196153" y="5196140"/>
            <a:ext cx="1182833" cy="1088106"/>
          </a:xfrm>
          <a:prstGeom prst="rect">
            <a:avLst/>
          </a:prstGeom>
        </p:spPr>
        <p:txBody>
          <a:bodyPr lIns="91439" tIns="45719" rIns="91439" bIns="45719"/>
          <a:lstStyle/>
          <a:p>
            <a:endParaRPr/>
          </a:p>
        </p:txBody>
      </p:sp>
      <p:sp>
        <p:nvSpPr>
          <p:cNvPr id="869" name="row 4 Picture Placeholder 6"/>
          <p:cNvSpPr>
            <a:spLocks noGrp="1"/>
          </p:cNvSpPr>
          <p:nvPr>
            <p:ph type="pic" sz="quarter" idx="50"/>
          </p:nvPr>
        </p:nvSpPr>
        <p:spPr>
          <a:xfrm>
            <a:off x="7583340" y="5196140"/>
            <a:ext cx="1182833" cy="1088106"/>
          </a:xfrm>
          <a:prstGeom prst="rect">
            <a:avLst/>
          </a:prstGeom>
        </p:spPr>
        <p:txBody>
          <a:bodyPr lIns="91439" tIns="45719" rIns="91439" bIns="45719"/>
          <a:lstStyle/>
          <a:p>
            <a:endParaRPr/>
          </a:p>
        </p:txBody>
      </p:sp>
      <p:sp>
        <p:nvSpPr>
          <p:cNvPr id="870" name="row 4 Picture Placeholder 7"/>
          <p:cNvSpPr>
            <a:spLocks noGrp="1"/>
          </p:cNvSpPr>
          <p:nvPr>
            <p:ph type="pic" sz="quarter" idx="51"/>
          </p:nvPr>
        </p:nvSpPr>
        <p:spPr>
          <a:xfrm>
            <a:off x="8970526" y="5196140"/>
            <a:ext cx="1182833" cy="1088106"/>
          </a:xfrm>
          <a:prstGeom prst="rect">
            <a:avLst/>
          </a:prstGeom>
        </p:spPr>
        <p:txBody>
          <a:bodyPr lIns="91439" tIns="45719" rIns="91439" bIns="45719"/>
          <a:lstStyle/>
          <a:p>
            <a:endParaRPr/>
          </a:p>
        </p:txBody>
      </p:sp>
      <p:sp>
        <p:nvSpPr>
          <p:cNvPr id="871" name="row 4 Picture Placeholder 8"/>
          <p:cNvSpPr>
            <a:spLocks noGrp="1"/>
          </p:cNvSpPr>
          <p:nvPr>
            <p:ph type="pic" sz="quarter" idx="52"/>
          </p:nvPr>
        </p:nvSpPr>
        <p:spPr>
          <a:xfrm>
            <a:off x="10357712" y="5196140"/>
            <a:ext cx="1182833" cy="1088106"/>
          </a:xfrm>
          <a:prstGeom prst="rect">
            <a:avLst/>
          </a:prstGeom>
        </p:spPr>
        <p:txBody>
          <a:bodyPr lIns="91439" tIns="45719" rIns="91439" bIns="45719"/>
          <a:lstStyle/>
          <a:p>
            <a:endParaRPr/>
          </a:p>
        </p:txBody>
      </p:sp>
      <p:sp>
        <p:nvSpPr>
          <p:cNvPr id="872" name="Slide Number"/>
          <p:cNvSpPr txBox="1">
            <a:spLocks noGrp="1"/>
          </p:cNvSpPr>
          <p:nvPr>
            <p:ph type="sldNum" sz="quarter" idx="2"/>
          </p:nvPr>
        </p:nvSpPr>
        <p:spPr>
          <a:xfrm>
            <a:off x="11805084" y="6583680"/>
            <a:ext cx="127001" cy="1270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5.xml><?xml version="1.0" encoding="utf-8"?>
<p:sldLayout xmlns:a="http://schemas.openxmlformats.org/drawingml/2006/main" xmlns:r="http://schemas.openxmlformats.org/officeDocument/2006/relationships" xmlns:p="http://schemas.openxmlformats.org/presentationml/2006/main" type="tx">
  <p:cSld name="Title Slide with Image - Dark">
    <p:bg>
      <p:bgPr>
        <a:solidFill>
          <a:srgbClr val="000000"/>
        </a:solidFill>
        <a:effectLst/>
      </p:bgPr>
    </p:bg>
    <p:spTree>
      <p:nvGrpSpPr>
        <p:cNvPr id="1" name=""/>
        <p:cNvGrpSpPr/>
        <p:nvPr/>
      </p:nvGrpSpPr>
      <p:grpSpPr>
        <a:xfrm>
          <a:off x="0" y="0"/>
          <a:ext cx="0" cy="0"/>
          <a:chOff x="0" y="0"/>
          <a:chExt cx="0" cy="0"/>
        </a:xfrm>
      </p:grpSpPr>
      <p:sp>
        <p:nvSpPr>
          <p:cNvPr id="879" name="Title Text"/>
          <p:cNvSpPr txBox="1">
            <a:spLocks noGrp="1"/>
          </p:cNvSpPr>
          <p:nvPr>
            <p:ph type="title"/>
          </p:nvPr>
        </p:nvSpPr>
        <p:spPr>
          <a:xfrm>
            <a:off x="609598" y="426061"/>
            <a:ext cx="5334003" cy="2387601"/>
          </a:xfrm>
          <a:prstGeom prst="rect">
            <a:avLst/>
          </a:prstGeom>
        </p:spPr>
        <p:txBody>
          <a:bodyPr anchor="b"/>
          <a:lstStyle>
            <a:lvl1pPr>
              <a:defRPr sz="4800" b="1" spc="-120">
                <a:solidFill>
                  <a:srgbClr val="FFFFFF"/>
                </a:solidFill>
              </a:defRPr>
            </a:lvl1pPr>
          </a:lstStyle>
          <a:p>
            <a:r>
              <a:t>Title Text</a:t>
            </a:r>
          </a:p>
        </p:txBody>
      </p:sp>
      <p:sp>
        <p:nvSpPr>
          <p:cNvPr id="880" name="Body Level One…"/>
          <p:cNvSpPr txBox="1">
            <a:spLocks noGrp="1"/>
          </p:cNvSpPr>
          <p:nvPr>
            <p:ph type="body" sz="quarter" idx="1"/>
          </p:nvPr>
        </p:nvSpPr>
        <p:spPr>
          <a:xfrm>
            <a:off x="609598" y="3012925"/>
            <a:ext cx="5334002" cy="1655763"/>
          </a:xfrm>
          <a:prstGeom prst="rect">
            <a:avLst/>
          </a:prstGeom>
        </p:spPr>
        <p:txBody>
          <a:bodyPr>
            <a:normAutofit/>
          </a:bodyPr>
          <a:lstStyle>
            <a:lvl1pPr>
              <a:buFontTx/>
              <a:defRPr sz="2400">
                <a:solidFill>
                  <a:srgbClr val="FFFFFF"/>
                </a:solidFill>
              </a:defRPr>
            </a:lvl1pPr>
            <a:lvl2pPr indent="457200">
              <a:buFontTx/>
              <a:defRPr sz="2400">
                <a:solidFill>
                  <a:srgbClr val="FFFFFF"/>
                </a:solidFill>
              </a:defRPr>
            </a:lvl2pPr>
            <a:lvl3pPr indent="914400">
              <a:buFontTx/>
              <a:defRPr sz="2400">
                <a:solidFill>
                  <a:srgbClr val="FFFFFF"/>
                </a:solidFill>
              </a:defRPr>
            </a:lvl3pPr>
            <a:lvl4pPr indent="1371600">
              <a:buFontTx/>
              <a:defRPr sz="2400">
                <a:solidFill>
                  <a:srgbClr val="FFFFFF"/>
                </a:solidFill>
              </a:defRPr>
            </a:lvl4pPr>
            <a:lvl5pPr indent="1828800">
              <a:buFontTx/>
              <a:defRPr sz="2400">
                <a:solidFill>
                  <a:srgbClr val="FFFFFF"/>
                </a:solidFill>
              </a:defRPr>
            </a:lvl5pPr>
          </a:lstStyle>
          <a:p>
            <a:r>
              <a:t>Body Level One</a:t>
            </a:r>
          </a:p>
          <a:p>
            <a:pPr lvl="1"/>
            <a:r>
              <a:t>Body Level Two</a:t>
            </a:r>
          </a:p>
          <a:p>
            <a:pPr lvl="2"/>
            <a:r>
              <a:t>Body Level Three</a:t>
            </a:r>
          </a:p>
          <a:p>
            <a:pPr lvl="3"/>
            <a:r>
              <a:t>Body Level Four</a:t>
            </a:r>
          </a:p>
          <a:p>
            <a:pPr lvl="4"/>
            <a:r>
              <a:t>Body Level Five</a:t>
            </a:r>
          </a:p>
        </p:txBody>
      </p:sp>
      <p:sp>
        <p:nvSpPr>
          <p:cNvPr id="881" name="Picture Placeholder 7"/>
          <p:cNvSpPr>
            <a:spLocks noGrp="1"/>
          </p:cNvSpPr>
          <p:nvPr>
            <p:ph type="pic" idx="21"/>
          </p:nvPr>
        </p:nvSpPr>
        <p:spPr>
          <a:xfrm>
            <a:off x="6096000" y="0"/>
            <a:ext cx="6096000" cy="6858000"/>
          </a:xfrm>
          <a:prstGeom prst="rect">
            <a:avLst/>
          </a:prstGeom>
        </p:spPr>
        <p:txBody>
          <a:bodyPr lIns="91439" tIns="45719" rIns="91439" bIns="45719"/>
          <a:lstStyle/>
          <a:p>
            <a:endParaRPr/>
          </a:p>
        </p:txBody>
      </p:sp>
      <p:pic>
        <p:nvPicPr>
          <p:cNvPr id="882" name="Picture 4" descr="Picture 4"/>
          <p:cNvPicPr>
            <a:picLocks noChangeAspect="1"/>
          </p:cNvPicPr>
          <p:nvPr/>
        </p:nvPicPr>
        <p:blipFill>
          <a:blip r:embed="rId2"/>
          <a:stretch>
            <a:fillRect/>
          </a:stretch>
        </p:blipFill>
        <p:spPr>
          <a:xfrm>
            <a:off x="617027" y="6003485"/>
            <a:ext cx="1316737" cy="318213"/>
          </a:xfrm>
          <a:prstGeom prst="rect">
            <a:avLst/>
          </a:prstGeom>
          <a:ln w="12700">
            <a:miter lim="400000"/>
          </a:ln>
        </p:spPr>
      </p:pic>
      <p:sp>
        <p:nvSpPr>
          <p:cNvPr id="88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6.xml><?xml version="1.0" encoding="utf-8"?>
<p:sldLayout xmlns:a="http://schemas.openxmlformats.org/drawingml/2006/main" xmlns:r="http://schemas.openxmlformats.org/officeDocument/2006/relationships" xmlns:p="http://schemas.openxmlformats.org/presentationml/2006/main" type="tx">
  <p:cSld name="Section Divider Dark">
    <p:bg>
      <p:bgPr>
        <a:solidFill>
          <a:srgbClr val="000000"/>
        </a:solidFill>
        <a:effectLst/>
      </p:bgPr>
    </p:bg>
    <p:spTree>
      <p:nvGrpSpPr>
        <p:cNvPr id="1" name=""/>
        <p:cNvGrpSpPr/>
        <p:nvPr/>
      </p:nvGrpSpPr>
      <p:grpSpPr>
        <a:xfrm>
          <a:off x="0" y="0"/>
          <a:ext cx="0" cy="0"/>
          <a:chOff x="0" y="0"/>
          <a:chExt cx="0" cy="0"/>
        </a:xfrm>
      </p:grpSpPr>
      <p:sp>
        <p:nvSpPr>
          <p:cNvPr id="890" name="Title Text"/>
          <p:cNvSpPr txBox="1">
            <a:spLocks noGrp="1"/>
          </p:cNvSpPr>
          <p:nvPr>
            <p:ph type="title"/>
          </p:nvPr>
        </p:nvSpPr>
        <p:spPr>
          <a:prstGeom prst="rect">
            <a:avLst/>
          </a:prstGeom>
        </p:spPr>
        <p:txBody>
          <a:bodyPr/>
          <a:lstStyle>
            <a:lvl1pPr>
              <a:defRPr>
                <a:solidFill>
                  <a:srgbClr val="FFFFFF"/>
                </a:solidFill>
              </a:defRPr>
            </a:lvl1pPr>
          </a:lstStyle>
          <a:p>
            <a:r>
              <a:t>Title Text</a:t>
            </a:r>
          </a:p>
        </p:txBody>
      </p:sp>
      <p:sp>
        <p:nvSpPr>
          <p:cNvPr id="89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tx">
  <p:cSld name="Black - Bottom Graphic">
    <p:bg>
      <p:bgPr>
        <a:solidFill>
          <a:srgbClr val="000000"/>
        </a:solidFill>
        <a:effectLst/>
      </p:bgPr>
    </p:bg>
    <p:spTree>
      <p:nvGrpSpPr>
        <p:cNvPr id="1" name=""/>
        <p:cNvGrpSpPr/>
        <p:nvPr/>
      </p:nvGrpSpPr>
      <p:grpSpPr>
        <a:xfrm>
          <a:off x="0" y="0"/>
          <a:ext cx="0" cy="0"/>
          <a:chOff x="0" y="0"/>
          <a:chExt cx="0" cy="0"/>
        </a:xfrm>
      </p:grpSpPr>
      <p:sp>
        <p:nvSpPr>
          <p:cNvPr id="89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89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90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90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902"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903"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90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90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906"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907"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908"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90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91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91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91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91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91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91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91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91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91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91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92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921"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922"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92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92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925"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926" name="Title Text"/>
          <p:cNvSpPr txBox="1">
            <a:spLocks noGrp="1"/>
          </p:cNvSpPr>
          <p:nvPr>
            <p:ph type="title"/>
          </p:nvPr>
        </p:nvSpPr>
        <p:spPr>
          <a:xfrm>
            <a:off x="609600" y="264084"/>
            <a:ext cx="10972800" cy="946391"/>
          </a:xfrm>
          <a:prstGeom prst="rect">
            <a:avLst/>
          </a:prstGeom>
        </p:spPr>
        <p:txBody>
          <a:bodyPr/>
          <a:lstStyle>
            <a:lvl1pPr>
              <a:defRPr sz="3200" b="1">
                <a:solidFill>
                  <a:srgbClr val="FFFFFF"/>
                </a:solidFill>
              </a:defRPr>
            </a:lvl1pPr>
          </a:lstStyle>
          <a:p>
            <a:r>
              <a:t>Title Text</a:t>
            </a:r>
          </a:p>
        </p:txBody>
      </p:sp>
      <p:sp>
        <p:nvSpPr>
          <p:cNvPr id="927" name="Body Level One…"/>
          <p:cNvSpPr txBox="1">
            <a:spLocks noGrp="1"/>
          </p:cNvSpPr>
          <p:nvPr>
            <p:ph type="body" idx="1"/>
          </p:nvPr>
        </p:nvSpPr>
        <p:spPr>
          <a:xfrm>
            <a:off x="609600" y="1334323"/>
            <a:ext cx="10972800" cy="4990277"/>
          </a:xfrm>
          <a:prstGeom prst="rect">
            <a:avLst/>
          </a:prstGeom>
        </p:spPr>
        <p:txBody>
          <a:bodyPr>
            <a:normAutofit/>
          </a:bodyPr>
          <a:lstStyle>
            <a:lvl1pPr>
              <a:defRPr>
                <a:solidFill>
                  <a:srgbClr val="FFFFFF"/>
                </a:solidFill>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r>
              <a:t>Body Level One</a:t>
            </a:r>
          </a:p>
          <a:p>
            <a:pPr lvl="1"/>
            <a:r>
              <a:t>Body Level Two</a:t>
            </a:r>
          </a:p>
          <a:p>
            <a:pPr lvl="2"/>
            <a:r>
              <a:t>Body Level Three</a:t>
            </a:r>
          </a:p>
          <a:p>
            <a:pPr lvl="3"/>
            <a:r>
              <a:t>Body Level Four</a:t>
            </a:r>
          </a:p>
          <a:p>
            <a:pPr lvl="4"/>
            <a:r>
              <a:t>Body Level Five</a:t>
            </a:r>
          </a:p>
        </p:txBody>
      </p:sp>
      <p:sp>
        <p:nvSpPr>
          <p:cNvPr id="928"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BEBEBE"/>
                </a:solidFill>
              </a:defRPr>
            </a:lvl1pPr>
          </a:lstStyle>
          <a:p>
            <a:r>
              <a:t>© 2024 Adobe. All Rights Reserved. Adobe Confidential.</a:t>
            </a:r>
          </a:p>
        </p:txBody>
      </p:sp>
      <p:sp>
        <p:nvSpPr>
          <p:cNvPr id="929" name="Slide Number"/>
          <p:cNvSpPr txBox="1">
            <a:spLocks noGrp="1"/>
          </p:cNvSpPr>
          <p:nvPr>
            <p:ph type="sldNum" sz="quarter" idx="2"/>
          </p:nvPr>
        </p:nvSpPr>
        <p:spPr>
          <a:xfrm>
            <a:off x="11805084" y="6583680"/>
            <a:ext cx="127001" cy="127001"/>
          </a:xfrm>
          <a:prstGeom prst="rect">
            <a:avLst/>
          </a:prstGeom>
        </p:spPr>
        <p:txBody>
          <a:bodyPr/>
          <a:lstStyle>
            <a:lvl1pPr>
              <a:defRPr>
                <a:solidFill>
                  <a:srgbClr val="BEBEBE"/>
                </a:solidFill>
              </a:defRPr>
            </a:lvl1pPr>
          </a:lstStyle>
          <a:p>
            <a:fld id="{86CB4B4D-7CA3-9044-876B-883B54F8677D}" type="slidenum">
              <a:t>‹#›</a:t>
            </a:fld>
            <a:endParaRPr/>
          </a:p>
        </p:txBody>
      </p:sp>
    </p:spTree>
  </p:cSld>
  <p:clrMapOvr>
    <a:masterClrMapping/>
  </p:clrMapOvr>
  <p:transition spd="med"/>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type="tx">
  <p:cSld name="Title and Content 1/2 Image - dark">
    <p:bg>
      <p:bgPr>
        <a:solidFill>
          <a:srgbClr val="000000"/>
        </a:solidFill>
        <a:effectLst/>
      </p:bgPr>
    </p:bg>
    <p:spTree>
      <p:nvGrpSpPr>
        <p:cNvPr id="1" name=""/>
        <p:cNvGrpSpPr/>
        <p:nvPr/>
      </p:nvGrpSpPr>
      <p:grpSpPr>
        <a:xfrm>
          <a:off x="0" y="0"/>
          <a:ext cx="0" cy="0"/>
          <a:chOff x="0" y="0"/>
          <a:chExt cx="0" cy="0"/>
        </a:xfrm>
      </p:grpSpPr>
      <p:sp>
        <p:nvSpPr>
          <p:cNvPr id="936"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937"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938"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939"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940"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941"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942"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943"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944"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945"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946"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947"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948"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949"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950"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951"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952"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953"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954"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955"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956"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957"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958"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959"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960"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961"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962"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963"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964" name="Title Text"/>
          <p:cNvSpPr txBox="1">
            <a:spLocks noGrp="1"/>
          </p:cNvSpPr>
          <p:nvPr>
            <p:ph type="title"/>
          </p:nvPr>
        </p:nvSpPr>
        <p:spPr>
          <a:xfrm>
            <a:off x="609600" y="264084"/>
            <a:ext cx="4937760" cy="946391"/>
          </a:xfrm>
          <a:prstGeom prst="rect">
            <a:avLst/>
          </a:prstGeom>
        </p:spPr>
        <p:txBody>
          <a:bodyPr/>
          <a:lstStyle>
            <a:lvl1pPr>
              <a:defRPr sz="3200" b="1">
                <a:solidFill>
                  <a:srgbClr val="FFFFFF"/>
                </a:solidFill>
              </a:defRPr>
            </a:lvl1pPr>
          </a:lstStyle>
          <a:p>
            <a:r>
              <a:t>Title Text</a:t>
            </a:r>
          </a:p>
        </p:txBody>
      </p:sp>
      <p:sp>
        <p:nvSpPr>
          <p:cNvPr id="965" name="Body Level One…"/>
          <p:cNvSpPr txBox="1">
            <a:spLocks noGrp="1"/>
          </p:cNvSpPr>
          <p:nvPr>
            <p:ph type="body" sz="half" idx="1"/>
          </p:nvPr>
        </p:nvSpPr>
        <p:spPr>
          <a:xfrm>
            <a:off x="609600" y="1334323"/>
            <a:ext cx="4572000" cy="4992625"/>
          </a:xfrm>
          <a:prstGeom prst="rect">
            <a:avLst/>
          </a:prstGeom>
        </p:spPr>
        <p:txBody>
          <a:bodyPr>
            <a:normAutofit/>
          </a:bodyPr>
          <a:lstStyle>
            <a:lvl1pPr>
              <a:defRPr>
                <a:solidFill>
                  <a:srgbClr val="FFFFFF"/>
                </a:solidFill>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r>
              <a:t>Body Level One</a:t>
            </a:r>
          </a:p>
          <a:p>
            <a:pPr lvl="1"/>
            <a:r>
              <a:t>Body Level Two</a:t>
            </a:r>
          </a:p>
          <a:p>
            <a:pPr lvl="2"/>
            <a:r>
              <a:t>Body Level Three</a:t>
            </a:r>
          </a:p>
          <a:p>
            <a:pPr lvl="3"/>
            <a:r>
              <a:t>Body Level Four</a:t>
            </a:r>
          </a:p>
          <a:p>
            <a:pPr lvl="4"/>
            <a:r>
              <a:t>Body Level Five</a:t>
            </a:r>
          </a:p>
        </p:txBody>
      </p:sp>
      <p:sp>
        <p:nvSpPr>
          <p:cNvPr id="966" name="Picture Placeholder 5"/>
          <p:cNvSpPr>
            <a:spLocks noGrp="1"/>
          </p:cNvSpPr>
          <p:nvPr>
            <p:ph type="pic" idx="21"/>
          </p:nvPr>
        </p:nvSpPr>
        <p:spPr>
          <a:xfrm>
            <a:off x="6096000" y="0"/>
            <a:ext cx="6096000" cy="6858000"/>
          </a:xfrm>
          <a:prstGeom prst="rect">
            <a:avLst/>
          </a:prstGeom>
        </p:spPr>
        <p:txBody>
          <a:bodyPr lIns="91439" tIns="45719" rIns="91439" bIns="45719"/>
          <a:lstStyle/>
          <a:p>
            <a:endParaRPr/>
          </a:p>
        </p:txBody>
      </p:sp>
      <p:sp>
        <p:nvSpPr>
          <p:cNvPr id="967" name="Copyright"/>
          <p:cNvSpPr txBox="1"/>
          <p:nvPr/>
        </p:nvSpPr>
        <p:spPr>
          <a:xfrm>
            <a:off x="382777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BEBEBE"/>
                </a:solidFill>
              </a:defRPr>
            </a:lvl1pPr>
          </a:lstStyle>
          <a:p>
            <a:r>
              <a:t>© 2024 Adobe. All Rights Reserved. Adobe Confidential.</a:t>
            </a:r>
          </a:p>
        </p:txBody>
      </p:sp>
      <p:sp>
        <p:nvSpPr>
          <p:cNvPr id="968" name="Blocker"/>
          <p:cNvSpPr/>
          <p:nvPr/>
        </p:nvSpPr>
        <p:spPr>
          <a:xfrm>
            <a:off x="9834006" y="6483508"/>
            <a:ext cx="1748394" cy="201955"/>
          </a:xfrm>
          <a:prstGeom prst="rect">
            <a:avLst/>
          </a:prstGeom>
          <a:solidFill>
            <a:srgbClr val="000000"/>
          </a:solidFill>
          <a:ln w="12700">
            <a:miter lim="400000"/>
          </a:ln>
        </p:spPr>
        <p:txBody>
          <a:bodyPr lIns="45719" rIns="45719" anchor="ctr"/>
          <a:lstStyle/>
          <a:p>
            <a:pPr algn="ctr">
              <a:defRPr>
                <a:solidFill>
                  <a:srgbClr val="FFFFFF"/>
                </a:solidFill>
              </a:defRPr>
            </a:pPr>
            <a:endParaRPr/>
          </a:p>
        </p:txBody>
      </p:sp>
      <p:sp>
        <p:nvSpPr>
          <p:cNvPr id="969" name="Slide Number"/>
          <p:cNvSpPr txBox="1">
            <a:spLocks noGrp="1"/>
          </p:cNvSpPr>
          <p:nvPr>
            <p:ph type="sldNum" sz="quarter" idx="2"/>
          </p:nvPr>
        </p:nvSpPr>
        <p:spPr>
          <a:xfrm>
            <a:off x="3620368" y="6583680"/>
            <a:ext cx="127001" cy="127001"/>
          </a:xfrm>
          <a:prstGeom prst="rect">
            <a:avLst/>
          </a:prstGeom>
        </p:spPr>
        <p:txBody>
          <a:bodyPr/>
          <a:lstStyle>
            <a:lvl1pPr>
              <a:defRPr>
                <a:solidFill>
                  <a:srgbClr val="BEBEBE"/>
                </a:solidFill>
              </a:defRPr>
            </a:lvl1pPr>
          </a:lstStyle>
          <a:p>
            <a:fld id="{86CB4B4D-7CA3-9044-876B-883B54F8677D}" type="slidenum">
              <a:t>‹#›</a:t>
            </a:fld>
            <a:endParaRPr/>
          </a:p>
        </p:txBody>
      </p:sp>
    </p:spTree>
  </p:cSld>
  <p:clrMapOvr>
    <a:masterClrMapping/>
  </p:clrMapOvr>
  <p:transition spd="med"/>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type="tx">
  <p:cSld name="Title and Content 1/3 Image - dark">
    <p:bg>
      <p:bgPr>
        <a:solidFill>
          <a:srgbClr val="000000"/>
        </a:solidFill>
        <a:effectLst/>
      </p:bgPr>
    </p:bg>
    <p:spTree>
      <p:nvGrpSpPr>
        <p:cNvPr id="1" name=""/>
        <p:cNvGrpSpPr/>
        <p:nvPr/>
      </p:nvGrpSpPr>
      <p:grpSpPr>
        <a:xfrm>
          <a:off x="0" y="0"/>
          <a:ext cx="0" cy="0"/>
          <a:chOff x="0" y="0"/>
          <a:chExt cx="0" cy="0"/>
        </a:xfrm>
      </p:grpSpPr>
      <p:sp>
        <p:nvSpPr>
          <p:cNvPr id="976"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977"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978"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979"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980"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981"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982"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983"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984"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985"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986"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987"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988"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989"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990"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991"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992"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993"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994"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995"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996"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997"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998"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999"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1000"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1001"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1002"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1003"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1004" name="Title Text"/>
          <p:cNvSpPr txBox="1">
            <a:spLocks noGrp="1"/>
          </p:cNvSpPr>
          <p:nvPr>
            <p:ph type="title"/>
          </p:nvPr>
        </p:nvSpPr>
        <p:spPr>
          <a:xfrm>
            <a:off x="609600" y="264084"/>
            <a:ext cx="6766560" cy="946391"/>
          </a:xfrm>
          <a:prstGeom prst="rect">
            <a:avLst/>
          </a:prstGeom>
        </p:spPr>
        <p:txBody>
          <a:bodyPr/>
          <a:lstStyle>
            <a:lvl1pPr>
              <a:defRPr sz="3200" b="1">
                <a:solidFill>
                  <a:srgbClr val="FFFFFF"/>
                </a:solidFill>
              </a:defRPr>
            </a:lvl1pPr>
          </a:lstStyle>
          <a:p>
            <a:r>
              <a:t>Title Text</a:t>
            </a:r>
          </a:p>
        </p:txBody>
      </p:sp>
      <p:sp>
        <p:nvSpPr>
          <p:cNvPr id="1005" name="Body Level One…"/>
          <p:cNvSpPr txBox="1">
            <a:spLocks noGrp="1"/>
          </p:cNvSpPr>
          <p:nvPr>
            <p:ph type="body" sz="half" idx="1"/>
          </p:nvPr>
        </p:nvSpPr>
        <p:spPr>
          <a:xfrm>
            <a:off x="609600" y="1334323"/>
            <a:ext cx="5943600" cy="4992625"/>
          </a:xfrm>
          <a:prstGeom prst="rect">
            <a:avLst/>
          </a:prstGeom>
        </p:spPr>
        <p:txBody>
          <a:bodyPr>
            <a:normAutofit/>
          </a:bodyPr>
          <a:lstStyle>
            <a:lvl1pPr>
              <a:defRPr>
                <a:solidFill>
                  <a:srgbClr val="FFFFFF"/>
                </a:solidFill>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r>
              <a:t>Body Level One</a:t>
            </a:r>
          </a:p>
          <a:p>
            <a:pPr lvl="1"/>
            <a:r>
              <a:t>Body Level Two</a:t>
            </a:r>
          </a:p>
          <a:p>
            <a:pPr lvl="2"/>
            <a:r>
              <a:t>Body Level Three</a:t>
            </a:r>
          </a:p>
          <a:p>
            <a:pPr lvl="3"/>
            <a:r>
              <a:t>Body Level Four</a:t>
            </a:r>
          </a:p>
          <a:p>
            <a:pPr lvl="4"/>
            <a:r>
              <a:t>Body Level Five</a:t>
            </a:r>
          </a:p>
        </p:txBody>
      </p:sp>
      <p:sp>
        <p:nvSpPr>
          <p:cNvPr id="1006" name="Picture Placeholder 5"/>
          <p:cNvSpPr>
            <a:spLocks noGrp="1"/>
          </p:cNvSpPr>
          <p:nvPr>
            <p:ph type="pic" sz="half" idx="21"/>
          </p:nvPr>
        </p:nvSpPr>
        <p:spPr>
          <a:xfrm>
            <a:off x="7894319" y="0"/>
            <a:ext cx="4297681" cy="6858000"/>
          </a:xfrm>
          <a:prstGeom prst="rect">
            <a:avLst/>
          </a:prstGeom>
        </p:spPr>
        <p:txBody>
          <a:bodyPr lIns="91439" tIns="45719" rIns="91439" bIns="45719"/>
          <a:lstStyle/>
          <a:p>
            <a:endParaRPr/>
          </a:p>
        </p:txBody>
      </p:sp>
      <p:sp>
        <p:nvSpPr>
          <p:cNvPr id="1007" name="Copyright"/>
          <p:cNvSpPr txBox="1"/>
          <p:nvPr/>
        </p:nvSpPr>
        <p:spPr>
          <a:xfrm>
            <a:off x="565657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BEBEBE"/>
                </a:solidFill>
              </a:defRPr>
            </a:lvl1pPr>
          </a:lstStyle>
          <a:p>
            <a:r>
              <a:t>© 2024 Adobe. All Rights Reserved. Adobe Confidential.</a:t>
            </a:r>
          </a:p>
        </p:txBody>
      </p:sp>
      <p:sp>
        <p:nvSpPr>
          <p:cNvPr id="1008" name="Blocker"/>
          <p:cNvSpPr/>
          <p:nvPr/>
        </p:nvSpPr>
        <p:spPr>
          <a:xfrm>
            <a:off x="9834006" y="6483510"/>
            <a:ext cx="1748394" cy="201955"/>
          </a:xfrm>
          <a:prstGeom prst="rect">
            <a:avLst/>
          </a:prstGeom>
          <a:solidFill>
            <a:srgbClr val="000000"/>
          </a:solidFill>
          <a:ln w="12700">
            <a:miter lim="400000"/>
          </a:ln>
        </p:spPr>
        <p:txBody>
          <a:bodyPr lIns="45719" rIns="45719" anchor="ctr"/>
          <a:lstStyle/>
          <a:p>
            <a:pPr algn="ctr">
              <a:defRPr>
                <a:solidFill>
                  <a:srgbClr val="FFFFFF"/>
                </a:solidFill>
              </a:defRPr>
            </a:pPr>
            <a:endParaRPr/>
          </a:p>
        </p:txBody>
      </p:sp>
      <p:sp>
        <p:nvSpPr>
          <p:cNvPr id="1009" name="Slide Number"/>
          <p:cNvSpPr txBox="1">
            <a:spLocks noGrp="1"/>
          </p:cNvSpPr>
          <p:nvPr>
            <p:ph type="sldNum" sz="quarter" idx="2"/>
          </p:nvPr>
        </p:nvSpPr>
        <p:spPr>
          <a:xfrm>
            <a:off x="5449168" y="6583680"/>
            <a:ext cx="127001" cy="127001"/>
          </a:xfrm>
          <a:prstGeom prst="rect">
            <a:avLst/>
          </a:prstGeom>
        </p:spPr>
        <p:txBody>
          <a:bodyPr/>
          <a:lstStyle>
            <a:lvl1pPr>
              <a:defRPr>
                <a:solidFill>
                  <a:srgbClr val="BEBEBE"/>
                </a:solidFill>
              </a:defRPr>
            </a:lvl1pPr>
          </a:lstStyle>
          <a:p>
            <a:fld id="{86CB4B4D-7CA3-9044-876B-883B54F8677D}" type="slidenum">
              <a:t>‹#›</a:t>
            </a:fld>
            <a:endParaRPr/>
          </a:p>
        </p:txBody>
      </p:sp>
    </p:spTree>
  </p:cSld>
  <p:clrMapOvr>
    <a:masterClrMapping/>
  </p:clrMapOvr>
  <p:transition spd="med"/>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tx">
  <p:cSld name="Two Columns - Content Dark">
    <p:bg>
      <p:bgPr>
        <a:solidFill>
          <a:srgbClr val="000000"/>
        </a:solidFill>
        <a:effectLst/>
      </p:bgPr>
    </p:bg>
    <p:spTree>
      <p:nvGrpSpPr>
        <p:cNvPr id="1" name=""/>
        <p:cNvGrpSpPr/>
        <p:nvPr/>
      </p:nvGrpSpPr>
      <p:grpSpPr>
        <a:xfrm>
          <a:off x="0" y="0"/>
          <a:ext cx="0" cy="0"/>
          <a:chOff x="0" y="0"/>
          <a:chExt cx="0" cy="0"/>
        </a:xfrm>
      </p:grpSpPr>
      <p:sp>
        <p:nvSpPr>
          <p:cNvPr id="1016"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1017"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1018"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1019"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020"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1021"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1022"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1023"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1024"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1025"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1026"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1027"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1028"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1029"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1030"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1031"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032"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1033"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1034"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1035"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1036"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1037"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1038"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1039"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1040"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1041"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1042"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1043"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1044" name="Title Text"/>
          <p:cNvSpPr txBox="1">
            <a:spLocks noGrp="1"/>
          </p:cNvSpPr>
          <p:nvPr>
            <p:ph type="title"/>
          </p:nvPr>
        </p:nvSpPr>
        <p:spPr>
          <a:xfrm>
            <a:off x="609600" y="264084"/>
            <a:ext cx="10972800" cy="946391"/>
          </a:xfrm>
          <a:prstGeom prst="rect">
            <a:avLst/>
          </a:prstGeom>
        </p:spPr>
        <p:txBody>
          <a:bodyPr/>
          <a:lstStyle>
            <a:lvl1pPr>
              <a:defRPr sz="3200" b="1">
                <a:solidFill>
                  <a:srgbClr val="FFFFFF"/>
                </a:solidFill>
              </a:defRPr>
            </a:lvl1pPr>
          </a:lstStyle>
          <a:p>
            <a:r>
              <a:t>Title Text</a:t>
            </a:r>
          </a:p>
        </p:txBody>
      </p:sp>
      <p:sp>
        <p:nvSpPr>
          <p:cNvPr id="1045" name="Body Level One…"/>
          <p:cNvSpPr txBox="1">
            <a:spLocks noGrp="1"/>
          </p:cNvSpPr>
          <p:nvPr>
            <p:ph type="body" sz="half" idx="1"/>
          </p:nvPr>
        </p:nvSpPr>
        <p:spPr>
          <a:xfrm>
            <a:off x="609600" y="1334323"/>
            <a:ext cx="4937760" cy="4992625"/>
          </a:xfrm>
          <a:prstGeom prst="rect">
            <a:avLst/>
          </a:prstGeom>
        </p:spPr>
        <p:txBody>
          <a:bodyPr>
            <a:normAutofit/>
          </a:bodyPr>
          <a:lstStyle>
            <a:lvl1pPr>
              <a:defRPr>
                <a:solidFill>
                  <a:srgbClr val="FFFFFF"/>
                </a:solidFill>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r>
              <a:t>Body Level One</a:t>
            </a:r>
          </a:p>
          <a:p>
            <a:pPr lvl="1"/>
            <a:r>
              <a:t>Body Level Two</a:t>
            </a:r>
          </a:p>
          <a:p>
            <a:pPr lvl="2"/>
            <a:r>
              <a:t>Body Level Three</a:t>
            </a:r>
          </a:p>
          <a:p>
            <a:pPr lvl="3"/>
            <a:r>
              <a:t>Body Level Four</a:t>
            </a:r>
          </a:p>
          <a:p>
            <a:pPr lvl="4"/>
            <a:r>
              <a:t>Body Level Five</a:t>
            </a:r>
          </a:p>
        </p:txBody>
      </p:sp>
      <p:sp>
        <p:nvSpPr>
          <p:cNvPr id="1046"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BEBEBE"/>
                </a:solidFill>
              </a:defRPr>
            </a:lvl1pPr>
          </a:lstStyle>
          <a:p>
            <a:r>
              <a:t>© 2024 Adobe. All Rights Reserved. Adobe Confidential.</a:t>
            </a:r>
          </a:p>
        </p:txBody>
      </p:sp>
      <p:sp>
        <p:nvSpPr>
          <p:cNvPr id="1047" name="Slide Number"/>
          <p:cNvSpPr txBox="1">
            <a:spLocks noGrp="1"/>
          </p:cNvSpPr>
          <p:nvPr>
            <p:ph type="sldNum" sz="quarter" idx="2"/>
          </p:nvPr>
        </p:nvSpPr>
        <p:spPr>
          <a:xfrm>
            <a:off x="11805084" y="6583680"/>
            <a:ext cx="127001" cy="127001"/>
          </a:xfrm>
          <a:prstGeom prst="rect">
            <a:avLst/>
          </a:prstGeom>
        </p:spPr>
        <p:txBody>
          <a:bodyPr/>
          <a:lstStyle>
            <a:lvl1pPr>
              <a:defRPr>
                <a:solidFill>
                  <a:srgbClr val="BEBEBE"/>
                </a:solidFill>
              </a:defRPr>
            </a:lvl1pPr>
          </a:lstStyle>
          <a:p>
            <a:fld id="{86CB4B4D-7CA3-9044-876B-883B54F8677D}" type="slidenum">
              <a:t>‹#›</a:t>
            </a:fld>
            <a:endParaRPr/>
          </a:p>
        </p:txBody>
      </p:sp>
    </p:spTree>
  </p:cSld>
  <p:clrMapOvr>
    <a:masterClrMapping/>
  </p:clrMapOvr>
  <p:transition spd="med"/>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tx">
  <p:cSld name="Three Columns - Content Dark">
    <p:bg>
      <p:bgPr>
        <a:solidFill>
          <a:srgbClr val="000000"/>
        </a:solidFill>
        <a:effectLst/>
      </p:bgPr>
    </p:bg>
    <p:spTree>
      <p:nvGrpSpPr>
        <p:cNvPr id="1" name=""/>
        <p:cNvGrpSpPr/>
        <p:nvPr/>
      </p:nvGrpSpPr>
      <p:grpSpPr>
        <a:xfrm>
          <a:off x="0" y="0"/>
          <a:ext cx="0" cy="0"/>
          <a:chOff x="0" y="0"/>
          <a:chExt cx="0" cy="0"/>
        </a:xfrm>
      </p:grpSpPr>
      <p:sp>
        <p:nvSpPr>
          <p:cNvPr id="1054"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1055"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1056"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1057"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058"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1059"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1060"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1061"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1062"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1063"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1064"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1065"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1066"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1067"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1068"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1069"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070"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1071"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1072"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1073"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1074"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1075"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1076"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1077"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1078"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1079"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1080"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1081"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1082" name="Title Text"/>
          <p:cNvSpPr txBox="1">
            <a:spLocks noGrp="1"/>
          </p:cNvSpPr>
          <p:nvPr>
            <p:ph type="title"/>
          </p:nvPr>
        </p:nvSpPr>
        <p:spPr>
          <a:xfrm>
            <a:off x="609600" y="264084"/>
            <a:ext cx="10972800" cy="946391"/>
          </a:xfrm>
          <a:prstGeom prst="rect">
            <a:avLst/>
          </a:prstGeom>
        </p:spPr>
        <p:txBody>
          <a:bodyPr/>
          <a:lstStyle>
            <a:lvl1pPr>
              <a:defRPr sz="3200" b="1">
                <a:solidFill>
                  <a:srgbClr val="FFFFFF"/>
                </a:solidFill>
              </a:defRPr>
            </a:lvl1pPr>
          </a:lstStyle>
          <a:p>
            <a:r>
              <a:t>Title Text</a:t>
            </a:r>
          </a:p>
        </p:txBody>
      </p:sp>
      <p:sp>
        <p:nvSpPr>
          <p:cNvPr id="1083" name="Body Level One…"/>
          <p:cNvSpPr txBox="1">
            <a:spLocks noGrp="1"/>
          </p:cNvSpPr>
          <p:nvPr>
            <p:ph type="body" sz="quarter" idx="1"/>
          </p:nvPr>
        </p:nvSpPr>
        <p:spPr>
          <a:xfrm>
            <a:off x="609600" y="1334323"/>
            <a:ext cx="3200400" cy="4992625"/>
          </a:xfrm>
          <a:prstGeom prst="rect">
            <a:avLst/>
          </a:prstGeom>
        </p:spPr>
        <p:txBody>
          <a:bodyPr>
            <a:normAutofit/>
          </a:bodyPr>
          <a:lstStyle>
            <a:lvl1pPr>
              <a:defRPr sz="1600">
                <a:solidFill>
                  <a:srgbClr val="FFFFFF"/>
                </a:solidFill>
              </a:defRPr>
            </a:lvl1pPr>
            <a:lvl2pPr>
              <a:defRPr sz="1600">
                <a:solidFill>
                  <a:srgbClr val="FFFFFF"/>
                </a:solidFill>
              </a:defRPr>
            </a:lvl2pPr>
            <a:lvl3pPr>
              <a:defRPr sz="1600">
                <a:solidFill>
                  <a:srgbClr val="FFFFFF"/>
                </a:solidFill>
              </a:defRPr>
            </a:lvl3pPr>
            <a:lvl4pPr>
              <a:defRPr sz="1600">
                <a:solidFill>
                  <a:srgbClr val="FFFFFF"/>
                </a:solidFill>
              </a:defRPr>
            </a:lvl4pPr>
            <a:lvl5pPr>
              <a:defRPr sz="1600">
                <a:solidFill>
                  <a:srgbClr val="FFFFFF"/>
                </a:solidFill>
              </a:defRPr>
            </a:lvl5pPr>
          </a:lstStyle>
          <a:p>
            <a:r>
              <a:t>Body Level One</a:t>
            </a:r>
          </a:p>
          <a:p>
            <a:pPr lvl="1"/>
            <a:r>
              <a:t>Body Level Two</a:t>
            </a:r>
          </a:p>
          <a:p>
            <a:pPr lvl="2"/>
            <a:r>
              <a:t>Body Level Three</a:t>
            </a:r>
          </a:p>
          <a:p>
            <a:pPr lvl="3"/>
            <a:r>
              <a:t>Body Level Four</a:t>
            </a:r>
          </a:p>
          <a:p>
            <a:pPr lvl="4"/>
            <a:r>
              <a:t>Body Level Five</a:t>
            </a:r>
          </a:p>
        </p:txBody>
      </p:sp>
      <p:sp>
        <p:nvSpPr>
          <p:cNvPr id="1084"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BEBEBE"/>
                </a:solidFill>
              </a:defRPr>
            </a:lvl1pPr>
          </a:lstStyle>
          <a:p>
            <a:r>
              <a:t>© 2024 Adobe. All Rights Reserved. Adobe Confidential.</a:t>
            </a:r>
          </a:p>
        </p:txBody>
      </p:sp>
      <p:sp>
        <p:nvSpPr>
          <p:cNvPr id="1085" name="Slide Number"/>
          <p:cNvSpPr txBox="1">
            <a:spLocks noGrp="1"/>
          </p:cNvSpPr>
          <p:nvPr>
            <p:ph type="sldNum" sz="quarter" idx="2"/>
          </p:nvPr>
        </p:nvSpPr>
        <p:spPr>
          <a:xfrm>
            <a:off x="11805084" y="6583680"/>
            <a:ext cx="127001" cy="127001"/>
          </a:xfrm>
          <a:prstGeom prst="rect">
            <a:avLst/>
          </a:prstGeom>
        </p:spPr>
        <p:txBody>
          <a:bodyPr/>
          <a:lstStyle>
            <a:lvl1pPr>
              <a:defRPr>
                <a:solidFill>
                  <a:srgbClr val="BEBEBE"/>
                </a:solidFill>
              </a:defRPr>
            </a:lvl1pPr>
          </a:lstStyle>
          <a:p>
            <a:fld id="{86CB4B4D-7CA3-9044-876B-883B54F8677D}" type="slidenum">
              <a:t>‹#›</a:t>
            </a:fld>
            <a:endParaRPr/>
          </a:p>
        </p:txBody>
      </p:sp>
    </p:spTree>
  </p:cSld>
  <p:clrMapOvr>
    <a:masterClrMapping/>
  </p:clrMapOvr>
  <p:transition spd="med"/>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type="tx">
  <p:cSld name="Four Columns - Content Dark">
    <p:bg>
      <p:bgPr>
        <a:solidFill>
          <a:srgbClr val="000000"/>
        </a:solidFill>
        <a:effectLst/>
      </p:bgPr>
    </p:bg>
    <p:spTree>
      <p:nvGrpSpPr>
        <p:cNvPr id="1" name=""/>
        <p:cNvGrpSpPr/>
        <p:nvPr/>
      </p:nvGrpSpPr>
      <p:grpSpPr>
        <a:xfrm>
          <a:off x="0" y="0"/>
          <a:ext cx="0" cy="0"/>
          <a:chOff x="0" y="0"/>
          <a:chExt cx="0" cy="0"/>
        </a:xfrm>
      </p:grpSpPr>
      <p:sp>
        <p:nvSpPr>
          <p:cNvPr id="1092"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1093"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1094"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1095"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096"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1097"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1098"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1099"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1100"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1101"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1102"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1103"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1104"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1105"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1106"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1107"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108"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1109"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1110"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1111"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1112"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1113"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1114"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1115"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1116"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1117"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1118"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1119"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1120" name="Title Text"/>
          <p:cNvSpPr txBox="1">
            <a:spLocks noGrp="1"/>
          </p:cNvSpPr>
          <p:nvPr>
            <p:ph type="title"/>
          </p:nvPr>
        </p:nvSpPr>
        <p:spPr>
          <a:xfrm>
            <a:off x="609600" y="264084"/>
            <a:ext cx="10972800" cy="946391"/>
          </a:xfrm>
          <a:prstGeom prst="rect">
            <a:avLst/>
          </a:prstGeom>
        </p:spPr>
        <p:txBody>
          <a:bodyPr/>
          <a:lstStyle>
            <a:lvl1pPr>
              <a:defRPr sz="3200" b="1">
                <a:solidFill>
                  <a:srgbClr val="FFFFFF"/>
                </a:solidFill>
              </a:defRPr>
            </a:lvl1pPr>
          </a:lstStyle>
          <a:p>
            <a:r>
              <a:t>Title Text</a:t>
            </a:r>
          </a:p>
        </p:txBody>
      </p:sp>
      <p:sp>
        <p:nvSpPr>
          <p:cNvPr id="1121" name="Body Level One…"/>
          <p:cNvSpPr txBox="1">
            <a:spLocks noGrp="1"/>
          </p:cNvSpPr>
          <p:nvPr>
            <p:ph type="body" sz="quarter" idx="1"/>
          </p:nvPr>
        </p:nvSpPr>
        <p:spPr>
          <a:xfrm>
            <a:off x="612648" y="1334323"/>
            <a:ext cx="2240280" cy="4992625"/>
          </a:xfrm>
          <a:prstGeom prst="rect">
            <a:avLst/>
          </a:prstGeom>
        </p:spPr>
        <p:txBody>
          <a:bodyPr>
            <a:normAutofit/>
          </a:bodyPr>
          <a:lstStyle>
            <a:lvl1pPr>
              <a:spcBef>
                <a:spcPts val="900"/>
              </a:spcBef>
              <a:defRPr sz="1400">
                <a:solidFill>
                  <a:srgbClr val="FFFFFF"/>
                </a:solidFill>
              </a:defRPr>
            </a:lvl1pPr>
            <a:lvl2pPr>
              <a:spcBef>
                <a:spcPts val="900"/>
              </a:spcBef>
              <a:defRPr sz="1400">
                <a:solidFill>
                  <a:srgbClr val="FFFFFF"/>
                </a:solidFill>
              </a:defRPr>
            </a:lvl2pPr>
            <a:lvl3pPr>
              <a:spcBef>
                <a:spcPts val="900"/>
              </a:spcBef>
              <a:defRPr sz="1400">
                <a:solidFill>
                  <a:srgbClr val="FFFFFF"/>
                </a:solidFill>
              </a:defRPr>
            </a:lvl3pPr>
            <a:lvl4pPr>
              <a:spcBef>
                <a:spcPts val="900"/>
              </a:spcBef>
              <a:defRPr sz="1400">
                <a:solidFill>
                  <a:srgbClr val="FFFFFF"/>
                </a:solidFill>
              </a:defRPr>
            </a:lvl4pPr>
            <a:lvl5pPr>
              <a:spcBef>
                <a:spcPts val="900"/>
              </a:spcBef>
              <a:defRPr sz="1400">
                <a:solidFill>
                  <a:srgbClr val="FFFFFF"/>
                </a:solidFill>
              </a:defRPr>
            </a:lvl5pPr>
          </a:lstStyle>
          <a:p>
            <a:r>
              <a:t>Body Level One</a:t>
            </a:r>
          </a:p>
          <a:p>
            <a:pPr lvl="1"/>
            <a:r>
              <a:t>Body Level Two</a:t>
            </a:r>
          </a:p>
          <a:p>
            <a:pPr lvl="2"/>
            <a:r>
              <a:t>Body Level Three</a:t>
            </a:r>
          </a:p>
          <a:p>
            <a:pPr lvl="3"/>
            <a:r>
              <a:t>Body Level Four</a:t>
            </a:r>
          </a:p>
          <a:p>
            <a:pPr lvl="4"/>
            <a:r>
              <a:t>Body Level Five</a:t>
            </a:r>
          </a:p>
        </p:txBody>
      </p:sp>
      <p:sp>
        <p:nvSpPr>
          <p:cNvPr id="1122"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BEBEBE"/>
                </a:solidFill>
              </a:defRPr>
            </a:lvl1pPr>
          </a:lstStyle>
          <a:p>
            <a:r>
              <a:t>© 2024 Adobe. All Rights Reserved. Adobe Confidential.</a:t>
            </a:r>
          </a:p>
        </p:txBody>
      </p:sp>
      <p:sp>
        <p:nvSpPr>
          <p:cNvPr id="1123" name="Slide Number"/>
          <p:cNvSpPr txBox="1">
            <a:spLocks noGrp="1"/>
          </p:cNvSpPr>
          <p:nvPr>
            <p:ph type="sldNum" sz="quarter" idx="2"/>
          </p:nvPr>
        </p:nvSpPr>
        <p:spPr>
          <a:xfrm>
            <a:off x="11805084" y="6583680"/>
            <a:ext cx="127001" cy="127001"/>
          </a:xfrm>
          <a:prstGeom prst="rect">
            <a:avLst/>
          </a:prstGeom>
        </p:spPr>
        <p:txBody>
          <a:bodyPr/>
          <a:lstStyle>
            <a:lvl1pPr>
              <a:defRPr>
                <a:solidFill>
                  <a:srgbClr val="FFFFFF"/>
                </a:solidFill>
              </a:defRPr>
            </a:lvl1pPr>
          </a:lstStyle>
          <a:p>
            <a:fld id="{86CB4B4D-7CA3-9044-876B-883B54F8677D}" type="slidenum">
              <a:t>‹#›</a:t>
            </a:fld>
            <a:endParaRPr/>
          </a:p>
        </p:txBody>
      </p:sp>
    </p:spTree>
  </p:cSld>
  <p:clrMapOvr>
    <a:masterClrMapping/>
  </p:clrMapOvr>
  <p:transition spd="med"/>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type="tx">
  <p:cSld name="Five Columns - Content Dark">
    <p:bg>
      <p:bgPr>
        <a:solidFill>
          <a:srgbClr val="000000"/>
        </a:solidFill>
        <a:effectLst/>
      </p:bgPr>
    </p:bg>
    <p:spTree>
      <p:nvGrpSpPr>
        <p:cNvPr id="1" name=""/>
        <p:cNvGrpSpPr/>
        <p:nvPr/>
      </p:nvGrpSpPr>
      <p:grpSpPr>
        <a:xfrm>
          <a:off x="0" y="0"/>
          <a:ext cx="0" cy="0"/>
          <a:chOff x="0" y="0"/>
          <a:chExt cx="0" cy="0"/>
        </a:xfrm>
      </p:grpSpPr>
      <p:sp>
        <p:nvSpPr>
          <p:cNvPr id="1130"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1131"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1132"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1133"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134"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1135"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1136"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1137"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1138"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1139"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1140"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1141"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1142"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1143"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1144"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1145"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146"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1147"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1148"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1149"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1150"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1151"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1152"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1153"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1154"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1155"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1156"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1157"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1158" name="Title Text"/>
          <p:cNvSpPr txBox="1">
            <a:spLocks noGrp="1"/>
          </p:cNvSpPr>
          <p:nvPr>
            <p:ph type="title"/>
          </p:nvPr>
        </p:nvSpPr>
        <p:spPr>
          <a:xfrm>
            <a:off x="609600" y="264084"/>
            <a:ext cx="10972800" cy="946391"/>
          </a:xfrm>
          <a:prstGeom prst="rect">
            <a:avLst/>
          </a:prstGeom>
        </p:spPr>
        <p:txBody>
          <a:bodyPr/>
          <a:lstStyle>
            <a:lvl1pPr>
              <a:defRPr sz="3200" b="1">
                <a:solidFill>
                  <a:srgbClr val="FFFFFF"/>
                </a:solidFill>
              </a:defRPr>
            </a:lvl1pPr>
          </a:lstStyle>
          <a:p>
            <a:r>
              <a:t>Title Text</a:t>
            </a:r>
          </a:p>
        </p:txBody>
      </p:sp>
      <p:sp>
        <p:nvSpPr>
          <p:cNvPr id="1159" name="Body Level One…"/>
          <p:cNvSpPr txBox="1">
            <a:spLocks noGrp="1"/>
          </p:cNvSpPr>
          <p:nvPr>
            <p:ph type="body" sz="quarter" idx="1"/>
          </p:nvPr>
        </p:nvSpPr>
        <p:spPr>
          <a:xfrm>
            <a:off x="612648" y="1334323"/>
            <a:ext cx="1920240" cy="4992625"/>
          </a:xfrm>
          <a:prstGeom prst="rect">
            <a:avLst/>
          </a:prstGeom>
        </p:spPr>
        <p:txBody>
          <a:bodyPr>
            <a:normAutofit/>
          </a:bodyPr>
          <a:lstStyle>
            <a:lvl1pPr>
              <a:spcBef>
                <a:spcPts val="900"/>
              </a:spcBef>
              <a:defRPr sz="1200">
                <a:solidFill>
                  <a:srgbClr val="FFFFFF"/>
                </a:solidFill>
              </a:defRPr>
            </a:lvl1pPr>
            <a:lvl2pPr>
              <a:spcBef>
                <a:spcPts val="900"/>
              </a:spcBef>
              <a:defRPr sz="1200">
                <a:solidFill>
                  <a:srgbClr val="FFFFFF"/>
                </a:solidFill>
              </a:defRPr>
            </a:lvl2pPr>
            <a:lvl3pPr>
              <a:spcBef>
                <a:spcPts val="900"/>
              </a:spcBef>
              <a:defRPr sz="1200">
                <a:solidFill>
                  <a:srgbClr val="FFFFFF"/>
                </a:solidFill>
              </a:defRPr>
            </a:lvl3pPr>
            <a:lvl4pPr>
              <a:spcBef>
                <a:spcPts val="900"/>
              </a:spcBef>
              <a:defRPr sz="1200">
                <a:solidFill>
                  <a:srgbClr val="FFFFFF"/>
                </a:solidFill>
              </a:defRPr>
            </a:lvl4pPr>
            <a:lvl5pPr>
              <a:spcBef>
                <a:spcPts val="900"/>
              </a:spcBef>
              <a:defRPr sz="1200">
                <a:solidFill>
                  <a:srgbClr val="FFFFFF"/>
                </a:solidFill>
              </a:defRPr>
            </a:lvl5pPr>
          </a:lstStyle>
          <a:p>
            <a:r>
              <a:t>Body Level One</a:t>
            </a:r>
          </a:p>
          <a:p>
            <a:pPr lvl="1"/>
            <a:r>
              <a:t>Body Level Two</a:t>
            </a:r>
          </a:p>
          <a:p>
            <a:pPr lvl="2"/>
            <a:r>
              <a:t>Body Level Three</a:t>
            </a:r>
          </a:p>
          <a:p>
            <a:pPr lvl="3"/>
            <a:r>
              <a:t>Body Level Four</a:t>
            </a:r>
          </a:p>
          <a:p>
            <a:pPr lvl="4"/>
            <a:r>
              <a:t>Body Level Five</a:t>
            </a:r>
          </a:p>
        </p:txBody>
      </p:sp>
      <p:sp>
        <p:nvSpPr>
          <p:cNvPr id="1160"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BEBEBE"/>
                </a:solidFill>
              </a:defRPr>
            </a:lvl1pPr>
          </a:lstStyle>
          <a:p>
            <a:r>
              <a:t>© 2024 Adobe. All Rights Reserved. Adobe Confidential.</a:t>
            </a:r>
          </a:p>
        </p:txBody>
      </p:sp>
      <p:sp>
        <p:nvSpPr>
          <p:cNvPr id="1161" name="Slide Number"/>
          <p:cNvSpPr txBox="1">
            <a:spLocks noGrp="1"/>
          </p:cNvSpPr>
          <p:nvPr>
            <p:ph type="sldNum" sz="quarter" idx="2"/>
          </p:nvPr>
        </p:nvSpPr>
        <p:spPr>
          <a:xfrm>
            <a:off x="11805084" y="6583680"/>
            <a:ext cx="127001" cy="127001"/>
          </a:xfrm>
          <a:prstGeom prst="rect">
            <a:avLst/>
          </a:prstGeom>
        </p:spPr>
        <p:txBody>
          <a:bodyPr/>
          <a:lstStyle>
            <a:lvl1pPr>
              <a:defRPr>
                <a:solidFill>
                  <a:srgbClr val="FFFFFF"/>
                </a:solidFill>
              </a:defRPr>
            </a:lvl1pPr>
          </a:lstStyle>
          <a:p>
            <a:fld id="{86CB4B4D-7CA3-9044-876B-883B54F8677D}" type="slidenum">
              <a:t>‹#›</a:t>
            </a:fld>
            <a:endParaRPr/>
          </a:p>
        </p:txBody>
      </p:sp>
    </p:spTree>
  </p:cSld>
  <p:clrMapOvr>
    <a:masterClrMapping/>
  </p:clrMapOvr>
  <p:transition spd="med"/>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type="tx">
  <p:cSld name="Two Columns - Image and Content Dark">
    <p:bg>
      <p:bgPr>
        <a:solidFill>
          <a:srgbClr val="000000"/>
        </a:solidFill>
        <a:effectLst/>
      </p:bgPr>
    </p:bg>
    <p:spTree>
      <p:nvGrpSpPr>
        <p:cNvPr id="1" name=""/>
        <p:cNvGrpSpPr/>
        <p:nvPr/>
      </p:nvGrpSpPr>
      <p:grpSpPr>
        <a:xfrm>
          <a:off x="0" y="0"/>
          <a:ext cx="0" cy="0"/>
          <a:chOff x="0" y="0"/>
          <a:chExt cx="0" cy="0"/>
        </a:xfrm>
      </p:grpSpPr>
      <p:sp>
        <p:nvSpPr>
          <p:cNvPr id="116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116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117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117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172"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1173"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117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117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1176"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1177"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1178"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117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118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118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118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118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18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118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118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118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118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118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119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1191"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1192"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119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119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1195"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1196" name="Title Text"/>
          <p:cNvSpPr txBox="1">
            <a:spLocks noGrp="1"/>
          </p:cNvSpPr>
          <p:nvPr>
            <p:ph type="title"/>
          </p:nvPr>
        </p:nvSpPr>
        <p:spPr>
          <a:xfrm>
            <a:off x="609600" y="264084"/>
            <a:ext cx="10972800" cy="946391"/>
          </a:xfrm>
          <a:prstGeom prst="rect">
            <a:avLst/>
          </a:prstGeom>
        </p:spPr>
        <p:txBody>
          <a:bodyPr/>
          <a:lstStyle>
            <a:lvl1pPr>
              <a:defRPr sz="3200" b="1">
                <a:solidFill>
                  <a:srgbClr val="FFFFFF"/>
                </a:solidFill>
              </a:defRPr>
            </a:lvl1pPr>
          </a:lstStyle>
          <a:p>
            <a:r>
              <a:t>Title Text</a:t>
            </a:r>
          </a:p>
        </p:txBody>
      </p:sp>
      <p:sp>
        <p:nvSpPr>
          <p:cNvPr id="1197" name="Picture Placeholder 1"/>
          <p:cNvSpPr>
            <a:spLocks noGrp="1"/>
          </p:cNvSpPr>
          <p:nvPr>
            <p:ph type="pic" sz="quarter" idx="21"/>
          </p:nvPr>
        </p:nvSpPr>
        <p:spPr>
          <a:xfrm>
            <a:off x="609600" y="1335024"/>
            <a:ext cx="4937760" cy="2514601"/>
          </a:xfrm>
          <a:prstGeom prst="rect">
            <a:avLst/>
          </a:prstGeom>
        </p:spPr>
        <p:txBody>
          <a:bodyPr lIns="91439" tIns="45719" rIns="91439" bIns="45719"/>
          <a:lstStyle/>
          <a:p>
            <a:endParaRPr/>
          </a:p>
        </p:txBody>
      </p:sp>
      <p:sp>
        <p:nvSpPr>
          <p:cNvPr id="1198" name="Body Level One…"/>
          <p:cNvSpPr txBox="1">
            <a:spLocks noGrp="1"/>
          </p:cNvSpPr>
          <p:nvPr>
            <p:ph type="body" sz="quarter" idx="1"/>
          </p:nvPr>
        </p:nvSpPr>
        <p:spPr>
          <a:xfrm>
            <a:off x="609600" y="4023359"/>
            <a:ext cx="4846321" cy="2286001"/>
          </a:xfrm>
          <a:prstGeom prst="rect">
            <a:avLst/>
          </a:prstGeom>
        </p:spPr>
        <p:txBody>
          <a:bodyPr>
            <a:normAutofit/>
          </a:bodyPr>
          <a:lstStyle>
            <a:lvl1pPr>
              <a:defRPr>
                <a:solidFill>
                  <a:srgbClr val="FFFFFF"/>
                </a:solidFill>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r>
              <a:t>Body Level One</a:t>
            </a:r>
          </a:p>
          <a:p>
            <a:pPr lvl="1"/>
            <a:r>
              <a:t>Body Level Two</a:t>
            </a:r>
          </a:p>
          <a:p>
            <a:pPr lvl="2"/>
            <a:r>
              <a:t>Body Level Three</a:t>
            </a:r>
          </a:p>
          <a:p>
            <a:pPr lvl="3"/>
            <a:r>
              <a:t>Body Level Four</a:t>
            </a:r>
          </a:p>
          <a:p>
            <a:pPr lvl="4"/>
            <a:r>
              <a:t>Body Level Five</a:t>
            </a:r>
          </a:p>
        </p:txBody>
      </p:sp>
      <p:sp>
        <p:nvSpPr>
          <p:cNvPr id="1199" name="Picture Placeholder 2"/>
          <p:cNvSpPr>
            <a:spLocks noGrp="1"/>
          </p:cNvSpPr>
          <p:nvPr>
            <p:ph type="pic" sz="quarter" idx="22"/>
          </p:nvPr>
        </p:nvSpPr>
        <p:spPr>
          <a:xfrm>
            <a:off x="6644640" y="1335024"/>
            <a:ext cx="4937760" cy="2514601"/>
          </a:xfrm>
          <a:prstGeom prst="rect">
            <a:avLst/>
          </a:prstGeom>
        </p:spPr>
        <p:txBody>
          <a:bodyPr lIns="91439" tIns="45719" rIns="91439" bIns="45719"/>
          <a:lstStyle/>
          <a:p>
            <a:endParaRPr/>
          </a:p>
        </p:txBody>
      </p:sp>
      <p:sp>
        <p:nvSpPr>
          <p:cNvPr id="1200"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BEBEBE"/>
                </a:solidFill>
              </a:defRPr>
            </a:lvl1pPr>
          </a:lstStyle>
          <a:p>
            <a:r>
              <a:t>© 2024 Adobe. All Rights Reserved. Adobe Confidential.</a:t>
            </a:r>
          </a:p>
        </p:txBody>
      </p:sp>
      <p:sp>
        <p:nvSpPr>
          <p:cNvPr id="1201" name="Slide Number"/>
          <p:cNvSpPr txBox="1">
            <a:spLocks noGrp="1"/>
          </p:cNvSpPr>
          <p:nvPr>
            <p:ph type="sldNum" sz="quarter" idx="2"/>
          </p:nvPr>
        </p:nvSpPr>
        <p:spPr>
          <a:xfrm>
            <a:off x="11805084" y="6583680"/>
            <a:ext cx="127001" cy="127001"/>
          </a:xfrm>
          <a:prstGeom prst="rect">
            <a:avLst/>
          </a:prstGeom>
        </p:spPr>
        <p:txBody>
          <a:bodyPr/>
          <a:lstStyle>
            <a:lvl1pPr>
              <a:defRPr>
                <a:solidFill>
                  <a:srgbClr val="BEBEBE"/>
                </a:solidFill>
              </a:defRPr>
            </a:lvl1pPr>
          </a:lstStyle>
          <a:p>
            <a:fld id="{86CB4B4D-7CA3-9044-876B-883B54F8677D}" type="slidenum">
              <a:t>‹#›</a:t>
            </a:fld>
            <a:endParaRPr/>
          </a:p>
        </p:txBody>
      </p:sp>
    </p:spTree>
  </p:cSld>
  <p:clrMapOvr>
    <a:masterClrMapping/>
  </p:clrMapOvr>
  <p:transition spd="med"/>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type="tx">
  <p:cSld name="Three Columns - Image and Content Dark">
    <p:bg>
      <p:bgPr>
        <a:solidFill>
          <a:srgbClr val="000000"/>
        </a:solidFill>
        <a:effectLst/>
      </p:bgPr>
    </p:bg>
    <p:spTree>
      <p:nvGrpSpPr>
        <p:cNvPr id="1" name=""/>
        <p:cNvGrpSpPr/>
        <p:nvPr/>
      </p:nvGrpSpPr>
      <p:grpSpPr>
        <a:xfrm>
          <a:off x="0" y="0"/>
          <a:ext cx="0" cy="0"/>
          <a:chOff x="0" y="0"/>
          <a:chExt cx="0" cy="0"/>
        </a:xfrm>
      </p:grpSpPr>
      <p:sp>
        <p:nvSpPr>
          <p:cNvPr id="120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120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121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121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212"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1213"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121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121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1216"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1217"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1218"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121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122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122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122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122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22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122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122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122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122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122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123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1231"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1232"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123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123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1235"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1236" name="Title Text"/>
          <p:cNvSpPr txBox="1">
            <a:spLocks noGrp="1"/>
          </p:cNvSpPr>
          <p:nvPr>
            <p:ph type="title"/>
          </p:nvPr>
        </p:nvSpPr>
        <p:spPr>
          <a:xfrm>
            <a:off x="609600" y="264084"/>
            <a:ext cx="10972800" cy="946391"/>
          </a:xfrm>
          <a:prstGeom prst="rect">
            <a:avLst/>
          </a:prstGeom>
        </p:spPr>
        <p:txBody>
          <a:bodyPr/>
          <a:lstStyle>
            <a:lvl1pPr>
              <a:defRPr sz="3200" b="1">
                <a:solidFill>
                  <a:srgbClr val="FFFFFF"/>
                </a:solidFill>
              </a:defRPr>
            </a:lvl1pPr>
          </a:lstStyle>
          <a:p>
            <a:r>
              <a:t>Title Text</a:t>
            </a:r>
          </a:p>
        </p:txBody>
      </p:sp>
      <p:sp>
        <p:nvSpPr>
          <p:cNvPr id="1237" name="Body Level One…"/>
          <p:cNvSpPr txBox="1">
            <a:spLocks noGrp="1"/>
          </p:cNvSpPr>
          <p:nvPr>
            <p:ph type="body" sz="quarter" idx="1"/>
          </p:nvPr>
        </p:nvSpPr>
        <p:spPr>
          <a:xfrm>
            <a:off x="609600" y="4040371"/>
            <a:ext cx="3200400" cy="2286576"/>
          </a:xfrm>
          <a:prstGeom prst="rect">
            <a:avLst/>
          </a:prstGeom>
        </p:spPr>
        <p:txBody>
          <a:bodyPr>
            <a:normAutofit/>
          </a:bodyPr>
          <a:lstStyle>
            <a:lvl1pPr>
              <a:defRPr sz="1600">
                <a:solidFill>
                  <a:srgbClr val="FFFFFF"/>
                </a:solidFill>
              </a:defRPr>
            </a:lvl1pPr>
            <a:lvl2pPr>
              <a:defRPr sz="1600">
                <a:solidFill>
                  <a:srgbClr val="FFFFFF"/>
                </a:solidFill>
              </a:defRPr>
            </a:lvl2pPr>
            <a:lvl3pPr>
              <a:defRPr sz="1600">
                <a:solidFill>
                  <a:srgbClr val="FFFFFF"/>
                </a:solidFill>
              </a:defRPr>
            </a:lvl3pPr>
            <a:lvl4pPr>
              <a:defRPr sz="1600">
                <a:solidFill>
                  <a:srgbClr val="FFFFFF"/>
                </a:solidFill>
              </a:defRPr>
            </a:lvl4pPr>
            <a:lvl5pPr>
              <a:defRPr sz="1600">
                <a:solidFill>
                  <a:srgbClr val="FFFFFF"/>
                </a:solidFill>
              </a:defRPr>
            </a:lvl5pPr>
          </a:lstStyle>
          <a:p>
            <a:r>
              <a:t>Body Level One</a:t>
            </a:r>
          </a:p>
          <a:p>
            <a:pPr lvl="1"/>
            <a:r>
              <a:t>Body Level Two</a:t>
            </a:r>
          </a:p>
          <a:p>
            <a:pPr lvl="2"/>
            <a:r>
              <a:t>Body Level Three</a:t>
            </a:r>
          </a:p>
          <a:p>
            <a:pPr lvl="3"/>
            <a:r>
              <a:t>Body Level Four</a:t>
            </a:r>
          </a:p>
          <a:p>
            <a:pPr lvl="4"/>
            <a:r>
              <a:t>Body Level Five</a:t>
            </a:r>
          </a:p>
        </p:txBody>
      </p:sp>
      <p:sp>
        <p:nvSpPr>
          <p:cNvPr id="1238" name="Picture Placeholder 1"/>
          <p:cNvSpPr>
            <a:spLocks noGrp="1"/>
          </p:cNvSpPr>
          <p:nvPr>
            <p:ph type="pic" sz="quarter" idx="21"/>
          </p:nvPr>
        </p:nvSpPr>
        <p:spPr>
          <a:xfrm>
            <a:off x="609600" y="1335024"/>
            <a:ext cx="3255265" cy="2514601"/>
          </a:xfrm>
          <a:prstGeom prst="rect">
            <a:avLst/>
          </a:prstGeom>
        </p:spPr>
        <p:txBody>
          <a:bodyPr lIns="91439" tIns="45719" rIns="91439" bIns="45719"/>
          <a:lstStyle/>
          <a:p>
            <a:endParaRPr/>
          </a:p>
        </p:txBody>
      </p:sp>
      <p:sp>
        <p:nvSpPr>
          <p:cNvPr id="1239" name="Picture Placeholder 2"/>
          <p:cNvSpPr>
            <a:spLocks noGrp="1"/>
          </p:cNvSpPr>
          <p:nvPr>
            <p:ph type="pic" sz="quarter" idx="22"/>
          </p:nvPr>
        </p:nvSpPr>
        <p:spPr>
          <a:xfrm>
            <a:off x="4468367" y="1335024"/>
            <a:ext cx="3255266" cy="2514601"/>
          </a:xfrm>
          <a:prstGeom prst="rect">
            <a:avLst/>
          </a:prstGeom>
        </p:spPr>
        <p:txBody>
          <a:bodyPr lIns="91439" tIns="45719" rIns="91439" bIns="45719"/>
          <a:lstStyle/>
          <a:p>
            <a:endParaRPr/>
          </a:p>
        </p:txBody>
      </p:sp>
      <p:sp>
        <p:nvSpPr>
          <p:cNvPr id="1240" name="Picture Placeholder 3"/>
          <p:cNvSpPr>
            <a:spLocks noGrp="1"/>
          </p:cNvSpPr>
          <p:nvPr>
            <p:ph type="pic" sz="quarter" idx="23"/>
          </p:nvPr>
        </p:nvSpPr>
        <p:spPr>
          <a:xfrm>
            <a:off x="8327135" y="1335024"/>
            <a:ext cx="3255265" cy="2514601"/>
          </a:xfrm>
          <a:prstGeom prst="rect">
            <a:avLst/>
          </a:prstGeom>
        </p:spPr>
        <p:txBody>
          <a:bodyPr lIns="91439" tIns="45719" rIns="91439" bIns="45719"/>
          <a:lstStyle/>
          <a:p>
            <a:endParaRPr/>
          </a:p>
        </p:txBody>
      </p:sp>
      <p:sp>
        <p:nvSpPr>
          <p:cNvPr id="1241"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BEBEBE"/>
                </a:solidFill>
              </a:defRPr>
            </a:lvl1pPr>
          </a:lstStyle>
          <a:p>
            <a:r>
              <a:t>© 2024 Adobe. All Rights Reserved. Adobe Confidential.</a:t>
            </a:r>
          </a:p>
        </p:txBody>
      </p:sp>
      <p:sp>
        <p:nvSpPr>
          <p:cNvPr id="1242" name="Slide Number"/>
          <p:cNvSpPr txBox="1">
            <a:spLocks noGrp="1"/>
          </p:cNvSpPr>
          <p:nvPr>
            <p:ph type="sldNum" sz="quarter" idx="2"/>
          </p:nvPr>
        </p:nvSpPr>
        <p:spPr>
          <a:xfrm>
            <a:off x="11805084" y="6583680"/>
            <a:ext cx="127001" cy="127001"/>
          </a:xfrm>
          <a:prstGeom prst="rect">
            <a:avLst/>
          </a:prstGeom>
        </p:spPr>
        <p:txBody>
          <a:bodyPr/>
          <a:lstStyle>
            <a:lvl1pPr>
              <a:defRPr>
                <a:solidFill>
                  <a:srgbClr val="BEBEBE"/>
                </a:solidFill>
              </a:defRPr>
            </a:lvl1pPr>
          </a:lstStyle>
          <a:p>
            <a:fld id="{86CB4B4D-7CA3-9044-876B-883B54F8677D}" type="slidenum">
              <a:t>‹#›</a:t>
            </a:fld>
            <a:endParaRPr/>
          </a:p>
        </p:txBody>
      </p:sp>
    </p:spTree>
  </p:cSld>
  <p:clrMapOvr>
    <a:masterClrMapping/>
  </p:clrMapOvr>
  <p:transition spd="med"/>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type="tx">
  <p:cSld name="Four Columns - Image and Content Dark">
    <p:bg>
      <p:bgPr>
        <a:solidFill>
          <a:srgbClr val="000000"/>
        </a:solidFill>
        <a:effectLst/>
      </p:bgPr>
    </p:bg>
    <p:spTree>
      <p:nvGrpSpPr>
        <p:cNvPr id="1" name=""/>
        <p:cNvGrpSpPr/>
        <p:nvPr/>
      </p:nvGrpSpPr>
      <p:grpSpPr>
        <a:xfrm>
          <a:off x="0" y="0"/>
          <a:ext cx="0" cy="0"/>
          <a:chOff x="0" y="0"/>
          <a:chExt cx="0" cy="0"/>
        </a:xfrm>
      </p:grpSpPr>
      <p:sp>
        <p:nvSpPr>
          <p:cNvPr id="1249"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1250"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1251"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1252"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253"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1254"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1255"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1256"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1257"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1258"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1259"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1260"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1261"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1262"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1263"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1264"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265"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1266"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1267"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1268"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1269"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1270"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1271"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1272"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1273"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1274"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1275"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1276"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1277" name="Title Text"/>
          <p:cNvSpPr txBox="1">
            <a:spLocks noGrp="1"/>
          </p:cNvSpPr>
          <p:nvPr>
            <p:ph type="title"/>
          </p:nvPr>
        </p:nvSpPr>
        <p:spPr>
          <a:xfrm>
            <a:off x="609600" y="264084"/>
            <a:ext cx="10972800" cy="946391"/>
          </a:xfrm>
          <a:prstGeom prst="rect">
            <a:avLst/>
          </a:prstGeom>
        </p:spPr>
        <p:txBody>
          <a:bodyPr/>
          <a:lstStyle>
            <a:lvl1pPr>
              <a:defRPr sz="3200" b="1">
                <a:solidFill>
                  <a:srgbClr val="FFFFFF"/>
                </a:solidFill>
              </a:defRPr>
            </a:lvl1pPr>
          </a:lstStyle>
          <a:p>
            <a:r>
              <a:t>Title Text</a:t>
            </a:r>
          </a:p>
        </p:txBody>
      </p:sp>
      <p:sp>
        <p:nvSpPr>
          <p:cNvPr id="1278" name="Body Level One…"/>
          <p:cNvSpPr txBox="1">
            <a:spLocks noGrp="1"/>
          </p:cNvSpPr>
          <p:nvPr>
            <p:ph type="body" sz="quarter" idx="1"/>
          </p:nvPr>
        </p:nvSpPr>
        <p:spPr>
          <a:xfrm>
            <a:off x="612648" y="4023359"/>
            <a:ext cx="2194561" cy="2286001"/>
          </a:xfrm>
          <a:prstGeom prst="rect">
            <a:avLst/>
          </a:prstGeom>
        </p:spPr>
        <p:txBody>
          <a:bodyPr>
            <a:normAutofit/>
          </a:bodyPr>
          <a:lstStyle>
            <a:lvl1pPr>
              <a:spcBef>
                <a:spcPts val="900"/>
              </a:spcBef>
              <a:defRPr sz="1400">
                <a:solidFill>
                  <a:srgbClr val="FFFFFF"/>
                </a:solidFill>
              </a:defRPr>
            </a:lvl1pPr>
            <a:lvl2pPr>
              <a:spcBef>
                <a:spcPts val="900"/>
              </a:spcBef>
              <a:defRPr sz="1400">
                <a:solidFill>
                  <a:srgbClr val="FFFFFF"/>
                </a:solidFill>
              </a:defRPr>
            </a:lvl2pPr>
            <a:lvl3pPr>
              <a:spcBef>
                <a:spcPts val="900"/>
              </a:spcBef>
              <a:defRPr sz="1400">
                <a:solidFill>
                  <a:srgbClr val="FFFFFF"/>
                </a:solidFill>
              </a:defRPr>
            </a:lvl3pPr>
            <a:lvl4pPr>
              <a:spcBef>
                <a:spcPts val="900"/>
              </a:spcBef>
              <a:defRPr sz="1400">
                <a:solidFill>
                  <a:srgbClr val="FFFFFF"/>
                </a:solidFill>
              </a:defRPr>
            </a:lvl4pPr>
            <a:lvl5pPr>
              <a:spcBef>
                <a:spcPts val="900"/>
              </a:spcBef>
              <a:defRPr sz="1400">
                <a:solidFill>
                  <a:srgbClr val="FFFFFF"/>
                </a:solidFill>
              </a:defRPr>
            </a:lvl5pPr>
          </a:lstStyle>
          <a:p>
            <a:r>
              <a:t>Body Level One</a:t>
            </a:r>
          </a:p>
          <a:p>
            <a:pPr lvl="1"/>
            <a:r>
              <a:t>Body Level Two</a:t>
            </a:r>
          </a:p>
          <a:p>
            <a:pPr lvl="2"/>
            <a:r>
              <a:t>Body Level Three</a:t>
            </a:r>
          </a:p>
          <a:p>
            <a:pPr lvl="3"/>
            <a:r>
              <a:t>Body Level Four</a:t>
            </a:r>
          </a:p>
          <a:p>
            <a:pPr lvl="4"/>
            <a:r>
              <a:t>Body Level Five</a:t>
            </a:r>
          </a:p>
        </p:txBody>
      </p:sp>
      <p:sp>
        <p:nvSpPr>
          <p:cNvPr id="1279" name="Picture Placeholder 1"/>
          <p:cNvSpPr>
            <a:spLocks noGrp="1"/>
          </p:cNvSpPr>
          <p:nvPr>
            <p:ph type="pic" sz="quarter" idx="21"/>
          </p:nvPr>
        </p:nvSpPr>
        <p:spPr>
          <a:xfrm>
            <a:off x="609600" y="1335024"/>
            <a:ext cx="2240280" cy="2505457"/>
          </a:xfrm>
          <a:prstGeom prst="rect">
            <a:avLst/>
          </a:prstGeom>
        </p:spPr>
        <p:txBody>
          <a:bodyPr lIns="91439" tIns="45719" rIns="91439" bIns="45719"/>
          <a:lstStyle/>
          <a:p>
            <a:endParaRPr/>
          </a:p>
        </p:txBody>
      </p:sp>
      <p:sp>
        <p:nvSpPr>
          <p:cNvPr id="1280" name="Picture Placeholder 2"/>
          <p:cNvSpPr>
            <a:spLocks noGrp="1"/>
          </p:cNvSpPr>
          <p:nvPr>
            <p:ph type="pic" sz="quarter" idx="22"/>
          </p:nvPr>
        </p:nvSpPr>
        <p:spPr>
          <a:xfrm>
            <a:off x="3520440" y="1335024"/>
            <a:ext cx="2240281" cy="2505457"/>
          </a:xfrm>
          <a:prstGeom prst="rect">
            <a:avLst/>
          </a:prstGeom>
        </p:spPr>
        <p:txBody>
          <a:bodyPr lIns="91439" tIns="45719" rIns="91439" bIns="45719"/>
          <a:lstStyle/>
          <a:p>
            <a:endParaRPr/>
          </a:p>
        </p:txBody>
      </p:sp>
      <p:sp>
        <p:nvSpPr>
          <p:cNvPr id="1281" name="Picture Placeholder 3"/>
          <p:cNvSpPr>
            <a:spLocks noGrp="1"/>
          </p:cNvSpPr>
          <p:nvPr>
            <p:ph type="pic" sz="quarter" idx="23"/>
          </p:nvPr>
        </p:nvSpPr>
        <p:spPr>
          <a:xfrm>
            <a:off x="6431279" y="1335024"/>
            <a:ext cx="2240281" cy="2505457"/>
          </a:xfrm>
          <a:prstGeom prst="rect">
            <a:avLst/>
          </a:prstGeom>
        </p:spPr>
        <p:txBody>
          <a:bodyPr lIns="91439" tIns="45719" rIns="91439" bIns="45719"/>
          <a:lstStyle/>
          <a:p>
            <a:endParaRPr/>
          </a:p>
        </p:txBody>
      </p:sp>
      <p:sp>
        <p:nvSpPr>
          <p:cNvPr id="1282" name="Picture Placeholder 4"/>
          <p:cNvSpPr>
            <a:spLocks noGrp="1"/>
          </p:cNvSpPr>
          <p:nvPr>
            <p:ph type="pic" sz="quarter" idx="24"/>
          </p:nvPr>
        </p:nvSpPr>
        <p:spPr>
          <a:xfrm>
            <a:off x="9342119" y="1335024"/>
            <a:ext cx="2240281" cy="2505457"/>
          </a:xfrm>
          <a:prstGeom prst="rect">
            <a:avLst/>
          </a:prstGeom>
        </p:spPr>
        <p:txBody>
          <a:bodyPr lIns="91439" tIns="45719" rIns="91439" bIns="45719"/>
          <a:lstStyle/>
          <a:p>
            <a:endParaRPr/>
          </a:p>
        </p:txBody>
      </p:sp>
      <p:sp>
        <p:nvSpPr>
          <p:cNvPr id="1283"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BEBEBE"/>
                </a:solidFill>
              </a:defRPr>
            </a:lvl1pPr>
          </a:lstStyle>
          <a:p>
            <a:r>
              <a:t>© 2024 Adobe. All Rights Reserved. Adobe Confidential.</a:t>
            </a:r>
          </a:p>
        </p:txBody>
      </p:sp>
      <p:sp>
        <p:nvSpPr>
          <p:cNvPr id="1284" name="Slide Number"/>
          <p:cNvSpPr txBox="1">
            <a:spLocks noGrp="1"/>
          </p:cNvSpPr>
          <p:nvPr>
            <p:ph type="sldNum" sz="quarter" idx="2"/>
          </p:nvPr>
        </p:nvSpPr>
        <p:spPr>
          <a:xfrm>
            <a:off x="11805084" y="6583680"/>
            <a:ext cx="127001" cy="127001"/>
          </a:xfrm>
          <a:prstGeom prst="rect">
            <a:avLst/>
          </a:prstGeom>
        </p:spPr>
        <p:txBody>
          <a:bodyPr/>
          <a:lstStyle>
            <a:lvl1pPr>
              <a:defRPr>
                <a:solidFill>
                  <a:srgbClr val="FFFFFF"/>
                </a:solidFill>
              </a:defRPr>
            </a:lvl1pPr>
          </a:lstStyle>
          <a:p>
            <a:fld id="{86CB4B4D-7CA3-9044-876B-883B54F8677D}" type="slidenum">
              <a:t>‹#›</a:t>
            </a:fld>
            <a:endParaRPr/>
          </a:p>
        </p:txBody>
      </p:sp>
    </p:spTree>
  </p:cSld>
  <p:clrMapOvr>
    <a:masterClrMapping/>
  </p:clrMapOvr>
  <p:transition spd="med"/>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type="tx">
  <p:cSld name="Five Columns - Image and Content Dark">
    <p:bg>
      <p:bgPr>
        <a:solidFill>
          <a:srgbClr val="000000"/>
        </a:solidFill>
        <a:effectLst/>
      </p:bgPr>
    </p:bg>
    <p:spTree>
      <p:nvGrpSpPr>
        <p:cNvPr id="1" name=""/>
        <p:cNvGrpSpPr/>
        <p:nvPr/>
      </p:nvGrpSpPr>
      <p:grpSpPr>
        <a:xfrm>
          <a:off x="0" y="0"/>
          <a:ext cx="0" cy="0"/>
          <a:chOff x="0" y="0"/>
          <a:chExt cx="0" cy="0"/>
        </a:xfrm>
      </p:grpSpPr>
      <p:sp>
        <p:nvSpPr>
          <p:cNvPr id="1291"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1292"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1293"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1294"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295"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1296"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1297"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1298"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1299"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1300"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1301"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1302"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1303"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1304"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1305"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1306"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307"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1308"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1309"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1310"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1311"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1312"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1313"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1314"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1315"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1316"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1317"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1318"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1319" name="Title Text"/>
          <p:cNvSpPr txBox="1">
            <a:spLocks noGrp="1"/>
          </p:cNvSpPr>
          <p:nvPr>
            <p:ph type="title"/>
          </p:nvPr>
        </p:nvSpPr>
        <p:spPr>
          <a:xfrm>
            <a:off x="609600" y="264084"/>
            <a:ext cx="10972800" cy="946391"/>
          </a:xfrm>
          <a:prstGeom prst="rect">
            <a:avLst/>
          </a:prstGeom>
        </p:spPr>
        <p:txBody>
          <a:bodyPr/>
          <a:lstStyle>
            <a:lvl1pPr>
              <a:defRPr sz="3200" b="1">
                <a:solidFill>
                  <a:srgbClr val="FFFFFF"/>
                </a:solidFill>
              </a:defRPr>
            </a:lvl1pPr>
          </a:lstStyle>
          <a:p>
            <a:r>
              <a:t>Title Text</a:t>
            </a:r>
          </a:p>
        </p:txBody>
      </p:sp>
      <p:sp>
        <p:nvSpPr>
          <p:cNvPr id="1320" name="Body Level One…"/>
          <p:cNvSpPr txBox="1">
            <a:spLocks noGrp="1"/>
          </p:cNvSpPr>
          <p:nvPr>
            <p:ph type="body" sz="quarter" idx="1"/>
          </p:nvPr>
        </p:nvSpPr>
        <p:spPr>
          <a:xfrm>
            <a:off x="612648" y="4023359"/>
            <a:ext cx="1645921" cy="2286001"/>
          </a:xfrm>
          <a:prstGeom prst="rect">
            <a:avLst/>
          </a:prstGeom>
        </p:spPr>
        <p:txBody>
          <a:bodyPr>
            <a:normAutofit/>
          </a:bodyPr>
          <a:lstStyle>
            <a:lvl1pPr>
              <a:spcBef>
                <a:spcPts val="900"/>
              </a:spcBef>
              <a:defRPr sz="1200">
                <a:solidFill>
                  <a:srgbClr val="FFFFFF"/>
                </a:solidFill>
              </a:defRPr>
            </a:lvl1pPr>
            <a:lvl2pPr>
              <a:spcBef>
                <a:spcPts val="900"/>
              </a:spcBef>
              <a:defRPr sz="1200">
                <a:solidFill>
                  <a:srgbClr val="FFFFFF"/>
                </a:solidFill>
              </a:defRPr>
            </a:lvl2pPr>
            <a:lvl3pPr>
              <a:spcBef>
                <a:spcPts val="900"/>
              </a:spcBef>
              <a:defRPr sz="1200">
                <a:solidFill>
                  <a:srgbClr val="FFFFFF"/>
                </a:solidFill>
              </a:defRPr>
            </a:lvl3pPr>
            <a:lvl4pPr>
              <a:spcBef>
                <a:spcPts val="900"/>
              </a:spcBef>
              <a:defRPr sz="1200">
                <a:solidFill>
                  <a:srgbClr val="FFFFFF"/>
                </a:solidFill>
              </a:defRPr>
            </a:lvl4pPr>
            <a:lvl5pPr>
              <a:spcBef>
                <a:spcPts val="900"/>
              </a:spcBef>
              <a:defRPr sz="1200">
                <a:solidFill>
                  <a:srgbClr val="FFFFFF"/>
                </a:solidFill>
              </a:defRPr>
            </a:lvl5pPr>
          </a:lstStyle>
          <a:p>
            <a:r>
              <a:t>Body Level One</a:t>
            </a:r>
          </a:p>
          <a:p>
            <a:pPr lvl="1"/>
            <a:r>
              <a:t>Body Level Two</a:t>
            </a:r>
          </a:p>
          <a:p>
            <a:pPr lvl="2"/>
            <a:r>
              <a:t>Body Level Three</a:t>
            </a:r>
          </a:p>
          <a:p>
            <a:pPr lvl="3"/>
            <a:r>
              <a:t>Body Level Four</a:t>
            </a:r>
          </a:p>
          <a:p>
            <a:pPr lvl="4"/>
            <a:r>
              <a:t>Body Level Five</a:t>
            </a:r>
          </a:p>
        </p:txBody>
      </p:sp>
      <p:sp>
        <p:nvSpPr>
          <p:cNvPr id="1321" name="Picture Placeholder 1"/>
          <p:cNvSpPr>
            <a:spLocks noGrp="1"/>
          </p:cNvSpPr>
          <p:nvPr>
            <p:ph type="pic" sz="quarter" idx="21"/>
          </p:nvPr>
        </p:nvSpPr>
        <p:spPr>
          <a:xfrm>
            <a:off x="609600" y="1335024"/>
            <a:ext cx="1828800" cy="2505457"/>
          </a:xfrm>
          <a:prstGeom prst="rect">
            <a:avLst/>
          </a:prstGeom>
        </p:spPr>
        <p:txBody>
          <a:bodyPr lIns="91439" tIns="45719" rIns="91439" bIns="45719"/>
          <a:lstStyle/>
          <a:p>
            <a:endParaRPr/>
          </a:p>
        </p:txBody>
      </p:sp>
      <p:sp>
        <p:nvSpPr>
          <p:cNvPr id="1322" name="Picture Placeholder 2"/>
          <p:cNvSpPr>
            <a:spLocks noGrp="1"/>
          </p:cNvSpPr>
          <p:nvPr>
            <p:ph type="pic" sz="quarter" idx="22"/>
          </p:nvPr>
        </p:nvSpPr>
        <p:spPr>
          <a:xfrm>
            <a:off x="2895600" y="1335024"/>
            <a:ext cx="1828800" cy="2505457"/>
          </a:xfrm>
          <a:prstGeom prst="rect">
            <a:avLst/>
          </a:prstGeom>
        </p:spPr>
        <p:txBody>
          <a:bodyPr lIns="91439" tIns="45719" rIns="91439" bIns="45719"/>
          <a:lstStyle/>
          <a:p>
            <a:endParaRPr/>
          </a:p>
        </p:txBody>
      </p:sp>
      <p:sp>
        <p:nvSpPr>
          <p:cNvPr id="1323" name="Picture Placeholder 3"/>
          <p:cNvSpPr>
            <a:spLocks noGrp="1"/>
          </p:cNvSpPr>
          <p:nvPr>
            <p:ph type="pic" sz="quarter" idx="23"/>
          </p:nvPr>
        </p:nvSpPr>
        <p:spPr>
          <a:xfrm>
            <a:off x="5181600" y="1335024"/>
            <a:ext cx="1828800" cy="2505457"/>
          </a:xfrm>
          <a:prstGeom prst="rect">
            <a:avLst/>
          </a:prstGeom>
        </p:spPr>
        <p:txBody>
          <a:bodyPr lIns="91439" tIns="45719" rIns="91439" bIns="45719"/>
          <a:lstStyle/>
          <a:p>
            <a:endParaRPr/>
          </a:p>
        </p:txBody>
      </p:sp>
      <p:sp>
        <p:nvSpPr>
          <p:cNvPr id="1324" name="Picture Placeholder 4"/>
          <p:cNvSpPr>
            <a:spLocks noGrp="1"/>
          </p:cNvSpPr>
          <p:nvPr>
            <p:ph type="pic" sz="quarter" idx="24"/>
          </p:nvPr>
        </p:nvSpPr>
        <p:spPr>
          <a:xfrm>
            <a:off x="7467600" y="1335024"/>
            <a:ext cx="1828800" cy="2505457"/>
          </a:xfrm>
          <a:prstGeom prst="rect">
            <a:avLst/>
          </a:prstGeom>
        </p:spPr>
        <p:txBody>
          <a:bodyPr lIns="91439" tIns="45719" rIns="91439" bIns="45719"/>
          <a:lstStyle/>
          <a:p>
            <a:endParaRPr/>
          </a:p>
        </p:txBody>
      </p:sp>
      <p:sp>
        <p:nvSpPr>
          <p:cNvPr id="1325" name="Picture Placeholder 5"/>
          <p:cNvSpPr>
            <a:spLocks noGrp="1"/>
          </p:cNvSpPr>
          <p:nvPr>
            <p:ph type="pic" sz="quarter" idx="25"/>
          </p:nvPr>
        </p:nvSpPr>
        <p:spPr>
          <a:xfrm>
            <a:off x="9753600" y="1335024"/>
            <a:ext cx="1828800" cy="2505457"/>
          </a:xfrm>
          <a:prstGeom prst="rect">
            <a:avLst/>
          </a:prstGeom>
        </p:spPr>
        <p:txBody>
          <a:bodyPr lIns="91439" tIns="45719" rIns="91439" bIns="45719"/>
          <a:lstStyle/>
          <a:p>
            <a:endParaRPr/>
          </a:p>
        </p:txBody>
      </p:sp>
      <p:sp>
        <p:nvSpPr>
          <p:cNvPr id="1326"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BEBEBE"/>
                </a:solidFill>
              </a:defRPr>
            </a:lvl1pPr>
          </a:lstStyle>
          <a:p>
            <a:r>
              <a:t>© 2024 Adobe. All Rights Reserved. Adobe Confidential.</a:t>
            </a:r>
          </a:p>
        </p:txBody>
      </p:sp>
      <p:sp>
        <p:nvSpPr>
          <p:cNvPr id="1327" name="Slide Number"/>
          <p:cNvSpPr txBox="1">
            <a:spLocks noGrp="1"/>
          </p:cNvSpPr>
          <p:nvPr>
            <p:ph type="sldNum" sz="quarter" idx="2"/>
          </p:nvPr>
        </p:nvSpPr>
        <p:spPr>
          <a:xfrm>
            <a:off x="11805084" y="6583680"/>
            <a:ext cx="127001" cy="127001"/>
          </a:xfrm>
          <a:prstGeom prst="rect">
            <a:avLst/>
          </a:prstGeom>
        </p:spPr>
        <p:txBody>
          <a:bodyPr/>
          <a:lstStyle>
            <a:lvl1pPr>
              <a:defRPr>
                <a:solidFill>
                  <a:srgbClr val="FFFFFF"/>
                </a:solidFill>
              </a:defRPr>
            </a:lvl1pPr>
          </a:lstStyle>
          <a:p>
            <a:fld id="{86CB4B4D-7CA3-9044-876B-883B54F8677D}" type="slidenum">
              <a:t>‹#›</a:t>
            </a:fld>
            <a:endParaRPr/>
          </a:p>
        </p:txBody>
      </p:sp>
    </p:spTree>
  </p:cSld>
  <p:clrMapOvr>
    <a:masterClrMapping/>
  </p:clrMapOvr>
  <p:transition spd="med"/>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type="tx">
  <p:cSld name="Two Columns - Photo and Title Dark">
    <p:bg>
      <p:bgPr>
        <a:solidFill>
          <a:srgbClr val="000000"/>
        </a:solidFill>
        <a:effectLst/>
      </p:bgPr>
    </p:bg>
    <p:spTree>
      <p:nvGrpSpPr>
        <p:cNvPr id="1" name=""/>
        <p:cNvGrpSpPr/>
        <p:nvPr/>
      </p:nvGrpSpPr>
      <p:grpSpPr>
        <a:xfrm>
          <a:off x="0" y="0"/>
          <a:ext cx="0" cy="0"/>
          <a:chOff x="0" y="0"/>
          <a:chExt cx="0" cy="0"/>
        </a:xfrm>
      </p:grpSpPr>
      <p:sp>
        <p:nvSpPr>
          <p:cNvPr id="1334"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1335"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1336"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1337"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338"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1339"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1340"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1341"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1342"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1343"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1344"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1345"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1346"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1347"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1348"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1349"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350"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1351"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1352"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1353"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1354"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1355"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1356"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1357"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1358"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1359"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1360"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1361"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1362" name="Title Text"/>
          <p:cNvSpPr txBox="1">
            <a:spLocks noGrp="1"/>
          </p:cNvSpPr>
          <p:nvPr>
            <p:ph type="title"/>
          </p:nvPr>
        </p:nvSpPr>
        <p:spPr>
          <a:xfrm>
            <a:off x="609600" y="264084"/>
            <a:ext cx="10972800" cy="946391"/>
          </a:xfrm>
          <a:prstGeom prst="rect">
            <a:avLst/>
          </a:prstGeom>
        </p:spPr>
        <p:txBody>
          <a:bodyPr/>
          <a:lstStyle>
            <a:lvl1pPr>
              <a:defRPr sz="3200" b="1">
                <a:solidFill>
                  <a:srgbClr val="FFFFFF"/>
                </a:solidFill>
              </a:defRPr>
            </a:lvl1pPr>
          </a:lstStyle>
          <a:p>
            <a:r>
              <a:t>Title Text</a:t>
            </a:r>
          </a:p>
        </p:txBody>
      </p:sp>
      <p:sp>
        <p:nvSpPr>
          <p:cNvPr id="1363" name="Body Level One…"/>
          <p:cNvSpPr txBox="1">
            <a:spLocks noGrp="1"/>
          </p:cNvSpPr>
          <p:nvPr>
            <p:ph type="body" sz="quarter" idx="1"/>
          </p:nvPr>
        </p:nvSpPr>
        <p:spPr>
          <a:xfrm>
            <a:off x="609600" y="1566126"/>
            <a:ext cx="4846321" cy="342467"/>
          </a:xfrm>
          <a:prstGeom prst="rect">
            <a:avLst/>
          </a:prstGeom>
        </p:spPr>
        <p:txBody>
          <a:bodyPr anchor="ctr">
            <a:normAutofit/>
          </a:bodyPr>
          <a:lstStyle>
            <a:lvl1pPr>
              <a:buFontTx/>
              <a:defRPr sz="1600" b="1">
                <a:solidFill>
                  <a:srgbClr val="FFFFFF"/>
                </a:solidFill>
              </a:defRPr>
            </a:lvl1pPr>
            <a:lvl2pPr marL="405039" indent="-179614">
              <a:buSzPct val="70000"/>
              <a:buFontTx/>
              <a:buChar char="▪"/>
              <a:defRPr sz="1600" b="1">
                <a:solidFill>
                  <a:srgbClr val="FFFFFF"/>
                </a:solidFill>
              </a:defRPr>
            </a:lvl2pPr>
            <a:lvl3pPr marL="628650" indent="-190500">
              <a:buSzPct val="70000"/>
              <a:buFontTx/>
              <a:buChar char="▪"/>
              <a:defRPr sz="1600" b="1">
                <a:solidFill>
                  <a:srgbClr val="FFFFFF"/>
                </a:solidFill>
              </a:defRPr>
            </a:lvl3pPr>
            <a:lvl4pPr marL="711200" indent="-165100">
              <a:buSzPct val="70000"/>
              <a:buFontTx/>
              <a:buChar char="▪"/>
              <a:defRPr sz="1600" b="1">
                <a:solidFill>
                  <a:srgbClr val="FFFFFF"/>
                </a:solidFill>
              </a:defRPr>
            </a:lvl4pPr>
            <a:lvl5pPr marL="905308" indent="-189345">
              <a:buSzPct val="70000"/>
              <a:buFontTx/>
              <a:buChar char="▪"/>
              <a:defRPr sz="1600" b="1">
                <a:solidFill>
                  <a:srgbClr val="FFFFFF"/>
                </a:solidFill>
              </a:defRPr>
            </a:lvl5pPr>
          </a:lstStyle>
          <a:p>
            <a:r>
              <a:t>Body Level One</a:t>
            </a:r>
          </a:p>
          <a:p>
            <a:pPr lvl="1"/>
            <a:r>
              <a:t>Body Level Two</a:t>
            </a:r>
          </a:p>
          <a:p>
            <a:pPr lvl="2"/>
            <a:r>
              <a:t>Body Level Three</a:t>
            </a:r>
          </a:p>
          <a:p>
            <a:pPr lvl="3"/>
            <a:r>
              <a:t>Body Level Four</a:t>
            </a:r>
          </a:p>
          <a:p>
            <a:pPr lvl="4"/>
            <a:r>
              <a:t>Body Level Five</a:t>
            </a:r>
          </a:p>
        </p:txBody>
      </p:sp>
      <p:sp>
        <p:nvSpPr>
          <p:cNvPr id="1364" name="Picture Placeholder 7"/>
          <p:cNvSpPr>
            <a:spLocks noGrp="1"/>
          </p:cNvSpPr>
          <p:nvPr>
            <p:ph type="pic" sz="half" idx="21"/>
          </p:nvPr>
        </p:nvSpPr>
        <p:spPr>
          <a:xfrm>
            <a:off x="609600" y="2103120"/>
            <a:ext cx="4937760" cy="4023360"/>
          </a:xfrm>
          <a:prstGeom prst="rect">
            <a:avLst/>
          </a:prstGeom>
        </p:spPr>
        <p:txBody>
          <a:bodyPr lIns="91439" tIns="45719" rIns="91439" bIns="45719"/>
          <a:lstStyle/>
          <a:p>
            <a:endParaRPr/>
          </a:p>
        </p:txBody>
      </p:sp>
      <p:sp>
        <p:nvSpPr>
          <p:cNvPr id="1365" name="Text Placeholder 3"/>
          <p:cNvSpPr>
            <a:spLocks noGrp="1"/>
          </p:cNvSpPr>
          <p:nvPr>
            <p:ph type="body" sz="quarter" idx="22"/>
          </p:nvPr>
        </p:nvSpPr>
        <p:spPr>
          <a:xfrm>
            <a:off x="6644640" y="1566126"/>
            <a:ext cx="4846321" cy="342467"/>
          </a:xfrm>
          <a:prstGeom prst="rect">
            <a:avLst/>
          </a:prstGeom>
        </p:spPr>
        <p:txBody>
          <a:bodyPr anchor="ctr">
            <a:normAutofit/>
          </a:bodyPr>
          <a:lstStyle/>
          <a:p>
            <a:pPr>
              <a:buFontTx/>
              <a:defRPr sz="1600" b="1">
                <a:solidFill>
                  <a:srgbClr val="FFFFFF"/>
                </a:solidFill>
              </a:defRPr>
            </a:pPr>
            <a:endParaRPr/>
          </a:p>
        </p:txBody>
      </p:sp>
      <p:sp>
        <p:nvSpPr>
          <p:cNvPr id="1366" name="Picture Placeholder 9"/>
          <p:cNvSpPr>
            <a:spLocks noGrp="1"/>
          </p:cNvSpPr>
          <p:nvPr>
            <p:ph type="pic" sz="half" idx="23"/>
          </p:nvPr>
        </p:nvSpPr>
        <p:spPr>
          <a:xfrm>
            <a:off x="6644640" y="2103120"/>
            <a:ext cx="4937760" cy="4023360"/>
          </a:xfrm>
          <a:prstGeom prst="rect">
            <a:avLst/>
          </a:prstGeom>
        </p:spPr>
        <p:txBody>
          <a:bodyPr lIns="91439" tIns="45719" rIns="91439" bIns="45719"/>
          <a:lstStyle/>
          <a:p>
            <a:endParaRPr/>
          </a:p>
        </p:txBody>
      </p:sp>
      <p:sp>
        <p:nvSpPr>
          <p:cNvPr id="1367"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BEBEBE"/>
                </a:solidFill>
              </a:defRPr>
            </a:lvl1pPr>
          </a:lstStyle>
          <a:p>
            <a:r>
              <a:t>© 2024 Adobe. All Rights Reserved. Adobe Confidential.</a:t>
            </a:r>
          </a:p>
        </p:txBody>
      </p:sp>
      <p:sp>
        <p:nvSpPr>
          <p:cNvPr id="1368" name="Slide Number"/>
          <p:cNvSpPr txBox="1">
            <a:spLocks noGrp="1"/>
          </p:cNvSpPr>
          <p:nvPr>
            <p:ph type="sldNum" sz="quarter" idx="2"/>
          </p:nvPr>
        </p:nvSpPr>
        <p:spPr>
          <a:xfrm>
            <a:off x="11805084" y="6583680"/>
            <a:ext cx="127001" cy="127001"/>
          </a:xfrm>
          <a:prstGeom prst="rect">
            <a:avLst/>
          </a:prstGeom>
        </p:spPr>
        <p:txBody>
          <a:bodyPr/>
          <a:lstStyle>
            <a:lvl1pPr>
              <a:defRPr>
                <a:solidFill>
                  <a:srgbClr val="BEBEBE"/>
                </a:solidFill>
              </a:defRPr>
            </a:lvl1pPr>
          </a:lstStyle>
          <a:p>
            <a:fld id="{86CB4B4D-7CA3-9044-876B-883B54F8677D}" type="slidenum">
              <a:t>‹#›</a:t>
            </a:fld>
            <a:endParaRPr/>
          </a:p>
        </p:txBody>
      </p:sp>
    </p:spTree>
  </p:cSld>
  <p:clrMapOvr>
    <a:masterClrMapping/>
  </p:clrMapOvr>
  <p:transition spd="med"/>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type="tx">
  <p:cSld name="Three Columns - Photo and Title Dark">
    <p:bg>
      <p:bgPr>
        <a:solidFill>
          <a:srgbClr val="000000"/>
        </a:solidFill>
        <a:effectLst/>
      </p:bgPr>
    </p:bg>
    <p:spTree>
      <p:nvGrpSpPr>
        <p:cNvPr id="1" name=""/>
        <p:cNvGrpSpPr/>
        <p:nvPr/>
      </p:nvGrpSpPr>
      <p:grpSpPr>
        <a:xfrm>
          <a:off x="0" y="0"/>
          <a:ext cx="0" cy="0"/>
          <a:chOff x="0" y="0"/>
          <a:chExt cx="0" cy="0"/>
        </a:xfrm>
      </p:grpSpPr>
      <p:sp>
        <p:nvSpPr>
          <p:cNvPr id="1375"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1376"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1377"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1378"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379"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1380"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1381"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1382"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1383"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1384"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1385"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1386"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1387"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1388"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1389"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1390"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391"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1392"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1393"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1394"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1395"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1396"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1397"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1398"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1399"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1400"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1401"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1402"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1403" name="Title Text"/>
          <p:cNvSpPr txBox="1">
            <a:spLocks noGrp="1"/>
          </p:cNvSpPr>
          <p:nvPr>
            <p:ph type="title"/>
          </p:nvPr>
        </p:nvSpPr>
        <p:spPr>
          <a:xfrm>
            <a:off x="609600" y="264084"/>
            <a:ext cx="10972800" cy="946391"/>
          </a:xfrm>
          <a:prstGeom prst="rect">
            <a:avLst/>
          </a:prstGeom>
        </p:spPr>
        <p:txBody>
          <a:bodyPr/>
          <a:lstStyle>
            <a:lvl1pPr>
              <a:defRPr sz="3200" b="1">
                <a:solidFill>
                  <a:srgbClr val="FFFFFF"/>
                </a:solidFill>
              </a:defRPr>
            </a:lvl1pPr>
          </a:lstStyle>
          <a:p>
            <a:r>
              <a:t>Title Text</a:t>
            </a:r>
          </a:p>
        </p:txBody>
      </p:sp>
      <p:sp>
        <p:nvSpPr>
          <p:cNvPr id="1404" name="Body Level One…"/>
          <p:cNvSpPr txBox="1">
            <a:spLocks noGrp="1"/>
          </p:cNvSpPr>
          <p:nvPr>
            <p:ph type="body" sz="quarter" idx="1"/>
          </p:nvPr>
        </p:nvSpPr>
        <p:spPr>
          <a:xfrm>
            <a:off x="609600" y="1566126"/>
            <a:ext cx="3200400" cy="342467"/>
          </a:xfrm>
          <a:prstGeom prst="rect">
            <a:avLst/>
          </a:prstGeom>
        </p:spPr>
        <p:txBody>
          <a:bodyPr anchor="ctr">
            <a:normAutofit/>
          </a:bodyPr>
          <a:lstStyle>
            <a:lvl1pPr>
              <a:buFontTx/>
              <a:defRPr sz="1600" b="1">
                <a:solidFill>
                  <a:srgbClr val="FFFFFF"/>
                </a:solidFill>
              </a:defRPr>
            </a:lvl1pPr>
            <a:lvl2pPr marL="405039" indent="-179614">
              <a:buSzPct val="70000"/>
              <a:buFontTx/>
              <a:buChar char="▪"/>
              <a:defRPr sz="1600" b="1">
                <a:solidFill>
                  <a:srgbClr val="FFFFFF"/>
                </a:solidFill>
              </a:defRPr>
            </a:lvl2pPr>
            <a:lvl3pPr marL="628650" indent="-190500">
              <a:buSzPct val="70000"/>
              <a:buFontTx/>
              <a:buChar char="▪"/>
              <a:defRPr sz="1600" b="1">
                <a:solidFill>
                  <a:srgbClr val="FFFFFF"/>
                </a:solidFill>
              </a:defRPr>
            </a:lvl3pPr>
            <a:lvl4pPr marL="711200" indent="-165100">
              <a:buSzPct val="70000"/>
              <a:buFontTx/>
              <a:buChar char="▪"/>
              <a:defRPr sz="1600" b="1">
                <a:solidFill>
                  <a:srgbClr val="FFFFFF"/>
                </a:solidFill>
              </a:defRPr>
            </a:lvl4pPr>
            <a:lvl5pPr marL="905308" indent="-189345">
              <a:buSzPct val="70000"/>
              <a:buFontTx/>
              <a:buChar char="▪"/>
              <a:defRPr sz="1600" b="1">
                <a:solidFill>
                  <a:srgbClr val="FFFFFF"/>
                </a:solidFill>
              </a:defRPr>
            </a:lvl5pPr>
          </a:lstStyle>
          <a:p>
            <a:r>
              <a:t>Body Level One</a:t>
            </a:r>
          </a:p>
          <a:p>
            <a:pPr lvl="1"/>
            <a:r>
              <a:t>Body Level Two</a:t>
            </a:r>
          </a:p>
          <a:p>
            <a:pPr lvl="2"/>
            <a:r>
              <a:t>Body Level Three</a:t>
            </a:r>
          </a:p>
          <a:p>
            <a:pPr lvl="3"/>
            <a:r>
              <a:t>Body Level Four</a:t>
            </a:r>
          </a:p>
          <a:p>
            <a:pPr lvl="4"/>
            <a:r>
              <a:t>Body Level Five</a:t>
            </a:r>
          </a:p>
        </p:txBody>
      </p:sp>
      <p:sp>
        <p:nvSpPr>
          <p:cNvPr id="1405" name="Picture Placeholder 7"/>
          <p:cNvSpPr>
            <a:spLocks noGrp="1"/>
          </p:cNvSpPr>
          <p:nvPr>
            <p:ph type="pic" sz="quarter" idx="21"/>
          </p:nvPr>
        </p:nvSpPr>
        <p:spPr>
          <a:xfrm>
            <a:off x="609600" y="2103120"/>
            <a:ext cx="3255265" cy="4023360"/>
          </a:xfrm>
          <a:prstGeom prst="rect">
            <a:avLst/>
          </a:prstGeom>
        </p:spPr>
        <p:txBody>
          <a:bodyPr lIns="91439" tIns="45719" rIns="91439" bIns="45719"/>
          <a:lstStyle/>
          <a:p>
            <a:endParaRPr/>
          </a:p>
        </p:txBody>
      </p:sp>
      <p:sp>
        <p:nvSpPr>
          <p:cNvPr id="1406" name="Text Placeholder 3"/>
          <p:cNvSpPr>
            <a:spLocks noGrp="1"/>
          </p:cNvSpPr>
          <p:nvPr>
            <p:ph type="body" sz="quarter" idx="22"/>
          </p:nvPr>
        </p:nvSpPr>
        <p:spPr>
          <a:xfrm>
            <a:off x="4468367" y="1566126"/>
            <a:ext cx="3200401" cy="342467"/>
          </a:xfrm>
          <a:prstGeom prst="rect">
            <a:avLst/>
          </a:prstGeom>
        </p:spPr>
        <p:txBody>
          <a:bodyPr anchor="ctr">
            <a:normAutofit/>
          </a:bodyPr>
          <a:lstStyle/>
          <a:p>
            <a:pPr>
              <a:buFontTx/>
              <a:defRPr sz="1600" b="1">
                <a:solidFill>
                  <a:srgbClr val="FFFFFF"/>
                </a:solidFill>
              </a:defRPr>
            </a:pPr>
            <a:endParaRPr/>
          </a:p>
        </p:txBody>
      </p:sp>
      <p:sp>
        <p:nvSpPr>
          <p:cNvPr id="1407" name="Picture Placeholder 9"/>
          <p:cNvSpPr>
            <a:spLocks noGrp="1"/>
          </p:cNvSpPr>
          <p:nvPr>
            <p:ph type="pic" sz="quarter" idx="23"/>
          </p:nvPr>
        </p:nvSpPr>
        <p:spPr>
          <a:xfrm>
            <a:off x="4468367" y="2103120"/>
            <a:ext cx="3255266" cy="4023360"/>
          </a:xfrm>
          <a:prstGeom prst="rect">
            <a:avLst/>
          </a:prstGeom>
        </p:spPr>
        <p:txBody>
          <a:bodyPr lIns="91439" tIns="45719" rIns="91439" bIns="45719"/>
          <a:lstStyle/>
          <a:p>
            <a:endParaRPr/>
          </a:p>
        </p:txBody>
      </p:sp>
      <p:sp>
        <p:nvSpPr>
          <p:cNvPr id="1408" name="Text Placeholder 3"/>
          <p:cNvSpPr>
            <a:spLocks noGrp="1"/>
          </p:cNvSpPr>
          <p:nvPr>
            <p:ph type="body" sz="quarter" idx="24"/>
          </p:nvPr>
        </p:nvSpPr>
        <p:spPr>
          <a:xfrm>
            <a:off x="8327135" y="1566126"/>
            <a:ext cx="3200401" cy="342467"/>
          </a:xfrm>
          <a:prstGeom prst="rect">
            <a:avLst/>
          </a:prstGeom>
        </p:spPr>
        <p:txBody>
          <a:bodyPr anchor="ctr">
            <a:normAutofit/>
          </a:bodyPr>
          <a:lstStyle/>
          <a:p>
            <a:pPr>
              <a:buFontTx/>
              <a:defRPr sz="1600" b="1">
                <a:solidFill>
                  <a:srgbClr val="FFFFFF"/>
                </a:solidFill>
              </a:defRPr>
            </a:pPr>
            <a:endParaRPr/>
          </a:p>
        </p:txBody>
      </p:sp>
      <p:sp>
        <p:nvSpPr>
          <p:cNvPr id="1409" name="Picture Placeholder 11"/>
          <p:cNvSpPr>
            <a:spLocks noGrp="1"/>
          </p:cNvSpPr>
          <p:nvPr>
            <p:ph type="pic" sz="quarter" idx="25"/>
          </p:nvPr>
        </p:nvSpPr>
        <p:spPr>
          <a:xfrm>
            <a:off x="8327135" y="2103120"/>
            <a:ext cx="3255265" cy="4023360"/>
          </a:xfrm>
          <a:prstGeom prst="rect">
            <a:avLst/>
          </a:prstGeom>
        </p:spPr>
        <p:txBody>
          <a:bodyPr lIns="91439" tIns="45719" rIns="91439" bIns="45719"/>
          <a:lstStyle/>
          <a:p>
            <a:endParaRPr/>
          </a:p>
        </p:txBody>
      </p:sp>
      <p:sp>
        <p:nvSpPr>
          <p:cNvPr id="1410"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BEBEBE"/>
                </a:solidFill>
              </a:defRPr>
            </a:lvl1pPr>
          </a:lstStyle>
          <a:p>
            <a:r>
              <a:t>© 2024 Adobe. All Rights Reserved. Adobe Confidential.</a:t>
            </a:r>
          </a:p>
        </p:txBody>
      </p:sp>
      <p:sp>
        <p:nvSpPr>
          <p:cNvPr id="1411" name="Slide Number"/>
          <p:cNvSpPr txBox="1">
            <a:spLocks noGrp="1"/>
          </p:cNvSpPr>
          <p:nvPr>
            <p:ph type="sldNum" sz="quarter" idx="2"/>
          </p:nvPr>
        </p:nvSpPr>
        <p:spPr>
          <a:xfrm>
            <a:off x="11805084" y="6583680"/>
            <a:ext cx="127001" cy="127001"/>
          </a:xfrm>
          <a:prstGeom prst="rect">
            <a:avLst/>
          </a:prstGeom>
        </p:spPr>
        <p:txBody>
          <a:bodyPr/>
          <a:lstStyle>
            <a:lvl1pPr>
              <a:defRPr>
                <a:solidFill>
                  <a:srgbClr val="BEBEBE"/>
                </a:solidFill>
              </a:defRPr>
            </a:lvl1pPr>
          </a:lstStyle>
          <a:p>
            <a:fld id="{86CB4B4D-7CA3-9044-876B-883B54F8677D}" type="slidenum">
              <a:t>‹#›</a:t>
            </a:fld>
            <a:endParaRPr/>
          </a:p>
        </p:txBody>
      </p:sp>
    </p:spTree>
  </p:cSld>
  <p:clrMapOvr>
    <a:masterClrMapping/>
  </p:clrMapOvr>
  <p:transition spd="med"/>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type="tx">
  <p:cSld name="Four Columns - Photo and Title Dark">
    <p:bg>
      <p:bgPr>
        <a:solidFill>
          <a:srgbClr val="000000"/>
        </a:solidFill>
        <a:effectLst/>
      </p:bgPr>
    </p:bg>
    <p:spTree>
      <p:nvGrpSpPr>
        <p:cNvPr id="1" name=""/>
        <p:cNvGrpSpPr/>
        <p:nvPr/>
      </p:nvGrpSpPr>
      <p:grpSpPr>
        <a:xfrm>
          <a:off x="0" y="0"/>
          <a:ext cx="0" cy="0"/>
          <a:chOff x="0" y="0"/>
          <a:chExt cx="0" cy="0"/>
        </a:xfrm>
      </p:grpSpPr>
      <p:sp>
        <p:nvSpPr>
          <p:cNvPr id="141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141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142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142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422"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1423"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142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142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1426"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1427"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1428"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142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143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143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143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143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43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143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143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143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143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143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144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1441"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1442"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144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144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1445"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1446" name="Title Text"/>
          <p:cNvSpPr txBox="1">
            <a:spLocks noGrp="1"/>
          </p:cNvSpPr>
          <p:nvPr>
            <p:ph type="title"/>
          </p:nvPr>
        </p:nvSpPr>
        <p:spPr>
          <a:xfrm>
            <a:off x="609600" y="264084"/>
            <a:ext cx="10972800" cy="946391"/>
          </a:xfrm>
          <a:prstGeom prst="rect">
            <a:avLst/>
          </a:prstGeom>
        </p:spPr>
        <p:txBody>
          <a:bodyPr/>
          <a:lstStyle>
            <a:lvl1pPr>
              <a:defRPr sz="3200" b="1">
                <a:solidFill>
                  <a:srgbClr val="FFFFFF"/>
                </a:solidFill>
              </a:defRPr>
            </a:lvl1pPr>
          </a:lstStyle>
          <a:p>
            <a:r>
              <a:t>Title Text</a:t>
            </a:r>
          </a:p>
        </p:txBody>
      </p:sp>
      <p:sp>
        <p:nvSpPr>
          <p:cNvPr id="1447" name="Body Level One…"/>
          <p:cNvSpPr txBox="1">
            <a:spLocks noGrp="1"/>
          </p:cNvSpPr>
          <p:nvPr>
            <p:ph type="body" sz="quarter" idx="1"/>
          </p:nvPr>
        </p:nvSpPr>
        <p:spPr>
          <a:xfrm>
            <a:off x="609600" y="1581773"/>
            <a:ext cx="2240280" cy="311176"/>
          </a:xfrm>
          <a:prstGeom prst="rect">
            <a:avLst/>
          </a:prstGeom>
        </p:spPr>
        <p:txBody>
          <a:bodyPr anchor="ctr">
            <a:normAutofit/>
          </a:bodyPr>
          <a:lstStyle>
            <a:lvl1pPr>
              <a:buFontTx/>
              <a:defRPr sz="1400" b="1">
                <a:solidFill>
                  <a:srgbClr val="FFFFFF"/>
                </a:solidFill>
              </a:defRPr>
            </a:lvl1pPr>
            <a:lvl2pPr marL="382588" indent="-157163">
              <a:buSzPct val="70000"/>
              <a:buFontTx/>
              <a:buChar char="▪"/>
              <a:defRPr sz="1400" b="1">
                <a:solidFill>
                  <a:srgbClr val="FFFFFF"/>
                </a:solidFill>
              </a:defRPr>
            </a:lvl2pPr>
            <a:lvl3pPr marL="604837" indent="-166687">
              <a:buSzPct val="70000"/>
              <a:buFontTx/>
              <a:buChar char="▪"/>
              <a:defRPr sz="1400" b="1">
                <a:solidFill>
                  <a:srgbClr val="FFFFFF"/>
                </a:solidFill>
              </a:defRPr>
            </a:lvl3pPr>
            <a:lvl4pPr marL="690562" indent="-144462">
              <a:buSzPct val="70000"/>
              <a:buFontTx/>
              <a:buChar char="▪"/>
              <a:defRPr sz="1400" b="1">
                <a:solidFill>
                  <a:srgbClr val="FFFFFF"/>
                </a:solidFill>
              </a:defRPr>
            </a:lvl4pPr>
            <a:lvl5pPr marL="881640" indent="-165677">
              <a:buSzPct val="70000"/>
              <a:buFontTx/>
              <a:buChar char="▪"/>
              <a:defRPr sz="1400" b="1">
                <a:solidFill>
                  <a:srgbClr val="FFFFFF"/>
                </a:solidFill>
              </a:defRPr>
            </a:lvl5pPr>
          </a:lstStyle>
          <a:p>
            <a:r>
              <a:t>Body Level One</a:t>
            </a:r>
          </a:p>
          <a:p>
            <a:pPr lvl="1"/>
            <a:r>
              <a:t>Body Level Two</a:t>
            </a:r>
          </a:p>
          <a:p>
            <a:pPr lvl="2"/>
            <a:r>
              <a:t>Body Level Three</a:t>
            </a:r>
          </a:p>
          <a:p>
            <a:pPr lvl="3"/>
            <a:r>
              <a:t>Body Level Four</a:t>
            </a:r>
          </a:p>
          <a:p>
            <a:pPr lvl="4"/>
            <a:r>
              <a:t>Body Level Five</a:t>
            </a:r>
          </a:p>
        </p:txBody>
      </p:sp>
      <p:sp>
        <p:nvSpPr>
          <p:cNvPr id="1448" name="Picture Placeholder 7"/>
          <p:cNvSpPr>
            <a:spLocks noGrp="1"/>
          </p:cNvSpPr>
          <p:nvPr>
            <p:ph type="pic" sz="quarter" idx="21"/>
          </p:nvPr>
        </p:nvSpPr>
        <p:spPr>
          <a:xfrm>
            <a:off x="609600" y="2103120"/>
            <a:ext cx="2240280" cy="4023360"/>
          </a:xfrm>
          <a:prstGeom prst="rect">
            <a:avLst/>
          </a:prstGeom>
        </p:spPr>
        <p:txBody>
          <a:bodyPr lIns="91439" tIns="45719" rIns="91439" bIns="45719"/>
          <a:lstStyle/>
          <a:p>
            <a:endParaRPr/>
          </a:p>
        </p:txBody>
      </p:sp>
      <p:sp>
        <p:nvSpPr>
          <p:cNvPr id="1449" name="Text Placeholder 3"/>
          <p:cNvSpPr>
            <a:spLocks noGrp="1"/>
          </p:cNvSpPr>
          <p:nvPr>
            <p:ph type="body" sz="quarter" idx="22"/>
          </p:nvPr>
        </p:nvSpPr>
        <p:spPr>
          <a:xfrm>
            <a:off x="3520440" y="1581773"/>
            <a:ext cx="2240281" cy="311176"/>
          </a:xfrm>
          <a:prstGeom prst="rect">
            <a:avLst/>
          </a:prstGeom>
        </p:spPr>
        <p:txBody>
          <a:bodyPr anchor="ctr">
            <a:normAutofit/>
          </a:bodyPr>
          <a:lstStyle/>
          <a:p>
            <a:pPr>
              <a:buFontTx/>
              <a:defRPr sz="1400" b="1">
                <a:solidFill>
                  <a:srgbClr val="FFFFFF"/>
                </a:solidFill>
              </a:defRPr>
            </a:pPr>
            <a:endParaRPr/>
          </a:p>
        </p:txBody>
      </p:sp>
      <p:sp>
        <p:nvSpPr>
          <p:cNvPr id="1450" name="Picture Placeholder 9"/>
          <p:cNvSpPr>
            <a:spLocks noGrp="1"/>
          </p:cNvSpPr>
          <p:nvPr>
            <p:ph type="pic" sz="quarter" idx="23"/>
          </p:nvPr>
        </p:nvSpPr>
        <p:spPr>
          <a:xfrm>
            <a:off x="3520440" y="2103120"/>
            <a:ext cx="2240281" cy="4023360"/>
          </a:xfrm>
          <a:prstGeom prst="rect">
            <a:avLst/>
          </a:prstGeom>
        </p:spPr>
        <p:txBody>
          <a:bodyPr lIns="91439" tIns="45719" rIns="91439" bIns="45719"/>
          <a:lstStyle/>
          <a:p>
            <a:endParaRPr/>
          </a:p>
        </p:txBody>
      </p:sp>
      <p:sp>
        <p:nvSpPr>
          <p:cNvPr id="1451" name="Text Placeholder 3"/>
          <p:cNvSpPr>
            <a:spLocks noGrp="1"/>
          </p:cNvSpPr>
          <p:nvPr>
            <p:ph type="body" sz="quarter" idx="24"/>
          </p:nvPr>
        </p:nvSpPr>
        <p:spPr>
          <a:xfrm>
            <a:off x="6431279" y="1581773"/>
            <a:ext cx="2240281" cy="311176"/>
          </a:xfrm>
          <a:prstGeom prst="rect">
            <a:avLst/>
          </a:prstGeom>
        </p:spPr>
        <p:txBody>
          <a:bodyPr anchor="ctr">
            <a:normAutofit/>
          </a:bodyPr>
          <a:lstStyle/>
          <a:p>
            <a:pPr>
              <a:buFontTx/>
              <a:defRPr sz="1400" b="1">
                <a:solidFill>
                  <a:srgbClr val="FFFFFF"/>
                </a:solidFill>
              </a:defRPr>
            </a:pPr>
            <a:endParaRPr/>
          </a:p>
        </p:txBody>
      </p:sp>
      <p:sp>
        <p:nvSpPr>
          <p:cNvPr id="1452" name="Picture Placeholder 11"/>
          <p:cNvSpPr>
            <a:spLocks noGrp="1"/>
          </p:cNvSpPr>
          <p:nvPr>
            <p:ph type="pic" sz="quarter" idx="25"/>
          </p:nvPr>
        </p:nvSpPr>
        <p:spPr>
          <a:xfrm>
            <a:off x="6431279" y="2103120"/>
            <a:ext cx="2240281" cy="4023360"/>
          </a:xfrm>
          <a:prstGeom prst="rect">
            <a:avLst/>
          </a:prstGeom>
        </p:spPr>
        <p:txBody>
          <a:bodyPr lIns="91439" tIns="45719" rIns="91439" bIns="45719"/>
          <a:lstStyle/>
          <a:p>
            <a:endParaRPr/>
          </a:p>
        </p:txBody>
      </p:sp>
      <p:sp>
        <p:nvSpPr>
          <p:cNvPr id="1453" name="Text Placeholder 3"/>
          <p:cNvSpPr>
            <a:spLocks noGrp="1"/>
          </p:cNvSpPr>
          <p:nvPr>
            <p:ph type="body" sz="quarter" idx="26"/>
          </p:nvPr>
        </p:nvSpPr>
        <p:spPr>
          <a:xfrm>
            <a:off x="9342119" y="1581773"/>
            <a:ext cx="2240281" cy="311176"/>
          </a:xfrm>
          <a:prstGeom prst="rect">
            <a:avLst/>
          </a:prstGeom>
        </p:spPr>
        <p:txBody>
          <a:bodyPr anchor="ctr">
            <a:normAutofit/>
          </a:bodyPr>
          <a:lstStyle/>
          <a:p>
            <a:pPr>
              <a:buFontTx/>
              <a:defRPr sz="1400" b="1">
                <a:solidFill>
                  <a:srgbClr val="FFFFFF"/>
                </a:solidFill>
              </a:defRPr>
            </a:pPr>
            <a:endParaRPr/>
          </a:p>
        </p:txBody>
      </p:sp>
      <p:sp>
        <p:nvSpPr>
          <p:cNvPr id="1454" name="Picture Placeholder 11"/>
          <p:cNvSpPr>
            <a:spLocks noGrp="1"/>
          </p:cNvSpPr>
          <p:nvPr>
            <p:ph type="pic" sz="quarter" idx="27"/>
          </p:nvPr>
        </p:nvSpPr>
        <p:spPr>
          <a:xfrm>
            <a:off x="9342119" y="2103120"/>
            <a:ext cx="2240281" cy="4023360"/>
          </a:xfrm>
          <a:prstGeom prst="rect">
            <a:avLst/>
          </a:prstGeom>
        </p:spPr>
        <p:txBody>
          <a:bodyPr lIns="91439" tIns="45719" rIns="91439" bIns="45719"/>
          <a:lstStyle/>
          <a:p>
            <a:endParaRPr/>
          </a:p>
        </p:txBody>
      </p:sp>
      <p:sp>
        <p:nvSpPr>
          <p:cNvPr id="1455"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BEBEBE"/>
                </a:solidFill>
              </a:defRPr>
            </a:lvl1pPr>
          </a:lstStyle>
          <a:p>
            <a:r>
              <a:t>© 2024 Adobe. All Rights Reserved. Adobe Confidential.</a:t>
            </a:r>
          </a:p>
        </p:txBody>
      </p:sp>
      <p:sp>
        <p:nvSpPr>
          <p:cNvPr id="1456" name="Slide Number"/>
          <p:cNvSpPr txBox="1">
            <a:spLocks noGrp="1"/>
          </p:cNvSpPr>
          <p:nvPr>
            <p:ph type="sldNum" sz="quarter" idx="2"/>
          </p:nvPr>
        </p:nvSpPr>
        <p:spPr>
          <a:xfrm>
            <a:off x="11805084" y="6583680"/>
            <a:ext cx="127001" cy="127001"/>
          </a:xfrm>
          <a:prstGeom prst="rect">
            <a:avLst/>
          </a:prstGeom>
        </p:spPr>
        <p:txBody>
          <a:bodyPr/>
          <a:lstStyle>
            <a:lvl1pPr>
              <a:defRPr>
                <a:solidFill>
                  <a:srgbClr val="BEBEBE"/>
                </a:solidFill>
              </a:defRPr>
            </a:lvl1pPr>
          </a:lstStyle>
          <a:p>
            <a:fld id="{86CB4B4D-7CA3-9044-876B-883B54F8677D}" type="slidenum">
              <a:t>‹#›</a:t>
            </a:fld>
            <a:endParaRPr/>
          </a:p>
        </p:txBody>
      </p:sp>
    </p:spTree>
  </p:cSld>
  <p:clrMapOvr>
    <a:masterClrMapping/>
  </p:clrMapOvr>
  <p:transition spd="med"/>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type="tx">
  <p:cSld name="Five Columns - Photo and Title Dark">
    <p:bg>
      <p:bgPr>
        <a:solidFill>
          <a:srgbClr val="000000"/>
        </a:solidFill>
        <a:effectLst/>
      </p:bgPr>
    </p:bg>
    <p:spTree>
      <p:nvGrpSpPr>
        <p:cNvPr id="1" name=""/>
        <p:cNvGrpSpPr/>
        <p:nvPr/>
      </p:nvGrpSpPr>
      <p:grpSpPr>
        <a:xfrm>
          <a:off x="0" y="0"/>
          <a:ext cx="0" cy="0"/>
          <a:chOff x="0" y="0"/>
          <a:chExt cx="0" cy="0"/>
        </a:xfrm>
      </p:grpSpPr>
      <p:sp>
        <p:nvSpPr>
          <p:cNvPr id="1463"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1464"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1465"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1466"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467"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1468"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1469"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1470"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1471"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1472"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1473"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1474"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1475"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1476"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1477"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1478"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479"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1480"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1481"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1482"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1483"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1484"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1485"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1486"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1487"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1488"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1489"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1490"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1491" name="Title Text"/>
          <p:cNvSpPr txBox="1">
            <a:spLocks noGrp="1"/>
          </p:cNvSpPr>
          <p:nvPr>
            <p:ph type="title"/>
          </p:nvPr>
        </p:nvSpPr>
        <p:spPr>
          <a:xfrm>
            <a:off x="609600" y="264084"/>
            <a:ext cx="10972800" cy="946391"/>
          </a:xfrm>
          <a:prstGeom prst="rect">
            <a:avLst/>
          </a:prstGeom>
        </p:spPr>
        <p:txBody>
          <a:bodyPr/>
          <a:lstStyle>
            <a:lvl1pPr>
              <a:defRPr sz="3200" b="1">
                <a:solidFill>
                  <a:srgbClr val="FFFFFF"/>
                </a:solidFill>
              </a:defRPr>
            </a:lvl1pPr>
          </a:lstStyle>
          <a:p>
            <a:r>
              <a:t>Title Text</a:t>
            </a:r>
          </a:p>
        </p:txBody>
      </p:sp>
      <p:sp>
        <p:nvSpPr>
          <p:cNvPr id="1492" name="Body Level One…"/>
          <p:cNvSpPr txBox="1">
            <a:spLocks noGrp="1"/>
          </p:cNvSpPr>
          <p:nvPr>
            <p:ph type="body" sz="quarter" idx="1"/>
          </p:nvPr>
        </p:nvSpPr>
        <p:spPr>
          <a:xfrm>
            <a:off x="609600" y="1581773"/>
            <a:ext cx="1828800" cy="311176"/>
          </a:xfrm>
          <a:prstGeom prst="rect">
            <a:avLst/>
          </a:prstGeom>
        </p:spPr>
        <p:txBody>
          <a:bodyPr anchor="ctr">
            <a:normAutofit/>
          </a:bodyPr>
          <a:lstStyle>
            <a:lvl1pPr>
              <a:buFontTx/>
              <a:defRPr sz="1400" b="1">
                <a:solidFill>
                  <a:srgbClr val="FFFFFF"/>
                </a:solidFill>
              </a:defRPr>
            </a:lvl1pPr>
            <a:lvl2pPr marL="382588" indent="-157163">
              <a:buSzPct val="70000"/>
              <a:buFontTx/>
              <a:buChar char="▪"/>
              <a:defRPr sz="1400" b="1">
                <a:solidFill>
                  <a:srgbClr val="FFFFFF"/>
                </a:solidFill>
              </a:defRPr>
            </a:lvl2pPr>
            <a:lvl3pPr marL="604837" indent="-166687">
              <a:buSzPct val="70000"/>
              <a:buFontTx/>
              <a:buChar char="▪"/>
              <a:defRPr sz="1400" b="1">
                <a:solidFill>
                  <a:srgbClr val="FFFFFF"/>
                </a:solidFill>
              </a:defRPr>
            </a:lvl3pPr>
            <a:lvl4pPr marL="690562" indent="-144462">
              <a:buSzPct val="70000"/>
              <a:buFontTx/>
              <a:buChar char="▪"/>
              <a:defRPr sz="1400" b="1">
                <a:solidFill>
                  <a:srgbClr val="FFFFFF"/>
                </a:solidFill>
              </a:defRPr>
            </a:lvl4pPr>
            <a:lvl5pPr marL="881640" indent="-165677">
              <a:buSzPct val="70000"/>
              <a:buFontTx/>
              <a:buChar char="▪"/>
              <a:defRPr sz="1400" b="1">
                <a:solidFill>
                  <a:srgbClr val="FFFFFF"/>
                </a:solidFill>
              </a:defRPr>
            </a:lvl5pPr>
          </a:lstStyle>
          <a:p>
            <a:r>
              <a:t>Body Level One</a:t>
            </a:r>
          </a:p>
          <a:p>
            <a:pPr lvl="1"/>
            <a:r>
              <a:t>Body Level Two</a:t>
            </a:r>
          </a:p>
          <a:p>
            <a:pPr lvl="2"/>
            <a:r>
              <a:t>Body Level Three</a:t>
            </a:r>
          </a:p>
          <a:p>
            <a:pPr lvl="3"/>
            <a:r>
              <a:t>Body Level Four</a:t>
            </a:r>
          </a:p>
          <a:p>
            <a:pPr lvl="4"/>
            <a:r>
              <a:t>Body Level Five</a:t>
            </a:r>
          </a:p>
        </p:txBody>
      </p:sp>
      <p:sp>
        <p:nvSpPr>
          <p:cNvPr id="1493" name="Picture Placeholder 1"/>
          <p:cNvSpPr>
            <a:spLocks noGrp="1"/>
          </p:cNvSpPr>
          <p:nvPr>
            <p:ph type="pic" sz="quarter" idx="21"/>
          </p:nvPr>
        </p:nvSpPr>
        <p:spPr>
          <a:xfrm>
            <a:off x="609600" y="2103120"/>
            <a:ext cx="1828800" cy="4023360"/>
          </a:xfrm>
          <a:prstGeom prst="rect">
            <a:avLst/>
          </a:prstGeom>
        </p:spPr>
        <p:txBody>
          <a:bodyPr lIns="91439" tIns="45719" rIns="91439" bIns="45719"/>
          <a:lstStyle/>
          <a:p>
            <a:endParaRPr/>
          </a:p>
        </p:txBody>
      </p:sp>
      <p:sp>
        <p:nvSpPr>
          <p:cNvPr id="1494" name="Text Placeholder 2"/>
          <p:cNvSpPr>
            <a:spLocks noGrp="1"/>
          </p:cNvSpPr>
          <p:nvPr>
            <p:ph type="body" sz="quarter" idx="22"/>
          </p:nvPr>
        </p:nvSpPr>
        <p:spPr>
          <a:xfrm>
            <a:off x="2895600" y="1581773"/>
            <a:ext cx="1828800" cy="311176"/>
          </a:xfrm>
          <a:prstGeom prst="rect">
            <a:avLst/>
          </a:prstGeom>
        </p:spPr>
        <p:txBody>
          <a:bodyPr anchor="ctr">
            <a:normAutofit/>
          </a:bodyPr>
          <a:lstStyle/>
          <a:p>
            <a:pPr>
              <a:buFontTx/>
              <a:defRPr sz="1400" b="1">
                <a:solidFill>
                  <a:srgbClr val="FFFFFF"/>
                </a:solidFill>
              </a:defRPr>
            </a:pPr>
            <a:endParaRPr/>
          </a:p>
        </p:txBody>
      </p:sp>
      <p:sp>
        <p:nvSpPr>
          <p:cNvPr id="1495" name="Picture Placeholder 2"/>
          <p:cNvSpPr>
            <a:spLocks noGrp="1"/>
          </p:cNvSpPr>
          <p:nvPr>
            <p:ph type="pic" sz="quarter" idx="23"/>
          </p:nvPr>
        </p:nvSpPr>
        <p:spPr>
          <a:xfrm>
            <a:off x="2895600" y="2103120"/>
            <a:ext cx="1828800" cy="4023360"/>
          </a:xfrm>
          <a:prstGeom prst="rect">
            <a:avLst/>
          </a:prstGeom>
        </p:spPr>
        <p:txBody>
          <a:bodyPr lIns="91439" tIns="45719" rIns="91439" bIns="45719"/>
          <a:lstStyle/>
          <a:p>
            <a:endParaRPr/>
          </a:p>
        </p:txBody>
      </p:sp>
      <p:sp>
        <p:nvSpPr>
          <p:cNvPr id="1496" name="Text Placeholder 3"/>
          <p:cNvSpPr>
            <a:spLocks noGrp="1"/>
          </p:cNvSpPr>
          <p:nvPr>
            <p:ph type="body" sz="quarter" idx="24"/>
          </p:nvPr>
        </p:nvSpPr>
        <p:spPr>
          <a:xfrm>
            <a:off x="5181600" y="1581773"/>
            <a:ext cx="1828800" cy="311176"/>
          </a:xfrm>
          <a:prstGeom prst="rect">
            <a:avLst/>
          </a:prstGeom>
        </p:spPr>
        <p:txBody>
          <a:bodyPr anchor="ctr">
            <a:normAutofit/>
          </a:bodyPr>
          <a:lstStyle/>
          <a:p>
            <a:pPr>
              <a:buFontTx/>
              <a:defRPr sz="1400" b="1">
                <a:solidFill>
                  <a:srgbClr val="FFFFFF"/>
                </a:solidFill>
              </a:defRPr>
            </a:pPr>
            <a:endParaRPr/>
          </a:p>
        </p:txBody>
      </p:sp>
      <p:sp>
        <p:nvSpPr>
          <p:cNvPr id="1497" name="Picture Placeholder 3"/>
          <p:cNvSpPr>
            <a:spLocks noGrp="1"/>
          </p:cNvSpPr>
          <p:nvPr>
            <p:ph type="pic" sz="quarter" idx="25"/>
          </p:nvPr>
        </p:nvSpPr>
        <p:spPr>
          <a:xfrm>
            <a:off x="5181600" y="2103120"/>
            <a:ext cx="1828800" cy="4023360"/>
          </a:xfrm>
          <a:prstGeom prst="rect">
            <a:avLst/>
          </a:prstGeom>
        </p:spPr>
        <p:txBody>
          <a:bodyPr lIns="91439" tIns="45719" rIns="91439" bIns="45719"/>
          <a:lstStyle/>
          <a:p>
            <a:endParaRPr/>
          </a:p>
        </p:txBody>
      </p:sp>
      <p:sp>
        <p:nvSpPr>
          <p:cNvPr id="1498" name="Text Placeholder 4"/>
          <p:cNvSpPr>
            <a:spLocks noGrp="1"/>
          </p:cNvSpPr>
          <p:nvPr>
            <p:ph type="body" sz="quarter" idx="26"/>
          </p:nvPr>
        </p:nvSpPr>
        <p:spPr>
          <a:xfrm>
            <a:off x="7467600" y="1581773"/>
            <a:ext cx="1828800" cy="311176"/>
          </a:xfrm>
          <a:prstGeom prst="rect">
            <a:avLst/>
          </a:prstGeom>
        </p:spPr>
        <p:txBody>
          <a:bodyPr anchor="ctr">
            <a:normAutofit/>
          </a:bodyPr>
          <a:lstStyle/>
          <a:p>
            <a:pPr>
              <a:buFontTx/>
              <a:defRPr sz="1400" b="1">
                <a:solidFill>
                  <a:srgbClr val="FFFFFF"/>
                </a:solidFill>
              </a:defRPr>
            </a:pPr>
            <a:endParaRPr/>
          </a:p>
        </p:txBody>
      </p:sp>
      <p:sp>
        <p:nvSpPr>
          <p:cNvPr id="1499" name="Picture Placeholder 4"/>
          <p:cNvSpPr>
            <a:spLocks noGrp="1"/>
          </p:cNvSpPr>
          <p:nvPr>
            <p:ph type="pic" sz="quarter" idx="27"/>
          </p:nvPr>
        </p:nvSpPr>
        <p:spPr>
          <a:xfrm>
            <a:off x="7467600" y="2103120"/>
            <a:ext cx="1828800" cy="4023360"/>
          </a:xfrm>
          <a:prstGeom prst="rect">
            <a:avLst/>
          </a:prstGeom>
        </p:spPr>
        <p:txBody>
          <a:bodyPr lIns="91439" tIns="45719" rIns="91439" bIns="45719"/>
          <a:lstStyle/>
          <a:p>
            <a:endParaRPr/>
          </a:p>
        </p:txBody>
      </p:sp>
      <p:sp>
        <p:nvSpPr>
          <p:cNvPr id="1500" name="Text Placeholder 5"/>
          <p:cNvSpPr>
            <a:spLocks noGrp="1"/>
          </p:cNvSpPr>
          <p:nvPr>
            <p:ph type="body" sz="quarter" idx="28"/>
          </p:nvPr>
        </p:nvSpPr>
        <p:spPr>
          <a:xfrm>
            <a:off x="9753600" y="1581773"/>
            <a:ext cx="1828800" cy="311176"/>
          </a:xfrm>
          <a:prstGeom prst="rect">
            <a:avLst/>
          </a:prstGeom>
        </p:spPr>
        <p:txBody>
          <a:bodyPr anchor="ctr">
            <a:normAutofit/>
          </a:bodyPr>
          <a:lstStyle/>
          <a:p>
            <a:pPr>
              <a:buFontTx/>
              <a:defRPr sz="1400" b="1">
                <a:solidFill>
                  <a:srgbClr val="FFFFFF"/>
                </a:solidFill>
              </a:defRPr>
            </a:pPr>
            <a:endParaRPr/>
          </a:p>
        </p:txBody>
      </p:sp>
      <p:sp>
        <p:nvSpPr>
          <p:cNvPr id="1501" name="Picture Placeholder 5"/>
          <p:cNvSpPr>
            <a:spLocks noGrp="1"/>
          </p:cNvSpPr>
          <p:nvPr>
            <p:ph type="pic" sz="quarter" idx="29"/>
          </p:nvPr>
        </p:nvSpPr>
        <p:spPr>
          <a:xfrm>
            <a:off x="9753600" y="2103120"/>
            <a:ext cx="1828800" cy="4023360"/>
          </a:xfrm>
          <a:prstGeom prst="rect">
            <a:avLst/>
          </a:prstGeom>
        </p:spPr>
        <p:txBody>
          <a:bodyPr lIns="91439" tIns="45719" rIns="91439" bIns="45719"/>
          <a:lstStyle/>
          <a:p>
            <a:endParaRPr/>
          </a:p>
        </p:txBody>
      </p:sp>
      <p:sp>
        <p:nvSpPr>
          <p:cNvPr id="1502"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BEBEBE"/>
                </a:solidFill>
              </a:defRPr>
            </a:lvl1pPr>
          </a:lstStyle>
          <a:p>
            <a:r>
              <a:t>© 2024 Adobe. All Rights Reserved. Adobe Confidential.</a:t>
            </a:r>
          </a:p>
        </p:txBody>
      </p:sp>
      <p:sp>
        <p:nvSpPr>
          <p:cNvPr id="1503" name="Slide Number"/>
          <p:cNvSpPr txBox="1">
            <a:spLocks noGrp="1"/>
          </p:cNvSpPr>
          <p:nvPr>
            <p:ph type="sldNum" sz="quarter" idx="2"/>
          </p:nvPr>
        </p:nvSpPr>
        <p:spPr>
          <a:xfrm>
            <a:off x="11805084" y="6583680"/>
            <a:ext cx="127001" cy="127001"/>
          </a:xfrm>
          <a:prstGeom prst="rect">
            <a:avLst/>
          </a:prstGeom>
        </p:spPr>
        <p:txBody>
          <a:bodyPr/>
          <a:lstStyle>
            <a:lvl1pPr>
              <a:defRPr>
                <a:solidFill>
                  <a:srgbClr val="BEBEBE"/>
                </a:solidFill>
              </a:defRPr>
            </a:lvl1pPr>
          </a:lstStyle>
          <a:p>
            <a:fld id="{86CB4B4D-7CA3-9044-876B-883B54F8677D}" type="slidenum">
              <a:t>‹#›</a:t>
            </a:fld>
            <a:endParaRPr/>
          </a:p>
        </p:txBody>
      </p:sp>
    </p:spTree>
  </p:cSld>
  <p:clrMapOvr>
    <a:masterClrMapping/>
  </p:clrMapOvr>
  <p:transition spd="med"/>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type="tx">
  <p:cSld name="Grid Dark - 1x1">
    <p:bg>
      <p:bgPr>
        <a:solidFill>
          <a:srgbClr val="000000"/>
        </a:solidFill>
        <a:effectLst/>
      </p:bgPr>
    </p:bg>
    <p:spTree>
      <p:nvGrpSpPr>
        <p:cNvPr id="1" name=""/>
        <p:cNvGrpSpPr/>
        <p:nvPr/>
      </p:nvGrpSpPr>
      <p:grpSpPr>
        <a:xfrm>
          <a:off x="0" y="0"/>
          <a:ext cx="0" cy="0"/>
          <a:chOff x="0" y="0"/>
          <a:chExt cx="0" cy="0"/>
        </a:xfrm>
      </p:grpSpPr>
      <p:sp>
        <p:nvSpPr>
          <p:cNvPr id="1510"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1511"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1512"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1513"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514"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1515"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1516"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1517"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1518"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1519"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1520"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1521"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1522"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1523"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1524"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1525"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526"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1527"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1528"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1529"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1530"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1531"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1532"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1533"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1534"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1535"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1536"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1537"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1538" name="Title Text"/>
          <p:cNvSpPr txBox="1">
            <a:spLocks noGrp="1"/>
          </p:cNvSpPr>
          <p:nvPr>
            <p:ph type="title"/>
          </p:nvPr>
        </p:nvSpPr>
        <p:spPr>
          <a:xfrm>
            <a:off x="609600" y="264084"/>
            <a:ext cx="10972800" cy="946391"/>
          </a:xfrm>
          <a:prstGeom prst="rect">
            <a:avLst/>
          </a:prstGeom>
        </p:spPr>
        <p:txBody>
          <a:bodyPr/>
          <a:lstStyle>
            <a:lvl1pPr>
              <a:defRPr sz="3200" b="1">
                <a:solidFill>
                  <a:srgbClr val="FFFFFF"/>
                </a:solidFill>
              </a:defRPr>
            </a:lvl1pPr>
          </a:lstStyle>
          <a:p>
            <a:r>
              <a:t>Title Text</a:t>
            </a:r>
          </a:p>
        </p:txBody>
      </p:sp>
      <p:sp>
        <p:nvSpPr>
          <p:cNvPr id="1539" name="Picture Placeholder 7"/>
          <p:cNvSpPr>
            <a:spLocks noGrp="1"/>
          </p:cNvSpPr>
          <p:nvPr>
            <p:ph type="pic" idx="21"/>
          </p:nvPr>
        </p:nvSpPr>
        <p:spPr>
          <a:xfrm>
            <a:off x="609600" y="1554480"/>
            <a:ext cx="10972800" cy="4572001"/>
          </a:xfrm>
          <a:prstGeom prst="rect">
            <a:avLst/>
          </a:prstGeom>
        </p:spPr>
        <p:txBody>
          <a:bodyPr lIns="91439" tIns="45719" rIns="91439" bIns="45719"/>
          <a:lstStyle/>
          <a:p>
            <a:endParaRPr/>
          </a:p>
        </p:txBody>
      </p:sp>
      <p:sp>
        <p:nvSpPr>
          <p:cNvPr id="1540"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BEBEBE"/>
                </a:solidFill>
              </a:defRPr>
            </a:lvl1pPr>
          </a:lstStyle>
          <a:p>
            <a:r>
              <a:t>© 2024 Adobe. All Rights Reserved. Adobe Confidential.</a:t>
            </a:r>
          </a:p>
        </p:txBody>
      </p:sp>
      <p:sp>
        <p:nvSpPr>
          <p:cNvPr id="1541" name="Slide Number"/>
          <p:cNvSpPr txBox="1">
            <a:spLocks noGrp="1"/>
          </p:cNvSpPr>
          <p:nvPr>
            <p:ph type="sldNum" sz="quarter" idx="2"/>
          </p:nvPr>
        </p:nvSpPr>
        <p:spPr>
          <a:xfrm>
            <a:off x="11805084" y="6583680"/>
            <a:ext cx="127001" cy="127001"/>
          </a:xfrm>
          <a:prstGeom prst="rect">
            <a:avLst/>
          </a:prstGeom>
        </p:spPr>
        <p:txBody>
          <a:bodyPr/>
          <a:lstStyle>
            <a:lvl1pPr>
              <a:defRPr>
                <a:solidFill>
                  <a:srgbClr val="BEBEBE"/>
                </a:solidFill>
              </a:defRPr>
            </a:lvl1pPr>
          </a:lstStyle>
          <a:p>
            <a:fld id="{86CB4B4D-7CA3-9044-876B-883B54F8677D}" type="slidenum">
              <a:t>‹#›</a:t>
            </a:fld>
            <a:endParaRPr/>
          </a:p>
        </p:txBody>
      </p:sp>
    </p:spTree>
  </p:cSld>
  <p:clrMapOvr>
    <a:masterClrMapping/>
  </p:clrMapOvr>
  <p:transition spd="med"/>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type="tx">
  <p:cSld name="Grid Dark - 2x2">
    <p:bg>
      <p:bgPr>
        <a:solidFill>
          <a:srgbClr val="000000"/>
        </a:solidFill>
        <a:effectLst/>
      </p:bgPr>
    </p:bg>
    <p:spTree>
      <p:nvGrpSpPr>
        <p:cNvPr id="1" name=""/>
        <p:cNvGrpSpPr/>
        <p:nvPr/>
      </p:nvGrpSpPr>
      <p:grpSpPr>
        <a:xfrm>
          <a:off x="0" y="0"/>
          <a:ext cx="0" cy="0"/>
          <a:chOff x="0" y="0"/>
          <a:chExt cx="0" cy="0"/>
        </a:xfrm>
      </p:grpSpPr>
      <p:sp>
        <p:nvSpPr>
          <p:cNvPr id="154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154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155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155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552"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1553"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155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155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1556"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1557"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1558"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155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156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156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156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156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56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156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156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156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156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156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157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1571"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1572"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157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157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1575"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1576" name="Title Text"/>
          <p:cNvSpPr txBox="1">
            <a:spLocks noGrp="1"/>
          </p:cNvSpPr>
          <p:nvPr>
            <p:ph type="title"/>
          </p:nvPr>
        </p:nvSpPr>
        <p:spPr>
          <a:xfrm>
            <a:off x="609600" y="264084"/>
            <a:ext cx="10972800" cy="946391"/>
          </a:xfrm>
          <a:prstGeom prst="rect">
            <a:avLst/>
          </a:prstGeom>
        </p:spPr>
        <p:txBody>
          <a:bodyPr/>
          <a:lstStyle>
            <a:lvl1pPr>
              <a:defRPr sz="3200" b="1">
                <a:solidFill>
                  <a:srgbClr val="FFFFFF"/>
                </a:solidFill>
              </a:defRPr>
            </a:lvl1pPr>
          </a:lstStyle>
          <a:p>
            <a:r>
              <a:t>Title Text</a:t>
            </a:r>
          </a:p>
        </p:txBody>
      </p:sp>
      <p:sp>
        <p:nvSpPr>
          <p:cNvPr id="1577" name="Picture Placeholder 7"/>
          <p:cNvSpPr>
            <a:spLocks noGrp="1"/>
          </p:cNvSpPr>
          <p:nvPr>
            <p:ph type="pic" sz="quarter" idx="21"/>
          </p:nvPr>
        </p:nvSpPr>
        <p:spPr>
          <a:xfrm>
            <a:off x="609600" y="1554480"/>
            <a:ext cx="5486400" cy="2286001"/>
          </a:xfrm>
          <a:prstGeom prst="rect">
            <a:avLst/>
          </a:prstGeom>
        </p:spPr>
        <p:txBody>
          <a:bodyPr lIns="91439" tIns="45719" rIns="91439" bIns="45719"/>
          <a:lstStyle/>
          <a:p>
            <a:endParaRPr/>
          </a:p>
        </p:txBody>
      </p:sp>
      <p:sp>
        <p:nvSpPr>
          <p:cNvPr id="1578" name="Picture Placeholder 9"/>
          <p:cNvSpPr>
            <a:spLocks noGrp="1"/>
          </p:cNvSpPr>
          <p:nvPr>
            <p:ph type="pic" sz="quarter" idx="22"/>
          </p:nvPr>
        </p:nvSpPr>
        <p:spPr>
          <a:xfrm>
            <a:off x="6096000" y="1554480"/>
            <a:ext cx="5486400" cy="2286001"/>
          </a:xfrm>
          <a:prstGeom prst="rect">
            <a:avLst/>
          </a:prstGeom>
        </p:spPr>
        <p:txBody>
          <a:bodyPr lIns="91439" tIns="45719" rIns="91439" bIns="45719"/>
          <a:lstStyle/>
          <a:p>
            <a:endParaRPr/>
          </a:p>
        </p:txBody>
      </p:sp>
      <p:sp>
        <p:nvSpPr>
          <p:cNvPr id="1579" name="Picture Placeholder 7"/>
          <p:cNvSpPr>
            <a:spLocks noGrp="1"/>
          </p:cNvSpPr>
          <p:nvPr>
            <p:ph type="pic" sz="quarter" idx="23"/>
          </p:nvPr>
        </p:nvSpPr>
        <p:spPr>
          <a:xfrm>
            <a:off x="609600" y="3840479"/>
            <a:ext cx="5486400" cy="2286001"/>
          </a:xfrm>
          <a:prstGeom prst="rect">
            <a:avLst/>
          </a:prstGeom>
        </p:spPr>
        <p:txBody>
          <a:bodyPr lIns="91439" tIns="45719" rIns="91439" bIns="45719"/>
          <a:lstStyle/>
          <a:p>
            <a:endParaRPr/>
          </a:p>
        </p:txBody>
      </p:sp>
      <p:sp>
        <p:nvSpPr>
          <p:cNvPr id="1580" name="Picture Placeholder 9"/>
          <p:cNvSpPr>
            <a:spLocks noGrp="1"/>
          </p:cNvSpPr>
          <p:nvPr>
            <p:ph type="pic" sz="quarter" idx="24"/>
          </p:nvPr>
        </p:nvSpPr>
        <p:spPr>
          <a:xfrm>
            <a:off x="6096000" y="3840479"/>
            <a:ext cx="5486400" cy="2286001"/>
          </a:xfrm>
          <a:prstGeom prst="rect">
            <a:avLst/>
          </a:prstGeom>
        </p:spPr>
        <p:txBody>
          <a:bodyPr lIns="91439" tIns="45719" rIns="91439" bIns="45719"/>
          <a:lstStyle/>
          <a:p>
            <a:endParaRPr/>
          </a:p>
        </p:txBody>
      </p:sp>
      <p:sp>
        <p:nvSpPr>
          <p:cNvPr id="1581"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BEBEBE"/>
                </a:solidFill>
              </a:defRPr>
            </a:lvl1pPr>
          </a:lstStyle>
          <a:p>
            <a:r>
              <a:t>© 2024 Adobe. All Rights Reserved. Adobe Confidential.</a:t>
            </a:r>
          </a:p>
        </p:txBody>
      </p:sp>
      <p:sp>
        <p:nvSpPr>
          <p:cNvPr id="1582" name="Slide Number"/>
          <p:cNvSpPr txBox="1">
            <a:spLocks noGrp="1"/>
          </p:cNvSpPr>
          <p:nvPr>
            <p:ph type="sldNum" sz="quarter" idx="2"/>
          </p:nvPr>
        </p:nvSpPr>
        <p:spPr>
          <a:xfrm>
            <a:off x="11805084" y="6583680"/>
            <a:ext cx="127001" cy="127001"/>
          </a:xfrm>
          <a:prstGeom prst="rect">
            <a:avLst/>
          </a:prstGeom>
        </p:spPr>
        <p:txBody>
          <a:bodyPr/>
          <a:lstStyle>
            <a:lvl1pPr>
              <a:defRPr>
                <a:solidFill>
                  <a:srgbClr val="BEBEBE"/>
                </a:solidFill>
              </a:defRPr>
            </a:lvl1pPr>
          </a:lstStyle>
          <a:p>
            <a:fld id="{86CB4B4D-7CA3-9044-876B-883B54F8677D}" type="slidenum">
              <a:t>‹#›</a:t>
            </a:fld>
            <a:endParaRPr/>
          </a:p>
        </p:txBody>
      </p:sp>
    </p:spTree>
  </p:cSld>
  <p:clrMapOvr>
    <a:masterClrMapping/>
  </p:clrMapOvr>
  <p:transition spd="med"/>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type="tx">
  <p:cSld name="Grid Dark - 3x2">
    <p:bg>
      <p:bgPr>
        <a:solidFill>
          <a:srgbClr val="000000"/>
        </a:solidFill>
        <a:effectLst/>
      </p:bgPr>
    </p:bg>
    <p:spTree>
      <p:nvGrpSpPr>
        <p:cNvPr id="1" name=""/>
        <p:cNvGrpSpPr/>
        <p:nvPr/>
      </p:nvGrpSpPr>
      <p:grpSpPr>
        <a:xfrm>
          <a:off x="0" y="0"/>
          <a:ext cx="0" cy="0"/>
          <a:chOff x="0" y="0"/>
          <a:chExt cx="0" cy="0"/>
        </a:xfrm>
      </p:grpSpPr>
      <p:sp>
        <p:nvSpPr>
          <p:cNvPr id="1589"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1590"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1591"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1592"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593"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1594"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1595"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1596"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1597"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1598"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1599"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1600"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1601"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1602"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1603"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1604"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605"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1606"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1607"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1608"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1609"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1610"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1611"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1612"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1613"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1614"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1615"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1616"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1617" name="Title Text"/>
          <p:cNvSpPr txBox="1">
            <a:spLocks noGrp="1"/>
          </p:cNvSpPr>
          <p:nvPr>
            <p:ph type="title"/>
          </p:nvPr>
        </p:nvSpPr>
        <p:spPr>
          <a:xfrm>
            <a:off x="609600" y="264084"/>
            <a:ext cx="10972800" cy="946391"/>
          </a:xfrm>
          <a:prstGeom prst="rect">
            <a:avLst/>
          </a:prstGeom>
        </p:spPr>
        <p:txBody>
          <a:bodyPr/>
          <a:lstStyle>
            <a:lvl1pPr>
              <a:defRPr sz="3200" b="1">
                <a:solidFill>
                  <a:srgbClr val="FFFFFF"/>
                </a:solidFill>
              </a:defRPr>
            </a:lvl1pPr>
          </a:lstStyle>
          <a:p>
            <a:r>
              <a:t>Title Text</a:t>
            </a:r>
          </a:p>
        </p:txBody>
      </p:sp>
      <p:sp>
        <p:nvSpPr>
          <p:cNvPr id="1618" name="Picture Placeholder 7"/>
          <p:cNvSpPr>
            <a:spLocks noGrp="1"/>
          </p:cNvSpPr>
          <p:nvPr>
            <p:ph type="pic" sz="quarter" idx="21"/>
          </p:nvPr>
        </p:nvSpPr>
        <p:spPr>
          <a:xfrm>
            <a:off x="609600" y="1554480"/>
            <a:ext cx="3657600" cy="2286001"/>
          </a:xfrm>
          <a:prstGeom prst="rect">
            <a:avLst/>
          </a:prstGeom>
        </p:spPr>
        <p:txBody>
          <a:bodyPr lIns="91439" tIns="45719" rIns="91439" bIns="45719"/>
          <a:lstStyle/>
          <a:p>
            <a:endParaRPr/>
          </a:p>
        </p:txBody>
      </p:sp>
      <p:sp>
        <p:nvSpPr>
          <p:cNvPr id="1619" name="Picture Placeholder 9"/>
          <p:cNvSpPr>
            <a:spLocks noGrp="1"/>
          </p:cNvSpPr>
          <p:nvPr>
            <p:ph type="pic" sz="quarter" idx="22"/>
          </p:nvPr>
        </p:nvSpPr>
        <p:spPr>
          <a:xfrm>
            <a:off x="4267200" y="1554480"/>
            <a:ext cx="3657600" cy="2286001"/>
          </a:xfrm>
          <a:prstGeom prst="rect">
            <a:avLst/>
          </a:prstGeom>
        </p:spPr>
        <p:txBody>
          <a:bodyPr lIns="91439" tIns="45719" rIns="91439" bIns="45719"/>
          <a:lstStyle/>
          <a:p>
            <a:endParaRPr/>
          </a:p>
        </p:txBody>
      </p:sp>
      <p:sp>
        <p:nvSpPr>
          <p:cNvPr id="1620" name="Picture Placeholder 11"/>
          <p:cNvSpPr>
            <a:spLocks noGrp="1"/>
          </p:cNvSpPr>
          <p:nvPr>
            <p:ph type="pic" sz="quarter" idx="23"/>
          </p:nvPr>
        </p:nvSpPr>
        <p:spPr>
          <a:xfrm>
            <a:off x="7924800" y="1554480"/>
            <a:ext cx="3657600" cy="2286001"/>
          </a:xfrm>
          <a:prstGeom prst="rect">
            <a:avLst/>
          </a:prstGeom>
        </p:spPr>
        <p:txBody>
          <a:bodyPr lIns="91439" tIns="45719" rIns="91439" bIns="45719"/>
          <a:lstStyle/>
          <a:p>
            <a:endParaRPr/>
          </a:p>
        </p:txBody>
      </p:sp>
      <p:sp>
        <p:nvSpPr>
          <p:cNvPr id="1621" name="Picture Placeholder 13"/>
          <p:cNvSpPr>
            <a:spLocks noGrp="1"/>
          </p:cNvSpPr>
          <p:nvPr>
            <p:ph type="pic" sz="quarter" idx="24"/>
          </p:nvPr>
        </p:nvSpPr>
        <p:spPr>
          <a:xfrm>
            <a:off x="609600" y="3840479"/>
            <a:ext cx="3657600" cy="2286001"/>
          </a:xfrm>
          <a:prstGeom prst="rect">
            <a:avLst/>
          </a:prstGeom>
        </p:spPr>
        <p:txBody>
          <a:bodyPr lIns="91439" tIns="45719" rIns="91439" bIns="45719"/>
          <a:lstStyle/>
          <a:p>
            <a:endParaRPr/>
          </a:p>
        </p:txBody>
      </p:sp>
      <p:sp>
        <p:nvSpPr>
          <p:cNvPr id="1622" name="Picture Placeholder 15"/>
          <p:cNvSpPr>
            <a:spLocks noGrp="1"/>
          </p:cNvSpPr>
          <p:nvPr>
            <p:ph type="pic" sz="quarter" idx="25"/>
          </p:nvPr>
        </p:nvSpPr>
        <p:spPr>
          <a:xfrm>
            <a:off x="4267200" y="3840479"/>
            <a:ext cx="3657600" cy="2286001"/>
          </a:xfrm>
          <a:prstGeom prst="rect">
            <a:avLst/>
          </a:prstGeom>
        </p:spPr>
        <p:txBody>
          <a:bodyPr lIns="91439" tIns="45719" rIns="91439" bIns="45719"/>
          <a:lstStyle/>
          <a:p>
            <a:endParaRPr/>
          </a:p>
        </p:txBody>
      </p:sp>
      <p:sp>
        <p:nvSpPr>
          <p:cNvPr id="1623" name="Picture Placeholder 17"/>
          <p:cNvSpPr>
            <a:spLocks noGrp="1"/>
          </p:cNvSpPr>
          <p:nvPr>
            <p:ph type="pic" sz="quarter" idx="26"/>
          </p:nvPr>
        </p:nvSpPr>
        <p:spPr>
          <a:xfrm>
            <a:off x="7924800" y="3840479"/>
            <a:ext cx="3657600" cy="2286001"/>
          </a:xfrm>
          <a:prstGeom prst="rect">
            <a:avLst/>
          </a:prstGeom>
        </p:spPr>
        <p:txBody>
          <a:bodyPr lIns="91439" tIns="45719" rIns="91439" bIns="45719"/>
          <a:lstStyle/>
          <a:p>
            <a:endParaRPr/>
          </a:p>
        </p:txBody>
      </p:sp>
      <p:sp>
        <p:nvSpPr>
          <p:cNvPr id="1624"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BEBEBE"/>
                </a:solidFill>
              </a:defRPr>
            </a:lvl1pPr>
          </a:lstStyle>
          <a:p>
            <a:r>
              <a:t>© 2024 Adobe. All Rights Reserved. Adobe Confidential.</a:t>
            </a:r>
          </a:p>
        </p:txBody>
      </p:sp>
      <p:sp>
        <p:nvSpPr>
          <p:cNvPr id="1625" name="Slide Number"/>
          <p:cNvSpPr txBox="1">
            <a:spLocks noGrp="1"/>
          </p:cNvSpPr>
          <p:nvPr>
            <p:ph type="sldNum" sz="quarter" idx="2"/>
          </p:nvPr>
        </p:nvSpPr>
        <p:spPr>
          <a:xfrm>
            <a:off x="11805084" y="6583680"/>
            <a:ext cx="127001" cy="127001"/>
          </a:xfrm>
          <a:prstGeom prst="rect">
            <a:avLst/>
          </a:prstGeom>
        </p:spPr>
        <p:txBody>
          <a:bodyPr/>
          <a:lstStyle>
            <a:lvl1pPr>
              <a:defRPr>
                <a:solidFill>
                  <a:srgbClr val="BEBEBE"/>
                </a:solidFill>
              </a:defRPr>
            </a:lvl1pPr>
          </a:lstStyle>
          <a:p>
            <a:fld id="{86CB4B4D-7CA3-9044-876B-883B54F8677D}" type="slidenum">
              <a:t>‹#›</a:t>
            </a:fld>
            <a:endParaRPr/>
          </a:p>
        </p:txBody>
      </p:sp>
    </p:spTree>
  </p:cSld>
  <p:clrMapOvr>
    <a:masterClrMapping/>
  </p:clrMapOvr>
  <p:transition spd="med"/>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type="tx">
  <p:cSld name="Grid Dark - 8x4">
    <p:bg>
      <p:bgPr>
        <a:solidFill>
          <a:srgbClr val="000000"/>
        </a:solidFill>
        <a:effectLst/>
      </p:bgPr>
    </p:bg>
    <p:spTree>
      <p:nvGrpSpPr>
        <p:cNvPr id="1" name=""/>
        <p:cNvGrpSpPr/>
        <p:nvPr/>
      </p:nvGrpSpPr>
      <p:grpSpPr>
        <a:xfrm>
          <a:off x="0" y="0"/>
          <a:ext cx="0" cy="0"/>
          <a:chOff x="0" y="0"/>
          <a:chExt cx="0" cy="0"/>
        </a:xfrm>
      </p:grpSpPr>
      <p:sp>
        <p:nvSpPr>
          <p:cNvPr id="1632"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1633"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1634"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1635"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636"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1637"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1638"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1639"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1640"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1641"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1642"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1643"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1644"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1645"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1646"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1647"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648"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1649"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1650"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1651"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1652"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1653"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1654"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1655"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1656"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1657"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1658"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1659"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1660" name="Title Text"/>
          <p:cNvSpPr txBox="1">
            <a:spLocks noGrp="1"/>
          </p:cNvSpPr>
          <p:nvPr>
            <p:ph type="title"/>
          </p:nvPr>
        </p:nvSpPr>
        <p:spPr>
          <a:xfrm>
            <a:off x="609600" y="264084"/>
            <a:ext cx="10972800" cy="946391"/>
          </a:xfrm>
          <a:prstGeom prst="rect">
            <a:avLst/>
          </a:prstGeom>
        </p:spPr>
        <p:txBody>
          <a:bodyPr/>
          <a:lstStyle>
            <a:lvl1pPr>
              <a:defRPr sz="3200" b="1">
                <a:solidFill>
                  <a:srgbClr val="FFFFFF"/>
                </a:solidFill>
              </a:defRPr>
            </a:lvl1pPr>
          </a:lstStyle>
          <a:p>
            <a:r>
              <a:t>Title Text</a:t>
            </a:r>
          </a:p>
        </p:txBody>
      </p:sp>
      <p:sp>
        <p:nvSpPr>
          <p:cNvPr id="1661" name="Rectangle 5"/>
          <p:cNvSpPr/>
          <p:nvPr/>
        </p:nvSpPr>
        <p:spPr>
          <a:xfrm>
            <a:off x="609599" y="1334323"/>
            <a:ext cx="1268843"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62" name="Rectangle 13"/>
          <p:cNvSpPr/>
          <p:nvPr/>
        </p:nvSpPr>
        <p:spPr>
          <a:xfrm>
            <a:off x="1995879" y="1334323"/>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63" name="Rectangle 14"/>
          <p:cNvSpPr/>
          <p:nvPr/>
        </p:nvSpPr>
        <p:spPr>
          <a:xfrm>
            <a:off x="3382159" y="1334323"/>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64" name="Rectangle 15"/>
          <p:cNvSpPr/>
          <p:nvPr/>
        </p:nvSpPr>
        <p:spPr>
          <a:xfrm>
            <a:off x="4768439" y="1334323"/>
            <a:ext cx="1268843"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65" name="Rectangle 16"/>
          <p:cNvSpPr/>
          <p:nvPr/>
        </p:nvSpPr>
        <p:spPr>
          <a:xfrm>
            <a:off x="6154720" y="1334323"/>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66" name="Rectangle 17"/>
          <p:cNvSpPr/>
          <p:nvPr/>
        </p:nvSpPr>
        <p:spPr>
          <a:xfrm>
            <a:off x="7541000" y="1334323"/>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67" name="Rectangle 18"/>
          <p:cNvSpPr/>
          <p:nvPr/>
        </p:nvSpPr>
        <p:spPr>
          <a:xfrm>
            <a:off x="8927279" y="1334323"/>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68" name="Rectangle 19"/>
          <p:cNvSpPr/>
          <p:nvPr/>
        </p:nvSpPr>
        <p:spPr>
          <a:xfrm>
            <a:off x="10313558" y="1334323"/>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69" name="Rectangle 20"/>
          <p:cNvSpPr/>
          <p:nvPr/>
        </p:nvSpPr>
        <p:spPr>
          <a:xfrm>
            <a:off x="609599" y="2608440"/>
            <a:ext cx="1268843"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70" name="Rectangle 21"/>
          <p:cNvSpPr/>
          <p:nvPr/>
        </p:nvSpPr>
        <p:spPr>
          <a:xfrm>
            <a:off x="1995879" y="2608440"/>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71" name="Rectangle 22"/>
          <p:cNvSpPr/>
          <p:nvPr/>
        </p:nvSpPr>
        <p:spPr>
          <a:xfrm>
            <a:off x="3382159" y="2608440"/>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72" name="Rectangle 23"/>
          <p:cNvSpPr/>
          <p:nvPr/>
        </p:nvSpPr>
        <p:spPr>
          <a:xfrm>
            <a:off x="4768439" y="2608440"/>
            <a:ext cx="1268843"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73" name="Rectangle 24"/>
          <p:cNvSpPr/>
          <p:nvPr/>
        </p:nvSpPr>
        <p:spPr>
          <a:xfrm>
            <a:off x="6154720" y="2608440"/>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74" name="Rectangle 25"/>
          <p:cNvSpPr/>
          <p:nvPr/>
        </p:nvSpPr>
        <p:spPr>
          <a:xfrm>
            <a:off x="7541000" y="2608440"/>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75" name="Rectangle 26"/>
          <p:cNvSpPr/>
          <p:nvPr/>
        </p:nvSpPr>
        <p:spPr>
          <a:xfrm>
            <a:off x="8927279" y="2608440"/>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76" name="Rectangle 27"/>
          <p:cNvSpPr/>
          <p:nvPr/>
        </p:nvSpPr>
        <p:spPr>
          <a:xfrm>
            <a:off x="10313558" y="2608440"/>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77" name="Rectangle 28"/>
          <p:cNvSpPr/>
          <p:nvPr/>
        </p:nvSpPr>
        <p:spPr>
          <a:xfrm>
            <a:off x="609599" y="3882556"/>
            <a:ext cx="1268843"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78" name="Rectangle 29"/>
          <p:cNvSpPr/>
          <p:nvPr/>
        </p:nvSpPr>
        <p:spPr>
          <a:xfrm>
            <a:off x="1995879" y="3882556"/>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79" name="Rectangle 30"/>
          <p:cNvSpPr/>
          <p:nvPr/>
        </p:nvSpPr>
        <p:spPr>
          <a:xfrm>
            <a:off x="3382159" y="3882556"/>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80" name="Rectangle 31"/>
          <p:cNvSpPr/>
          <p:nvPr/>
        </p:nvSpPr>
        <p:spPr>
          <a:xfrm>
            <a:off x="4768439" y="3882556"/>
            <a:ext cx="1268843"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81" name="Rectangle 32"/>
          <p:cNvSpPr/>
          <p:nvPr/>
        </p:nvSpPr>
        <p:spPr>
          <a:xfrm>
            <a:off x="6154720" y="3882556"/>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82" name="Rectangle 33"/>
          <p:cNvSpPr/>
          <p:nvPr/>
        </p:nvSpPr>
        <p:spPr>
          <a:xfrm>
            <a:off x="7541000" y="3882556"/>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83" name="Rectangle 34"/>
          <p:cNvSpPr/>
          <p:nvPr/>
        </p:nvSpPr>
        <p:spPr>
          <a:xfrm>
            <a:off x="8927279" y="3882556"/>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84" name="Rectangle 35"/>
          <p:cNvSpPr/>
          <p:nvPr/>
        </p:nvSpPr>
        <p:spPr>
          <a:xfrm>
            <a:off x="10313558" y="3882556"/>
            <a:ext cx="1268842" cy="1167927"/>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85" name="Rectangle 36"/>
          <p:cNvSpPr/>
          <p:nvPr/>
        </p:nvSpPr>
        <p:spPr>
          <a:xfrm>
            <a:off x="609599" y="5156674"/>
            <a:ext cx="1268843" cy="1167926"/>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86" name="Rectangle 37"/>
          <p:cNvSpPr/>
          <p:nvPr/>
        </p:nvSpPr>
        <p:spPr>
          <a:xfrm>
            <a:off x="1995879" y="5156674"/>
            <a:ext cx="1268842" cy="1167926"/>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87" name="Rectangle 38"/>
          <p:cNvSpPr/>
          <p:nvPr/>
        </p:nvSpPr>
        <p:spPr>
          <a:xfrm>
            <a:off x="3382159" y="5156674"/>
            <a:ext cx="1268842" cy="1167926"/>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88" name="Rectangle 39"/>
          <p:cNvSpPr/>
          <p:nvPr/>
        </p:nvSpPr>
        <p:spPr>
          <a:xfrm>
            <a:off x="4768439" y="5156674"/>
            <a:ext cx="1268843" cy="1167926"/>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89" name="Rectangle 40"/>
          <p:cNvSpPr/>
          <p:nvPr/>
        </p:nvSpPr>
        <p:spPr>
          <a:xfrm>
            <a:off x="6154720" y="5156674"/>
            <a:ext cx="1268842" cy="1167926"/>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90" name="Rectangle 41"/>
          <p:cNvSpPr/>
          <p:nvPr/>
        </p:nvSpPr>
        <p:spPr>
          <a:xfrm>
            <a:off x="7541000" y="5156674"/>
            <a:ext cx="1268842" cy="1167926"/>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91" name="Rectangle 42"/>
          <p:cNvSpPr/>
          <p:nvPr/>
        </p:nvSpPr>
        <p:spPr>
          <a:xfrm>
            <a:off x="8927279" y="5156674"/>
            <a:ext cx="1268842" cy="1167926"/>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92" name="Rectangle 43"/>
          <p:cNvSpPr/>
          <p:nvPr/>
        </p:nvSpPr>
        <p:spPr>
          <a:xfrm>
            <a:off x="10313558" y="5156674"/>
            <a:ext cx="1268842" cy="1167926"/>
          </a:xfrm>
          <a:prstGeom prst="rect">
            <a:avLst/>
          </a:prstGeom>
          <a:solidFill>
            <a:srgbClr val="FFFFFF"/>
          </a:solidFill>
          <a:ln w="12700">
            <a:miter lim="400000"/>
          </a:ln>
        </p:spPr>
        <p:txBody>
          <a:bodyPr lIns="45719" rIns="45719" anchor="ctr"/>
          <a:lstStyle/>
          <a:p>
            <a:pPr>
              <a:spcBef>
                <a:spcPts val="1200"/>
              </a:spcBef>
              <a:defRPr sz="1400"/>
            </a:pPr>
            <a:endParaRPr/>
          </a:p>
        </p:txBody>
      </p:sp>
      <p:sp>
        <p:nvSpPr>
          <p:cNvPr id="1693" name="row 1 Picture Placeholder 1"/>
          <p:cNvSpPr>
            <a:spLocks noGrp="1"/>
          </p:cNvSpPr>
          <p:nvPr>
            <p:ph type="pic" sz="quarter" idx="21"/>
          </p:nvPr>
        </p:nvSpPr>
        <p:spPr>
          <a:xfrm>
            <a:off x="652604" y="1374235"/>
            <a:ext cx="1182832" cy="1088106"/>
          </a:xfrm>
          <a:prstGeom prst="rect">
            <a:avLst/>
          </a:prstGeom>
        </p:spPr>
        <p:txBody>
          <a:bodyPr lIns="91439" tIns="45719" rIns="91439" bIns="45719"/>
          <a:lstStyle/>
          <a:p>
            <a:endParaRPr/>
          </a:p>
        </p:txBody>
      </p:sp>
      <p:sp>
        <p:nvSpPr>
          <p:cNvPr id="1694" name="row 1 Picture Placeholder 2"/>
          <p:cNvSpPr>
            <a:spLocks noGrp="1"/>
          </p:cNvSpPr>
          <p:nvPr>
            <p:ph type="pic" sz="quarter" idx="22"/>
          </p:nvPr>
        </p:nvSpPr>
        <p:spPr>
          <a:xfrm>
            <a:off x="2034594" y="1374235"/>
            <a:ext cx="1182833" cy="1088106"/>
          </a:xfrm>
          <a:prstGeom prst="rect">
            <a:avLst/>
          </a:prstGeom>
        </p:spPr>
        <p:txBody>
          <a:bodyPr lIns="91439" tIns="45719" rIns="91439" bIns="45719"/>
          <a:lstStyle/>
          <a:p>
            <a:endParaRPr/>
          </a:p>
        </p:txBody>
      </p:sp>
      <p:sp>
        <p:nvSpPr>
          <p:cNvPr id="1695" name="row 1 Picture Placeholder 3"/>
          <p:cNvSpPr>
            <a:spLocks noGrp="1"/>
          </p:cNvSpPr>
          <p:nvPr>
            <p:ph type="pic" sz="quarter" idx="23"/>
          </p:nvPr>
        </p:nvSpPr>
        <p:spPr>
          <a:xfrm>
            <a:off x="3421781" y="1374235"/>
            <a:ext cx="1182833" cy="1088106"/>
          </a:xfrm>
          <a:prstGeom prst="rect">
            <a:avLst/>
          </a:prstGeom>
        </p:spPr>
        <p:txBody>
          <a:bodyPr lIns="91439" tIns="45719" rIns="91439" bIns="45719"/>
          <a:lstStyle/>
          <a:p>
            <a:endParaRPr/>
          </a:p>
        </p:txBody>
      </p:sp>
      <p:sp>
        <p:nvSpPr>
          <p:cNvPr id="1696" name="row 1 Picture Placeholder 4"/>
          <p:cNvSpPr>
            <a:spLocks noGrp="1"/>
          </p:cNvSpPr>
          <p:nvPr>
            <p:ph type="pic" sz="quarter" idx="24"/>
          </p:nvPr>
        </p:nvSpPr>
        <p:spPr>
          <a:xfrm>
            <a:off x="4814163" y="1374235"/>
            <a:ext cx="1182833" cy="1088106"/>
          </a:xfrm>
          <a:prstGeom prst="rect">
            <a:avLst/>
          </a:prstGeom>
        </p:spPr>
        <p:txBody>
          <a:bodyPr lIns="91439" tIns="45719" rIns="91439" bIns="45719"/>
          <a:lstStyle/>
          <a:p>
            <a:endParaRPr/>
          </a:p>
        </p:txBody>
      </p:sp>
      <p:sp>
        <p:nvSpPr>
          <p:cNvPr id="1697" name="row 1 Picture Placeholder 5"/>
          <p:cNvSpPr>
            <a:spLocks noGrp="1"/>
          </p:cNvSpPr>
          <p:nvPr>
            <p:ph type="pic" sz="quarter" idx="25"/>
          </p:nvPr>
        </p:nvSpPr>
        <p:spPr>
          <a:xfrm>
            <a:off x="6196153" y="1374235"/>
            <a:ext cx="1182833" cy="1088106"/>
          </a:xfrm>
          <a:prstGeom prst="rect">
            <a:avLst/>
          </a:prstGeom>
        </p:spPr>
        <p:txBody>
          <a:bodyPr lIns="91439" tIns="45719" rIns="91439" bIns="45719"/>
          <a:lstStyle/>
          <a:p>
            <a:endParaRPr/>
          </a:p>
        </p:txBody>
      </p:sp>
      <p:sp>
        <p:nvSpPr>
          <p:cNvPr id="1698" name="row 1 Picture Placeholder 6"/>
          <p:cNvSpPr>
            <a:spLocks noGrp="1"/>
          </p:cNvSpPr>
          <p:nvPr>
            <p:ph type="pic" sz="quarter" idx="26"/>
          </p:nvPr>
        </p:nvSpPr>
        <p:spPr>
          <a:xfrm>
            <a:off x="7583340" y="1374235"/>
            <a:ext cx="1182833" cy="1088106"/>
          </a:xfrm>
          <a:prstGeom prst="rect">
            <a:avLst/>
          </a:prstGeom>
        </p:spPr>
        <p:txBody>
          <a:bodyPr lIns="91439" tIns="45719" rIns="91439" bIns="45719"/>
          <a:lstStyle/>
          <a:p>
            <a:endParaRPr/>
          </a:p>
        </p:txBody>
      </p:sp>
      <p:sp>
        <p:nvSpPr>
          <p:cNvPr id="1699" name="row 1 Picture Placeholder 7"/>
          <p:cNvSpPr>
            <a:spLocks noGrp="1"/>
          </p:cNvSpPr>
          <p:nvPr>
            <p:ph type="pic" sz="quarter" idx="27"/>
          </p:nvPr>
        </p:nvSpPr>
        <p:spPr>
          <a:xfrm>
            <a:off x="8970526" y="1374235"/>
            <a:ext cx="1182833" cy="1088106"/>
          </a:xfrm>
          <a:prstGeom prst="rect">
            <a:avLst/>
          </a:prstGeom>
        </p:spPr>
        <p:txBody>
          <a:bodyPr lIns="91439" tIns="45719" rIns="91439" bIns="45719"/>
          <a:lstStyle/>
          <a:p>
            <a:endParaRPr/>
          </a:p>
        </p:txBody>
      </p:sp>
      <p:sp>
        <p:nvSpPr>
          <p:cNvPr id="1700" name="row 1 Picture Placeholder 8"/>
          <p:cNvSpPr>
            <a:spLocks noGrp="1"/>
          </p:cNvSpPr>
          <p:nvPr>
            <p:ph type="pic" sz="quarter" idx="28"/>
          </p:nvPr>
        </p:nvSpPr>
        <p:spPr>
          <a:xfrm>
            <a:off x="10357712" y="1374235"/>
            <a:ext cx="1182833" cy="1088106"/>
          </a:xfrm>
          <a:prstGeom prst="rect">
            <a:avLst/>
          </a:prstGeom>
        </p:spPr>
        <p:txBody>
          <a:bodyPr lIns="91439" tIns="45719" rIns="91439" bIns="45719"/>
          <a:lstStyle/>
          <a:p>
            <a:endParaRPr/>
          </a:p>
        </p:txBody>
      </p:sp>
      <p:sp>
        <p:nvSpPr>
          <p:cNvPr id="1701" name="row 2 Picture Placeholder 1"/>
          <p:cNvSpPr>
            <a:spLocks noGrp="1"/>
          </p:cNvSpPr>
          <p:nvPr>
            <p:ph type="pic" sz="quarter" idx="29"/>
          </p:nvPr>
        </p:nvSpPr>
        <p:spPr>
          <a:xfrm>
            <a:off x="652604" y="2645822"/>
            <a:ext cx="1182832" cy="1088106"/>
          </a:xfrm>
          <a:prstGeom prst="rect">
            <a:avLst/>
          </a:prstGeom>
        </p:spPr>
        <p:txBody>
          <a:bodyPr lIns="91439" tIns="45719" rIns="91439" bIns="45719"/>
          <a:lstStyle/>
          <a:p>
            <a:endParaRPr/>
          </a:p>
        </p:txBody>
      </p:sp>
      <p:sp>
        <p:nvSpPr>
          <p:cNvPr id="1702" name="row 2 Picture Placeholder 2"/>
          <p:cNvSpPr>
            <a:spLocks noGrp="1"/>
          </p:cNvSpPr>
          <p:nvPr>
            <p:ph type="pic" sz="quarter" idx="30"/>
          </p:nvPr>
        </p:nvSpPr>
        <p:spPr>
          <a:xfrm>
            <a:off x="2034594" y="2645822"/>
            <a:ext cx="1182833" cy="1088106"/>
          </a:xfrm>
          <a:prstGeom prst="rect">
            <a:avLst/>
          </a:prstGeom>
        </p:spPr>
        <p:txBody>
          <a:bodyPr lIns="91439" tIns="45719" rIns="91439" bIns="45719"/>
          <a:lstStyle/>
          <a:p>
            <a:endParaRPr/>
          </a:p>
        </p:txBody>
      </p:sp>
      <p:sp>
        <p:nvSpPr>
          <p:cNvPr id="1703" name="row 2 Picture Placeholder 3"/>
          <p:cNvSpPr>
            <a:spLocks noGrp="1"/>
          </p:cNvSpPr>
          <p:nvPr>
            <p:ph type="pic" sz="quarter" idx="31"/>
          </p:nvPr>
        </p:nvSpPr>
        <p:spPr>
          <a:xfrm>
            <a:off x="3421781" y="2645822"/>
            <a:ext cx="1182833" cy="1088106"/>
          </a:xfrm>
          <a:prstGeom prst="rect">
            <a:avLst/>
          </a:prstGeom>
        </p:spPr>
        <p:txBody>
          <a:bodyPr lIns="91439" tIns="45719" rIns="91439" bIns="45719"/>
          <a:lstStyle/>
          <a:p>
            <a:endParaRPr/>
          </a:p>
        </p:txBody>
      </p:sp>
      <p:sp>
        <p:nvSpPr>
          <p:cNvPr id="1704" name="row 2 Picture Placeholder 4"/>
          <p:cNvSpPr>
            <a:spLocks noGrp="1"/>
          </p:cNvSpPr>
          <p:nvPr>
            <p:ph type="pic" sz="quarter" idx="32"/>
          </p:nvPr>
        </p:nvSpPr>
        <p:spPr>
          <a:xfrm>
            <a:off x="4814163" y="2645822"/>
            <a:ext cx="1182833" cy="1088106"/>
          </a:xfrm>
          <a:prstGeom prst="rect">
            <a:avLst/>
          </a:prstGeom>
        </p:spPr>
        <p:txBody>
          <a:bodyPr lIns="91439" tIns="45719" rIns="91439" bIns="45719"/>
          <a:lstStyle/>
          <a:p>
            <a:endParaRPr/>
          </a:p>
        </p:txBody>
      </p:sp>
      <p:sp>
        <p:nvSpPr>
          <p:cNvPr id="1705" name="row 2 Picture Placeholder 5"/>
          <p:cNvSpPr>
            <a:spLocks noGrp="1"/>
          </p:cNvSpPr>
          <p:nvPr>
            <p:ph type="pic" sz="quarter" idx="33"/>
          </p:nvPr>
        </p:nvSpPr>
        <p:spPr>
          <a:xfrm>
            <a:off x="6196153" y="2645822"/>
            <a:ext cx="1182833" cy="1088106"/>
          </a:xfrm>
          <a:prstGeom prst="rect">
            <a:avLst/>
          </a:prstGeom>
        </p:spPr>
        <p:txBody>
          <a:bodyPr lIns="91439" tIns="45719" rIns="91439" bIns="45719"/>
          <a:lstStyle/>
          <a:p>
            <a:endParaRPr/>
          </a:p>
        </p:txBody>
      </p:sp>
      <p:sp>
        <p:nvSpPr>
          <p:cNvPr id="1706" name="row 2 Picture Placeholder 6"/>
          <p:cNvSpPr>
            <a:spLocks noGrp="1"/>
          </p:cNvSpPr>
          <p:nvPr>
            <p:ph type="pic" sz="quarter" idx="34"/>
          </p:nvPr>
        </p:nvSpPr>
        <p:spPr>
          <a:xfrm>
            <a:off x="7583340" y="2645822"/>
            <a:ext cx="1182833" cy="1088106"/>
          </a:xfrm>
          <a:prstGeom prst="rect">
            <a:avLst/>
          </a:prstGeom>
        </p:spPr>
        <p:txBody>
          <a:bodyPr lIns="91439" tIns="45719" rIns="91439" bIns="45719"/>
          <a:lstStyle/>
          <a:p>
            <a:endParaRPr/>
          </a:p>
        </p:txBody>
      </p:sp>
      <p:sp>
        <p:nvSpPr>
          <p:cNvPr id="1707" name="row 2 Picture Placeholder 7"/>
          <p:cNvSpPr>
            <a:spLocks noGrp="1"/>
          </p:cNvSpPr>
          <p:nvPr>
            <p:ph type="pic" sz="quarter" idx="35"/>
          </p:nvPr>
        </p:nvSpPr>
        <p:spPr>
          <a:xfrm>
            <a:off x="8970526" y="2645822"/>
            <a:ext cx="1182833" cy="1088106"/>
          </a:xfrm>
          <a:prstGeom prst="rect">
            <a:avLst/>
          </a:prstGeom>
        </p:spPr>
        <p:txBody>
          <a:bodyPr lIns="91439" tIns="45719" rIns="91439" bIns="45719"/>
          <a:lstStyle/>
          <a:p>
            <a:endParaRPr/>
          </a:p>
        </p:txBody>
      </p:sp>
      <p:sp>
        <p:nvSpPr>
          <p:cNvPr id="1708" name="row 2 Picture Placeholder 8"/>
          <p:cNvSpPr>
            <a:spLocks noGrp="1"/>
          </p:cNvSpPr>
          <p:nvPr>
            <p:ph type="pic" sz="quarter" idx="36"/>
          </p:nvPr>
        </p:nvSpPr>
        <p:spPr>
          <a:xfrm>
            <a:off x="10357712" y="2645822"/>
            <a:ext cx="1182833" cy="1088106"/>
          </a:xfrm>
          <a:prstGeom prst="rect">
            <a:avLst/>
          </a:prstGeom>
        </p:spPr>
        <p:txBody>
          <a:bodyPr lIns="91439" tIns="45719" rIns="91439" bIns="45719"/>
          <a:lstStyle/>
          <a:p>
            <a:endParaRPr/>
          </a:p>
        </p:txBody>
      </p:sp>
      <p:sp>
        <p:nvSpPr>
          <p:cNvPr id="1709" name="row 3 Picture Placeholder 1"/>
          <p:cNvSpPr>
            <a:spLocks noGrp="1"/>
          </p:cNvSpPr>
          <p:nvPr>
            <p:ph type="pic" sz="quarter" idx="37"/>
          </p:nvPr>
        </p:nvSpPr>
        <p:spPr>
          <a:xfrm>
            <a:off x="652604" y="3924553"/>
            <a:ext cx="1182832" cy="1088106"/>
          </a:xfrm>
          <a:prstGeom prst="rect">
            <a:avLst/>
          </a:prstGeom>
        </p:spPr>
        <p:txBody>
          <a:bodyPr lIns="91439" tIns="45719" rIns="91439" bIns="45719"/>
          <a:lstStyle/>
          <a:p>
            <a:endParaRPr/>
          </a:p>
        </p:txBody>
      </p:sp>
      <p:sp>
        <p:nvSpPr>
          <p:cNvPr id="1710" name="row 3 Picture Placeholder 2"/>
          <p:cNvSpPr>
            <a:spLocks noGrp="1"/>
          </p:cNvSpPr>
          <p:nvPr>
            <p:ph type="pic" sz="quarter" idx="38"/>
          </p:nvPr>
        </p:nvSpPr>
        <p:spPr>
          <a:xfrm>
            <a:off x="2034594" y="3924553"/>
            <a:ext cx="1182833" cy="1088106"/>
          </a:xfrm>
          <a:prstGeom prst="rect">
            <a:avLst/>
          </a:prstGeom>
        </p:spPr>
        <p:txBody>
          <a:bodyPr lIns="91439" tIns="45719" rIns="91439" bIns="45719"/>
          <a:lstStyle/>
          <a:p>
            <a:endParaRPr/>
          </a:p>
        </p:txBody>
      </p:sp>
      <p:sp>
        <p:nvSpPr>
          <p:cNvPr id="1711" name="row 3 Picture Placeholder 3"/>
          <p:cNvSpPr>
            <a:spLocks noGrp="1"/>
          </p:cNvSpPr>
          <p:nvPr>
            <p:ph type="pic" sz="quarter" idx="39"/>
          </p:nvPr>
        </p:nvSpPr>
        <p:spPr>
          <a:xfrm>
            <a:off x="3421781" y="3924553"/>
            <a:ext cx="1182833" cy="1088106"/>
          </a:xfrm>
          <a:prstGeom prst="rect">
            <a:avLst/>
          </a:prstGeom>
        </p:spPr>
        <p:txBody>
          <a:bodyPr lIns="91439" tIns="45719" rIns="91439" bIns="45719"/>
          <a:lstStyle/>
          <a:p>
            <a:endParaRPr/>
          </a:p>
        </p:txBody>
      </p:sp>
      <p:sp>
        <p:nvSpPr>
          <p:cNvPr id="1712" name="row 3 Picture Placeholder 4"/>
          <p:cNvSpPr>
            <a:spLocks noGrp="1"/>
          </p:cNvSpPr>
          <p:nvPr>
            <p:ph type="pic" sz="quarter" idx="40"/>
          </p:nvPr>
        </p:nvSpPr>
        <p:spPr>
          <a:xfrm>
            <a:off x="4814163" y="3924553"/>
            <a:ext cx="1182833" cy="1088106"/>
          </a:xfrm>
          <a:prstGeom prst="rect">
            <a:avLst/>
          </a:prstGeom>
        </p:spPr>
        <p:txBody>
          <a:bodyPr lIns="91439" tIns="45719" rIns="91439" bIns="45719"/>
          <a:lstStyle/>
          <a:p>
            <a:endParaRPr/>
          </a:p>
        </p:txBody>
      </p:sp>
      <p:sp>
        <p:nvSpPr>
          <p:cNvPr id="1713" name="row 3 Picture Placeholder 5"/>
          <p:cNvSpPr>
            <a:spLocks noGrp="1"/>
          </p:cNvSpPr>
          <p:nvPr>
            <p:ph type="pic" sz="quarter" idx="41"/>
          </p:nvPr>
        </p:nvSpPr>
        <p:spPr>
          <a:xfrm>
            <a:off x="6196153" y="3924553"/>
            <a:ext cx="1182833" cy="1088106"/>
          </a:xfrm>
          <a:prstGeom prst="rect">
            <a:avLst/>
          </a:prstGeom>
        </p:spPr>
        <p:txBody>
          <a:bodyPr lIns="91439" tIns="45719" rIns="91439" bIns="45719"/>
          <a:lstStyle/>
          <a:p>
            <a:endParaRPr/>
          </a:p>
        </p:txBody>
      </p:sp>
      <p:sp>
        <p:nvSpPr>
          <p:cNvPr id="1714" name="row 3 Picture Placeholder 6"/>
          <p:cNvSpPr>
            <a:spLocks noGrp="1"/>
          </p:cNvSpPr>
          <p:nvPr>
            <p:ph type="pic" sz="quarter" idx="42"/>
          </p:nvPr>
        </p:nvSpPr>
        <p:spPr>
          <a:xfrm>
            <a:off x="7583340" y="3924553"/>
            <a:ext cx="1182833" cy="1088106"/>
          </a:xfrm>
          <a:prstGeom prst="rect">
            <a:avLst/>
          </a:prstGeom>
        </p:spPr>
        <p:txBody>
          <a:bodyPr lIns="91439" tIns="45719" rIns="91439" bIns="45719"/>
          <a:lstStyle/>
          <a:p>
            <a:endParaRPr/>
          </a:p>
        </p:txBody>
      </p:sp>
      <p:sp>
        <p:nvSpPr>
          <p:cNvPr id="1715" name="row 3 Picture Placeholder 7"/>
          <p:cNvSpPr>
            <a:spLocks noGrp="1"/>
          </p:cNvSpPr>
          <p:nvPr>
            <p:ph type="pic" sz="quarter" idx="43"/>
          </p:nvPr>
        </p:nvSpPr>
        <p:spPr>
          <a:xfrm>
            <a:off x="8970526" y="3924553"/>
            <a:ext cx="1182833" cy="1088106"/>
          </a:xfrm>
          <a:prstGeom prst="rect">
            <a:avLst/>
          </a:prstGeom>
        </p:spPr>
        <p:txBody>
          <a:bodyPr lIns="91439" tIns="45719" rIns="91439" bIns="45719"/>
          <a:lstStyle/>
          <a:p>
            <a:endParaRPr/>
          </a:p>
        </p:txBody>
      </p:sp>
      <p:sp>
        <p:nvSpPr>
          <p:cNvPr id="1716" name="row 3 Picture Placeholder 8"/>
          <p:cNvSpPr>
            <a:spLocks noGrp="1"/>
          </p:cNvSpPr>
          <p:nvPr>
            <p:ph type="pic" sz="quarter" idx="44"/>
          </p:nvPr>
        </p:nvSpPr>
        <p:spPr>
          <a:xfrm>
            <a:off x="10357712" y="3924553"/>
            <a:ext cx="1182833" cy="1088106"/>
          </a:xfrm>
          <a:prstGeom prst="rect">
            <a:avLst/>
          </a:prstGeom>
        </p:spPr>
        <p:txBody>
          <a:bodyPr lIns="91439" tIns="45719" rIns="91439" bIns="45719"/>
          <a:lstStyle/>
          <a:p>
            <a:endParaRPr/>
          </a:p>
        </p:txBody>
      </p:sp>
      <p:sp>
        <p:nvSpPr>
          <p:cNvPr id="1717" name="row 4 Picture Placeholder 1"/>
          <p:cNvSpPr>
            <a:spLocks noGrp="1"/>
          </p:cNvSpPr>
          <p:nvPr>
            <p:ph type="pic" sz="quarter" idx="45"/>
          </p:nvPr>
        </p:nvSpPr>
        <p:spPr>
          <a:xfrm>
            <a:off x="652604" y="5196140"/>
            <a:ext cx="1182832" cy="1088106"/>
          </a:xfrm>
          <a:prstGeom prst="rect">
            <a:avLst/>
          </a:prstGeom>
        </p:spPr>
        <p:txBody>
          <a:bodyPr lIns="91439" tIns="45719" rIns="91439" bIns="45719"/>
          <a:lstStyle/>
          <a:p>
            <a:endParaRPr/>
          </a:p>
        </p:txBody>
      </p:sp>
      <p:sp>
        <p:nvSpPr>
          <p:cNvPr id="1718" name="row 4 Picture Placeholder 2"/>
          <p:cNvSpPr>
            <a:spLocks noGrp="1"/>
          </p:cNvSpPr>
          <p:nvPr>
            <p:ph type="pic" sz="quarter" idx="46"/>
          </p:nvPr>
        </p:nvSpPr>
        <p:spPr>
          <a:xfrm>
            <a:off x="2034594" y="5196140"/>
            <a:ext cx="1182833" cy="1088106"/>
          </a:xfrm>
          <a:prstGeom prst="rect">
            <a:avLst/>
          </a:prstGeom>
        </p:spPr>
        <p:txBody>
          <a:bodyPr lIns="91439" tIns="45719" rIns="91439" bIns="45719"/>
          <a:lstStyle/>
          <a:p>
            <a:endParaRPr/>
          </a:p>
        </p:txBody>
      </p:sp>
      <p:sp>
        <p:nvSpPr>
          <p:cNvPr id="1719" name="row 4 Picture Placeholder 3"/>
          <p:cNvSpPr>
            <a:spLocks noGrp="1"/>
          </p:cNvSpPr>
          <p:nvPr>
            <p:ph type="pic" sz="quarter" idx="47"/>
          </p:nvPr>
        </p:nvSpPr>
        <p:spPr>
          <a:xfrm>
            <a:off x="3421781" y="5196140"/>
            <a:ext cx="1182833" cy="1088106"/>
          </a:xfrm>
          <a:prstGeom prst="rect">
            <a:avLst/>
          </a:prstGeom>
        </p:spPr>
        <p:txBody>
          <a:bodyPr lIns="91439" tIns="45719" rIns="91439" bIns="45719"/>
          <a:lstStyle/>
          <a:p>
            <a:endParaRPr/>
          </a:p>
        </p:txBody>
      </p:sp>
      <p:sp>
        <p:nvSpPr>
          <p:cNvPr id="1720" name="row 4 Picture Placeholder 4"/>
          <p:cNvSpPr>
            <a:spLocks noGrp="1"/>
          </p:cNvSpPr>
          <p:nvPr>
            <p:ph type="pic" sz="quarter" idx="48"/>
          </p:nvPr>
        </p:nvSpPr>
        <p:spPr>
          <a:xfrm>
            <a:off x="4814163" y="5196140"/>
            <a:ext cx="1182833" cy="1088106"/>
          </a:xfrm>
          <a:prstGeom prst="rect">
            <a:avLst/>
          </a:prstGeom>
        </p:spPr>
        <p:txBody>
          <a:bodyPr lIns="91439" tIns="45719" rIns="91439" bIns="45719"/>
          <a:lstStyle/>
          <a:p>
            <a:endParaRPr/>
          </a:p>
        </p:txBody>
      </p:sp>
      <p:sp>
        <p:nvSpPr>
          <p:cNvPr id="1721" name="row 4 Picture Placeholder 5"/>
          <p:cNvSpPr>
            <a:spLocks noGrp="1"/>
          </p:cNvSpPr>
          <p:nvPr>
            <p:ph type="pic" sz="quarter" idx="49"/>
          </p:nvPr>
        </p:nvSpPr>
        <p:spPr>
          <a:xfrm>
            <a:off x="6196153" y="5196140"/>
            <a:ext cx="1182833" cy="1088106"/>
          </a:xfrm>
          <a:prstGeom prst="rect">
            <a:avLst/>
          </a:prstGeom>
        </p:spPr>
        <p:txBody>
          <a:bodyPr lIns="91439" tIns="45719" rIns="91439" bIns="45719"/>
          <a:lstStyle/>
          <a:p>
            <a:endParaRPr/>
          </a:p>
        </p:txBody>
      </p:sp>
      <p:sp>
        <p:nvSpPr>
          <p:cNvPr id="1722" name="row 4 Picture Placeholder 6"/>
          <p:cNvSpPr>
            <a:spLocks noGrp="1"/>
          </p:cNvSpPr>
          <p:nvPr>
            <p:ph type="pic" sz="quarter" idx="50"/>
          </p:nvPr>
        </p:nvSpPr>
        <p:spPr>
          <a:xfrm>
            <a:off x="7583340" y="5196140"/>
            <a:ext cx="1182833" cy="1088106"/>
          </a:xfrm>
          <a:prstGeom prst="rect">
            <a:avLst/>
          </a:prstGeom>
        </p:spPr>
        <p:txBody>
          <a:bodyPr lIns="91439" tIns="45719" rIns="91439" bIns="45719"/>
          <a:lstStyle/>
          <a:p>
            <a:endParaRPr/>
          </a:p>
        </p:txBody>
      </p:sp>
      <p:sp>
        <p:nvSpPr>
          <p:cNvPr id="1723" name="row 4 Picture Placeholder 7"/>
          <p:cNvSpPr>
            <a:spLocks noGrp="1"/>
          </p:cNvSpPr>
          <p:nvPr>
            <p:ph type="pic" sz="quarter" idx="51"/>
          </p:nvPr>
        </p:nvSpPr>
        <p:spPr>
          <a:xfrm>
            <a:off x="8970526" y="5196140"/>
            <a:ext cx="1182833" cy="1088106"/>
          </a:xfrm>
          <a:prstGeom prst="rect">
            <a:avLst/>
          </a:prstGeom>
        </p:spPr>
        <p:txBody>
          <a:bodyPr lIns="91439" tIns="45719" rIns="91439" bIns="45719"/>
          <a:lstStyle/>
          <a:p>
            <a:endParaRPr/>
          </a:p>
        </p:txBody>
      </p:sp>
      <p:sp>
        <p:nvSpPr>
          <p:cNvPr id="1724" name="row 4 Picture Placeholder 8"/>
          <p:cNvSpPr>
            <a:spLocks noGrp="1"/>
          </p:cNvSpPr>
          <p:nvPr>
            <p:ph type="pic" sz="quarter" idx="52"/>
          </p:nvPr>
        </p:nvSpPr>
        <p:spPr>
          <a:xfrm>
            <a:off x="10357712" y="5196140"/>
            <a:ext cx="1182833" cy="1088106"/>
          </a:xfrm>
          <a:prstGeom prst="rect">
            <a:avLst/>
          </a:prstGeom>
        </p:spPr>
        <p:txBody>
          <a:bodyPr lIns="91439" tIns="45719" rIns="91439" bIns="45719"/>
          <a:lstStyle/>
          <a:p>
            <a:endParaRPr/>
          </a:p>
        </p:txBody>
      </p:sp>
      <p:sp>
        <p:nvSpPr>
          <p:cNvPr id="1725"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BEBEBE"/>
                </a:solidFill>
              </a:defRPr>
            </a:lvl1pPr>
          </a:lstStyle>
          <a:p>
            <a:r>
              <a:t>© 2024 Adobe. All Rights Reserved. Adobe Confidential.</a:t>
            </a:r>
          </a:p>
        </p:txBody>
      </p:sp>
      <p:sp>
        <p:nvSpPr>
          <p:cNvPr id="1726" name="Slide Number"/>
          <p:cNvSpPr txBox="1">
            <a:spLocks noGrp="1"/>
          </p:cNvSpPr>
          <p:nvPr>
            <p:ph type="sldNum" sz="quarter" idx="2"/>
          </p:nvPr>
        </p:nvSpPr>
        <p:spPr>
          <a:xfrm>
            <a:off x="11805084" y="6583680"/>
            <a:ext cx="127001" cy="127001"/>
          </a:xfrm>
          <a:prstGeom prst="rect">
            <a:avLst/>
          </a:prstGeom>
        </p:spPr>
        <p:txBody>
          <a:bodyPr/>
          <a:lstStyle>
            <a:lvl1pPr>
              <a:defRPr>
                <a:solidFill>
                  <a:srgbClr val="BEBEBE"/>
                </a:solidFill>
              </a:defRPr>
            </a:lvl1pPr>
          </a:lstStyle>
          <a:p>
            <a:fld id="{86CB4B4D-7CA3-9044-876B-883B54F8677D}" type="slidenum">
              <a:t>‹#›</a:t>
            </a:fld>
            <a:endParaRPr/>
          </a:p>
        </p:txBody>
      </p:sp>
    </p:spTree>
  </p:cSld>
  <p:clrMapOvr>
    <a:masterClrMapping/>
  </p:clrMapOvr>
  <p:transition spd="med"/>
</p:sldLayout>
</file>

<file path=ppt/slideLayouts/slideLayout46.xml><?xml version="1.0" encoding="utf-8"?>
<p:sldLayout xmlns:a="http://schemas.openxmlformats.org/drawingml/2006/main" xmlns:r="http://schemas.openxmlformats.org/officeDocument/2006/relationships" xmlns:p="http://schemas.openxmlformats.org/presentationml/2006/main" type="tx">
  <p:cSld name="Full Image with Thread">
    <p:spTree>
      <p:nvGrpSpPr>
        <p:cNvPr id="1" name=""/>
        <p:cNvGrpSpPr/>
        <p:nvPr/>
      </p:nvGrpSpPr>
      <p:grpSpPr>
        <a:xfrm>
          <a:off x="0" y="0"/>
          <a:ext cx="0" cy="0"/>
          <a:chOff x="0" y="0"/>
          <a:chExt cx="0" cy="0"/>
        </a:xfrm>
      </p:grpSpPr>
      <p:sp>
        <p:nvSpPr>
          <p:cNvPr id="1733" name="Title Text"/>
          <p:cNvSpPr txBox="1">
            <a:spLocks noGrp="1"/>
          </p:cNvSpPr>
          <p:nvPr>
            <p:ph type="title"/>
          </p:nvPr>
        </p:nvSpPr>
        <p:spPr>
          <a:xfrm>
            <a:off x="609600" y="-1371600"/>
            <a:ext cx="10972800" cy="946390"/>
          </a:xfrm>
          <a:prstGeom prst="rect">
            <a:avLst/>
          </a:prstGeom>
        </p:spPr>
        <p:txBody>
          <a:bodyPr/>
          <a:lstStyle>
            <a:lvl1pPr>
              <a:defRPr sz="3200" b="1"/>
            </a:lvl1pPr>
          </a:lstStyle>
          <a:p>
            <a:r>
              <a:t>Title Text</a:t>
            </a:r>
          </a:p>
        </p:txBody>
      </p:sp>
      <p:sp>
        <p:nvSpPr>
          <p:cNvPr id="1734" name="Picture Placeholder 7"/>
          <p:cNvSpPr>
            <a:spLocks noGrp="1"/>
          </p:cNvSpPr>
          <p:nvPr>
            <p:ph type="pic" idx="21"/>
          </p:nvPr>
        </p:nvSpPr>
        <p:spPr>
          <a:xfrm>
            <a:off x="128015" y="0"/>
            <a:ext cx="12063985" cy="6858000"/>
          </a:xfrm>
          <a:prstGeom prst="rect">
            <a:avLst/>
          </a:prstGeom>
        </p:spPr>
        <p:txBody>
          <a:bodyPr lIns="91439" tIns="45719" rIns="91439" bIns="45719"/>
          <a:lstStyle/>
          <a:p>
            <a:endParaRPr/>
          </a:p>
        </p:txBody>
      </p:sp>
      <p:sp>
        <p:nvSpPr>
          <p:cNvPr id="173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type="tx">
  <p:cSld name="Blank">
    <p:spTree>
      <p:nvGrpSpPr>
        <p:cNvPr id="1" name=""/>
        <p:cNvGrpSpPr/>
        <p:nvPr/>
      </p:nvGrpSpPr>
      <p:grpSpPr>
        <a:xfrm>
          <a:off x="0" y="0"/>
          <a:ext cx="0" cy="0"/>
          <a:chOff x="0" y="0"/>
          <a:chExt cx="0" cy="0"/>
        </a:xfrm>
      </p:grpSpPr>
      <p:sp>
        <p:nvSpPr>
          <p:cNvPr id="1742" name="Title Text"/>
          <p:cNvSpPr txBox="1">
            <a:spLocks noGrp="1"/>
          </p:cNvSpPr>
          <p:nvPr>
            <p:ph type="title"/>
          </p:nvPr>
        </p:nvSpPr>
        <p:spPr>
          <a:xfrm>
            <a:off x="609600" y="-1371600"/>
            <a:ext cx="10972800" cy="946390"/>
          </a:xfrm>
          <a:prstGeom prst="rect">
            <a:avLst/>
          </a:prstGeom>
        </p:spPr>
        <p:txBody>
          <a:bodyPr/>
          <a:lstStyle>
            <a:lvl1pPr>
              <a:defRPr sz="3200" b="1"/>
            </a:lvl1pPr>
          </a:lstStyle>
          <a:p>
            <a:r>
              <a:t>Title Text</a:t>
            </a:r>
          </a:p>
        </p:txBody>
      </p:sp>
      <p:sp>
        <p:nvSpPr>
          <p:cNvPr id="174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type="tx">
  <p:cSld name="Blank Dark">
    <p:bg>
      <p:bgPr>
        <a:solidFill>
          <a:srgbClr val="000000"/>
        </a:solidFill>
        <a:effectLst/>
      </p:bgPr>
    </p:bg>
    <p:spTree>
      <p:nvGrpSpPr>
        <p:cNvPr id="1" name=""/>
        <p:cNvGrpSpPr/>
        <p:nvPr/>
      </p:nvGrpSpPr>
      <p:grpSpPr>
        <a:xfrm>
          <a:off x="0" y="0"/>
          <a:ext cx="0" cy="0"/>
          <a:chOff x="0" y="0"/>
          <a:chExt cx="0" cy="0"/>
        </a:xfrm>
      </p:grpSpPr>
      <p:sp>
        <p:nvSpPr>
          <p:cNvPr id="1750" name="Title Text"/>
          <p:cNvSpPr txBox="1">
            <a:spLocks noGrp="1"/>
          </p:cNvSpPr>
          <p:nvPr>
            <p:ph type="title"/>
          </p:nvPr>
        </p:nvSpPr>
        <p:spPr>
          <a:xfrm>
            <a:off x="609600" y="-1371600"/>
            <a:ext cx="10972800" cy="946390"/>
          </a:xfrm>
          <a:prstGeom prst="rect">
            <a:avLst/>
          </a:prstGeom>
        </p:spPr>
        <p:txBody>
          <a:bodyPr/>
          <a:lstStyle>
            <a:lvl1pPr>
              <a:defRPr sz="3200" b="1"/>
            </a:lvl1pPr>
          </a:lstStyle>
          <a:p>
            <a:r>
              <a:t>Title Text</a:t>
            </a:r>
          </a:p>
        </p:txBody>
      </p:sp>
      <p:sp>
        <p:nvSpPr>
          <p:cNvPr id="175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type="tx">
  <p:cSld name="Gray end slide">
    <p:bg>
      <p:bgPr>
        <a:solidFill>
          <a:schemeClr val="accent6"/>
        </a:solidFill>
        <a:effectLst/>
      </p:bgPr>
    </p:bg>
    <p:spTree>
      <p:nvGrpSpPr>
        <p:cNvPr id="1" name=""/>
        <p:cNvGrpSpPr/>
        <p:nvPr/>
      </p:nvGrpSpPr>
      <p:grpSpPr>
        <a:xfrm>
          <a:off x="0" y="0"/>
          <a:ext cx="0" cy="0"/>
          <a:chOff x="0" y="0"/>
          <a:chExt cx="0" cy="0"/>
        </a:xfrm>
      </p:grpSpPr>
      <p:sp>
        <p:nvSpPr>
          <p:cNvPr id="1758" name="Title Text"/>
          <p:cNvSpPr txBox="1">
            <a:spLocks noGrp="1"/>
          </p:cNvSpPr>
          <p:nvPr>
            <p:ph type="title"/>
          </p:nvPr>
        </p:nvSpPr>
        <p:spPr>
          <a:xfrm>
            <a:off x="609600" y="-1371600"/>
            <a:ext cx="10972800" cy="946390"/>
          </a:xfrm>
          <a:prstGeom prst="rect">
            <a:avLst/>
          </a:prstGeom>
        </p:spPr>
        <p:txBody>
          <a:bodyPr/>
          <a:lstStyle>
            <a:lvl1pPr>
              <a:defRPr sz="3200" b="1"/>
            </a:lvl1pPr>
          </a:lstStyle>
          <a:p>
            <a:r>
              <a:t>Title Text</a:t>
            </a:r>
          </a:p>
        </p:txBody>
      </p:sp>
      <p:pic>
        <p:nvPicPr>
          <p:cNvPr id="1759" name="Picture 6" descr="Picture 6"/>
          <p:cNvPicPr>
            <a:picLocks noChangeAspect="1"/>
          </p:cNvPicPr>
          <p:nvPr/>
        </p:nvPicPr>
        <p:blipFill>
          <a:blip r:embed="rId2"/>
          <a:stretch>
            <a:fillRect/>
          </a:stretch>
        </p:blipFill>
        <p:spPr>
          <a:xfrm>
            <a:off x="4283642" y="2991904"/>
            <a:ext cx="3621024" cy="875082"/>
          </a:xfrm>
          <a:prstGeom prst="rect">
            <a:avLst/>
          </a:prstGeom>
          <a:ln w="12700">
            <a:miter lim="400000"/>
          </a:ln>
        </p:spPr>
      </p:pic>
      <p:sp>
        <p:nvSpPr>
          <p:cNvPr id="176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0.xml><?xml version="1.0" encoding="utf-8"?>
<p:sldLayout xmlns:a="http://schemas.openxmlformats.org/drawingml/2006/main" xmlns:r="http://schemas.openxmlformats.org/officeDocument/2006/relationships" xmlns:p="http://schemas.openxmlformats.org/presentationml/2006/main" type="tx">
  <p:cSld name="Section Divider Alt">
    <p:spTree>
      <p:nvGrpSpPr>
        <p:cNvPr id="1" name=""/>
        <p:cNvGrpSpPr/>
        <p:nvPr/>
      </p:nvGrpSpPr>
      <p:grpSpPr>
        <a:xfrm>
          <a:off x="0" y="0"/>
          <a:ext cx="0" cy="0"/>
          <a:chOff x="0" y="0"/>
          <a:chExt cx="0" cy="0"/>
        </a:xfrm>
      </p:grpSpPr>
      <p:sp>
        <p:nvSpPr>
          <p:cNvPr id="1767" name="Title Text"/>
          <p:cNvSpPr txBox="1">
            <a:spLocks noGrp="1"/>
          </p:cNvSpPr>
          <p:nvPr>
            <p:ph type="title"/>
          </p:nvPr>
        </p:nvSpPr>
        <p:spPr>
          <a:prstGeom prst="rect">
            <a:avLst/>
          </a:prstGeom>
        </p:spPr>
        <p:txBody>
          <a:bodyPr/>
          <a:lstStyle>
            <a:lvl1pPr>
              <a:defRPr sz="7200" b="1" spc="-120"/>
            </a:lvl1pPr>
          </a:lstStyle>
          <a:p>
            <a:r>
              <a:t>Title Text</a:t>
            </a:r>
          </a:p>
        </p:txBody>
      </p:sp>
      <p:sp>
        <p:nvSpPr>
          <p:cNvPr id="176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1.xml><?xml version="1.0" encoding="utf-8"?>
<p:sldLayout xmlns:a="http://schemas.openxmlformats.org/drawingml/2006/main" xmlns:r="http://schemas.openxmlformats.org/officeDocument/2006/relationships" xmlns:p="http://schemas.openxmlformats.org/presentationml/2006/main" type="tx">
  <p:cSld name="Section Divider Dark Alt">
    <p:bg>
      <p:bgPr>
        <a:solidFill>
          <a:srgbClr val="000000"/>
        </a:solidFill>
        <a:effectLst/>
      </p:bgPr>
    </p:bg>
    <p:spTree>
      <p:nvGrpSpPr>
        <p:cNvPr id="1" name=""/>
        <p:cNvGrpSpPr/>
        <p:nvPr/>
      </p:nvGrpSpPr>
      <p:grpSpPr>
        <a:xfrm>
          <a:off x="0" y="0"/>
          <a:ext cx="0" cy="0"/>
          <a:chOff x="0" y="0"/>
          <a:chExt cx="0" cy="0"/>
        </a:xfrm>
      </p:grpSpPr>
      <p:sp>
        <p:nvSpPr>
          <p:cNvPr id="1775" name="Title Text"/>
          <p:cNvSpPr txBox="1">
            <a:spLocks noGrp="1"/>
          </p:cNvSpPr>
          <p:nvPr>
            <p:ph type="title"/>
          </p:nvPr>
        </p:nvSpPr>
        <p:spPr>
          <a:prstGeom prst="rect">
            <a:avLst/>
          </a:prstGeom>
        </p:spPr>
        <p:txBody>
          <a:bodyPr/>
          <a:lstStyle>
            <a:lvl1pPr>
              <a:defRPr sz="7200" b="1" spc="-120">
                <a:solidFill>
                  <a:srgbClr val="FFFFFF"/>
                </a:solidFill>
              </a:defRPr>
            </a:lvl1pPr>
          </a:lstStyle>
          <a:p>
            <a:r>
              <a:t>Title Text</a:t>
            </a:r>
          </a:p>
        </p:txBody>
      </p:sp>
      <p:sp>
        <p:nvSpPr>
          <p:cNvPr id="177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type="tx">
  <p:cSld name="Agenda">
    <p:spTree>
      <p:nvGrpSpPr>
        <p:cNvPr id="1" name=""/>
        <p:cNvGrpSpPr/>
        <p:nvPr/>
      </p:nvGrpSpPr>
      <p:grpSpPr>
        <a:xfrm>
          <a:off x="0" y="0"/>
          <a:ext cx="0" cy="0"/>
          <a:chOff x="0" y="0"/>
          <a:chExt cx="0" cy="0"/>
        </a:xfrm>
      </p:grpSpPr>
      <p:sp>
        <p:nvSpPr>
          <p:cNvPr id="1783"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1784"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1785"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1786"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787"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1788"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1789"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1790"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1791"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1792"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1793"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1794"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1795"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1796"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1797"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1798"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799"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1800"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1801"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1802"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1803"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1804"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1805"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1806"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1807"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1808"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1809"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1810"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1811" name="Title Text"/>
          <p:cNvSpPr txBox="1">
            <a:spLocks noGrp="1"/>
          </p:cNvSpPr>
          <p:nvPr>
            <p:ph type="title"/>
          </p:nvPr>
        </p:nvSpPr>
        <p:spPr>
          <a:xfrm>
            <a:off x="612648" y="265175"/>
            <a:ext cx="10972801" cy="950977"/>
          </a:xfrm>
          <a:prstGeom prst="rect">
            <a:avLst/>
          </a:prstGeom>
        </p:spPr>
        <p:txBody>
          <a:bodyPr/>
          <a:lstStyle>
            <a:lvl1pPr>
              <a:defRPr sz="3200" b="1"/>
            </a:lvl1pPr>
          </a:lstStyle>
          <a:p>
            <a:r>
              <a:t>Title Text</a:t>
            </a:r>
          </a:p>
        </p:txBody>
      </p:sp>
      <p:sp>
        <p:nvSpPr>
          <p:cNvPr id="1812" name="Slide Number"/>
          <p:cNvSpPr txBox="1">
            <a:spLocks noGrp="1"/>
          </p:cNvSpPr>
          <p:nvPr>
            <p:ph type="sldNum" sz="quarter" idx="2"/>
          </p:nvPr>
        </p:nvSpPr>
        <p:spPr>
          <a:xfrm>
            <a:off x="11805084" y="6583680"/>
            <a:ext cx="127001" cy="1270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type="tx">
  <p:cSld name="Title and Content - Light Airy">
    <p:spTree>
      <p:nvGrpSpPr>
        <p:cNvPr id="1" name=""/>
        <p:cNvGrpSpPr/>
        <p:nvPr/>
      </p:nvGrpSpPr>
      <p:grpSpPr>
        <a:xfrm>
          <a:off x="0" y="0"/>
          <a:ext cx="0" cy="0"/>
          <a:chOff x="0" y="0"/>
          <a:chExt cx="0" cy="0"/>
        </a:xfrm>
      </p:grpSpPr>
      <p:sp>
        <p:nvSpPr>
          <p:cNvPr id="1819"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1820"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1821"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1822"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823"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1824"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1825"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1826"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1827"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1828"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1829"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1830"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1831"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1832"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1833"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1834"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835"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1836"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1837"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1838"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1839"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1840"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1841"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1842"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1843"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1844"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1845"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1846"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1847" name="Title Text"/>
          <p:cNvSpPr txBox="1">
            <a:spLocks noGrp="1"/>
          </p:cNvSpPr>
          <p:nvPr>
            <p:ph type="title"/>
          </p:nvPr>
        </p:nvSpPr>
        <p:spPr>
          <a:xfrm>
            <a:off x="609600" y="264084"/>
            <a:ext cx="10972800" cy="946391"/>
          </a:xfrm>
          <a:prstGeom prst="rect">
            <a:avLst/>
          </a:prstGeom>
        </p:spPr>
        <p:txBody>
          <a:bodyPr/>
          <a:lstStyle>
            <a:lvl1pPr>
              <a:defRPr sz="3200" b="1"/>
            </a:lvl1pPr>
          </a:lstStyle>
          <a:p>
            <a:r>
              <a:t>Title Text</a:t>
            </a:r>
          </a:p>
        </p:txBody>
      </p:sp>
      <p:sp>
        <p:nvSpPr>
          <p:cNvPr id="1848" name="Body Level One…"/>
          <p:cNvSpPr txBox="1">
            <a:spLocks noGrp="1"/>
          </p:cNvSpPr>
          <p:nvPr>
            <p:ph type="body" idx="1"/>
          </p:nvPr>
        </p:nvSpPr>
        <p:spPr>
          <a:xfrm>
            <a:off x="609600" y="1334323"/>
            <a:ext cx="10972800" cy="4992625"/>
          </a:xfrm>
          <a:prstGeom prst="rect">
            <a:avLst/>
          </a:prstGeom>
        </p:spPr>
        <p:txBody>
          <a:bodyPr>
            <a:normAutofit/>
          </a:bodyPr>
          <a:lstStyle/>
          <a:p>
            <a:r>
              <a:t>Body Level One</a:t>
            </a:r>
          </a:p>
          <a:p>
            <a:pPr lvl="1"/>
            <a:r>
              <a:t>Body Level Two</a:t>
            </a:r>
          </a:p>
          <a:p>
            <a:pPr lvl="2"/>
            <a:r>
              <a:t>Body Level Three</a:t>
            </a:r>
          </a:p>
          <a:p>
            <a:pPr lvl="3"/>
            <a:r>
              <a:t>Body Level Four</a:t>
            </a:r>
          </a:p>
          <a:p>
            <a:pPr lvl="4"/>
            <a:r>
              <a:t>Body Level Five</a:t>
            </a:r>
          </a:p>
        </p:txBody>
      </p:sp>
      <p:sp>
        <p:nvSpPr>
          <p:cNvPr id="1849" name="Slide Number"/>
          <p:cNvSpPr txBox="1">
            <a:spLocks noGrp="1"/>
          </p:cNvSpPr>
          <p:nvPr>
            <p:ph type="sldNum" sz="quarter" idx="2"/>
          </p:nvPr>
        </p:nvSpPr>
        <p:spPr>
          <a:xfrm>
            <a:off x="11805084" y="6583680"/>
            <a:ext cx="127001" cy="1270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type="tx">
  <p:cSld name="Title and Content - Dark Airy">
    <p:bg>
      <p:bgPr>
        <a:solidFill>
          <a:srgbClr val="000000"/>
        </a:solidFill>
        <a:effectLst/>
      </p:bgPr>
    </p:bg>
    <p:spTree>
      <p:nvGrpSpPr>
        <p:cNvPr id="1" name=""/>
        <p:cNvGrpSpPr/>
        <p:nvPr/>
      </p:nvGrpSpPr>
      <p:grpSpPr>
        <a:xfrm>
          <a:off x="0" y="0"/>
          <a:ext cx="0" cy="0"/>
          <a:chOff x="0" y="0"/>
          <a:chExt cx="0" cy="0"/>
        </a:xfrm>
      </p:grpSpPr>
      <p:sp>
        <p:nvSpPr>
          <p:cNvPr id="1856"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191919"/>
                </a:solidFill>
              </a:defRPr>
            </a:lvl1pPr>
          </a:lstStyle>
          <a:p>
            <a:r>
              <a:t>© 2024 Adobe. All Rights Reserved. Adobe Confidential.</a:t>
            </a:r>
          </a:p>
        </p:txBody>
      </p:sp>
      <p:sp>
        <p:nvSpPr>
          <p:cNvPr id="1857"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1/4</a:t>
            </a:r>
          </a:p>
        </p:txBody>
      </p:sp>
      <p:sp>
        <p:nvSpPr>
          <p:cNvPr id="1858"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2/4</a:t>
            </a:r>
          </a:p>
        </p:txBody>
      </p:sp>
      <p:sp>
        <p:nvSpPr>
          <p:cNvPr id="1859"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860" name="2/3 arrow"/>
          <p:cNvSpPr/>
          <p:nvPr/>
        </p:nvSpPr>
        <p:spPr>
          <a:xfrm>
            <a:off x="7923212" y="-336412"/>
            <a:ext cx="1" cy="236136"/>
          </a:xfrm>
          <a:prstGeom prst="line">
            <a:avLst/>
          </a:prstGeom>
          <a:ln w="12700">
            <a:solidFill>
              <a:srgbClr val="C8C1E8"/>
            </a:solidFill>
            <a:miter/>
            <a:tailEnd type="triangle"/>
          </a:ln>
        </p:spPr>
        <p:txBody>
          <a:bodyPr lIns="45719" rIns="45719"/>
          <a:lstStyle/>
          <a:p>
            <a:endParaRPr/>
          </a:p>
        </p:txBody>
      </p:sp>
      <p:sp>
        <p:nvSpPr>
          <p:cNvPr id="1861" name="1/3 arrow"/>
          <p:cNvSpPr/>
          <p:nvPr/>
        </p:nvSpPr>
        <p:spPr>
          <a:xfrm>
            <a:off x="4266405" y="-336412"/>
            <a:ext cx="1" cy="236136"/>
          </a:xfrm>
          <a:prstGeom prst="line">
            <a:avLst/>
          </a:prstGeom>
          <a:ln w="12700">
            <a:solidFill>
              <a:srgbClr val="C8C1E8"/>
            </a:solidFill>
            <a:miter/>
            <a:tailEnd type="triangle"/>
          </a:ln>
        </p:spPr>
        <p:txBody>
          <a:bodyPr lIns="45719" rIns="45719"/>
          <a:lstStyle/>
          <a:p>
            <a:endParaRPr/>
          </a:p>
        </p:txBody>
      </p:sp>
      <p:sp>
        <p:nvSpPr>
          <p:cNvPr id="1862"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2/3</a:t>
            </a:r>
          </a:p>
        </p:txBody>
      </p:sp>
      <p:sp>
        <p:nvSpPr>
          <p:cNvPr id="1863"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A185B6"/>
                </a:solidFill>
              </a:defRPr>
            </a:lvl1pPr>
          </a:lstStyle>
          <a:p>
            <a:r>
              <a:t>1/3</a:t>
            </a:r>
          </a:p>
        </p:txBody>
      </p:sp>
      <p:sp>
        <p:nvSpPr>
          <p:cNvPr id="1864" name="1/4 arrow"/>
          <p:cNvSpPr/>
          <p:nvPr/>
        </p:nvSpPr>
        <p:spPr>
          <a:xfrm>
            <a:off x="3352205" y="-336412"/>
            <a:ext cx="1" cy="236136"/>
          </a:xfrm>
          <a:prstGeom prst="line">
            <a:avLst/>
          </a:prstGeom>
          <a:ln w="12700">
            <a:solidFill>
              <a:srgbClr val="C1D4E8"/>
            </a:solidFill>
            <a:miter/>
            <a:tailEnd type="triangle"/>
          </a:ln>
        </p:spPr>
        <p:txBody>
          <a:bodyPr lIns="45719" rIns="45719"/>
          <a:lstStyle/>
          <a:p>
            <a:endParaRPr/>
          </a:p>
        </p:txBody>
      </p:sp>
      <p:sp>
        <p:nvSpPr>
          <p:cNvPr id="1865" name="2/4 arrow"/>
          <p:cNvSpPr/>
          <p:nvPr/>
        </p:nvSpPr>
        <p:spPr>
          <a:xfrm>
            <a:off x="6095999" y="-336412"/>
            <a:ext cx="1" cy="236136"/>
          </a:xfrm>
          <a:prstGeom prst="line">
            <a:avLst/>
          </a:prstGeom>
          <a:ln w="12700">
            <a:solidFill>
              <a:srgbClr val="C1D4E8"/>
            </a:solidFill>
            <a:miter/>
            <a:tailEnd type="triangle"/>
          </a:ln>
        </p:spPr>
        <p:txBody>
          <a:bodyPr lIns="45719" rIns="45719"/>
          <a:lstStyle/>
          <a:p>
            <a:endParaRPr/>
          </a:p>
        </p:txBody>
      </p:sp>
      <p:sp>
        <p:nvSpPr>
          <p:cNvPr id="1866" name="3/4 arrow"/>
          <p:cNvSpPr/>
          <p:nvPr/>
        </p:nvSpPr>
        <p:spPr>
          <a:xfrm>
            <a:off x="8837414" y="-336412"/>
            <a:ext cx="1" cy="236136"/>
          </a:xfrm>
          <a:prstGeom prst="line">
            <a:avLst/>
          </a:prstGeom>
          <a:ln w="12700">
            <a:solidFill>
              <a:srgbClr val="C1D4E8"/>
            </a:solidFill>
            <a:miter/>
            <a:tailEnd type="triangle"/>
          </a:ln>
        </p:spPr>
        <p:txBody>
          <a:bodyPr lIns="45719" rIns="45719"/>
          <a:lstStyle/>
          <a:p>
            <a:endParaRPr/>
          </a:p>
        </p:txBody>
      </p:sp>
      <p:sp>
        <p:nvSpPr>
          <p:cNvPr id="1867"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p>
            <a:pPr>
              <a:defRPr sz="800" b="1">
                <a:solidFill>
                  <a:srgbClr val="A6A6A6"/>
                </a:solidFill>
              </a:defRPr>
            </a:pPr>
            <a:r>
              <a:t>Turn on Guides to see the custom grid.</a:t>
            </a:r>
            <a:br/>
            <a:r>
              <a:rPr b="0"/>
              <a:t>Mac: Control-option-command-G</a:t>
            </a:r>
            <a:br>
              <a:rPr b="0"/>
            </a:br>
            <a:r>
              <a:rPr b="0"/>
              <a:t>Win: Alt-F9 (or Alt-Fn-F9 on some laptops)</a:t>
            </a:r>
          </a:p>
        </p:txBody>
      </p:sp>
      <p:sp>
        <p:nvSpPr>
          <p:cNvPr id="1868"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1869"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1/4</a:t>
            </a:r>
          </a:p>
        </p:txBody>
      </p:sp>
      <p:sp>
        <p:nvSpPr>
          <p:cNvPr id="1870"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1000" b="1">
                <a:solidFill>
                  <a:srgbClr val="89A1FB"/>
                </a:solidFill>
              </a:defRPr>
            </a:lvl1pPr>
          </a:lstStyle>
          <a:p>
            <a:r>
              <a:t>2/4</a:t>
            </a:r>
          </a:p>
        </p:txBody>
      </p:sp>
      <p:sp>
        <p:nvSpPr>
          <p:cNvPr id="1871"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1000" b="1">
                <a:solidFill>
                  <a:srgbClr val="89A1FB"/>
                </a:solidFill>
              </a:defRPr>
            </a:lvl1pPr>
          </a:lstStyle>
          <a:p>
            <a:r>
              <a:t>3/4</a:t>
            </a:r>
          </a:p>
        </p:txBody>
      </p:sp>
      <p:sp>
        <p:nvSpPr>
          <p:cNvPr id="1872"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endParaRPr/>
          </a:p>
        </p:txBody>
      </p:sp>
      <p:sp>
        <p:nvSpPr>
          <p:cNvPr id="1873"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endParaRPr/>
          </a:p>
        </p:txBody>
      </p:sp>
      <p:sp>
        <p:nvSpPr>
          <p:cNvPr id="1874"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endParaRPr/>
          </a:p>
        </p:txBody>
      </p:sp>
      <p:sp>
        <p:nvSpPr>
          <p:cNvPr id="1875"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endParaRPr/>
          </a:p>
        </p:txBody>
      </p:sp>
      <p:sp>
        <p:nvSpPr>
          <p:cNvPr id="1876"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HEADER</a:t>
            </a:r>
          </a:p>
        </p:txBody>
      </p:sp>
      <p:sp>
        <p:nvSpPr>
          <p:cNvPr id="1877"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endParaRPr/>
          </a:p>
        </p:txBody>
      </p:sp>
      <p:sp>
        <p:nvSpPr>
          <p:cNvPr id="1878"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FOOTER</a:t>
            </a:r>
          </a:p>
        </p:txBody>
      </p:sp>
      <p:sp>
        <p:nvSpPr>
          <p:cNvPr id="1879" name="1/4 arrow"/>
          <p:cNvSpPr/>
          <p:nvPr/>
        </p:nvSpPr>
        <p:spPr>
          <a:xfrm>
            <a:off x="609600" y="-336412"/>
            <a:ext cx="0" cy="236136"/>
          </a:xfrm>
          <a:prstGeom prst="line">
            <a:avLst/>
          </a:prstGeom>
          <a:ln w="12700">
            <a:solidFill>
              <a:srgbClr val="D9D9D9"/>
            </a:solidFill>
            <a:miter/>
            <a:tailEnd type="triangle"/>
          </a:ln>
        </p:spPr>
        <p:txBody>
          <a:bodyPr lIns="45719" rIns="45719"/>
          <a:lstStyle/>
          <a:p>
            <a:endParaRPr/>
          </a:p>
        </p:txBody>
      </p:sp>
      <p:sp>
        <p:nvSpPr>
          <p:cNvPr id="1880" name="3/4 arrow"/>
          <p:cNvSpPr/>
          <p:nvPr/>
        </p:nvSpPr>
        <p:spPr>
          <a:xfrm>
            <a:off x="11580018" y="-336412"/>
            <a:ext cx="1" cy="236136"/>
          </a:xfrm>
          <a:prstGeom prst="line">
            <a:avLst/>
          </a:prstGeom>
          <a:ln w="12700">
            <a:solidFill>
              <a:srgbClr val="D9D9D9"/>
            </a:solidFill>
            <a:miter/>
            <a:tailEnd type="triangle"/>
          </a:ln>
        </p:spPr>
        <p:txBody>
          <a:bodyPr lIns="45719" rIns="45719"/>
          <a:lstStyle/>
          <a:p>
            <a:endParaRPr/>
          </a:p>
        </p:txBody>
      </p:sp>
      <p:sp>
        <p:nvSpPr>
          <p:cNvPr id="1881"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LEFT MARGIN</a:t>
            </a:r>
          </a:p>
        </p:txBody>
      </p:sp>
      <p:sp>
        <p:nvSpPr>
          <p:cNvPr id="1882"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ctr">
              <a:defRPr sz="600" b="1">
                <a:solidFill>
                  <a:srgbClr val="A6A6A6"/>
                </a:solidFill>
              </a:defRPr>
            </a:lvl1pPr>
          </a:lstStyle>
          <a:p>
            <a:r>
              <a:t>RIGHT MARGIN</a:t>
            </a:r>
          </a:p>
        </p:txBody>
      </p:sp>
      <p:pic>
        <p:nvPicPr>
          <p:cNvPr id="1883" name="Picture 20" descr="Picture 20"/>
          <p:cNvPicPr>
            <a:picLocks noChangeAspect="1"/>
          </p:cNvPicPr>
          <p:nvPr/>
        </p:nvPicPr>
        <p:blipFill>
          <a:blip r:embed="rId2"/>
          <a:stretch>
            <a:fillRect/>
          </a:stretch>
        </p:blipFill>
        <p:spPr>
          <a:xfrm>
            <a:off x="609600" y="6518398"/>
            <a:ext cx="603505" cy="145848"/>
          </a:xfrm>
          <a:prstGeom prst="rect">
            <a:avLst/>
          </a:prstGeom>
          <a:ln w="12700">
            <a:miter lim="400000"/>
          </a:ln>
        </p:spPr>
      </p:pic>
      <p:sp>
        <p:nvSpPr>
          <p:cNvPr id="1884" name="Title Text"/>
          <p:cNvSpPr txBox="1">
            <a:spLocks noGrp="1"/>
          </p:cNvSpPr>
          <p:nvPr>
            <p:ph type="title"/>
          </p:nvPr>
        </p:nvSpPr>
        <p:spPr>
          <a:xfrm>
            <a:off x="609600" y="264084"/>
            <a:ext cx="10972800" cy="946391"/>
          </a:xfrm>
          <a:prstGeom prst="rect">
            <a:avLst/>
          </a:prstGeom>
        </p:spPr>
        <p:txBody>
          <a:bodyPr/>
          <a:lstStyle>
            <a:lvl1pPr>
              <a:defRPr sz="3200" b="1">
                <a:solidFill>
                  <a:srgbClr val="FFFFFF"/>
                </a:solidFill>
              </a:defRPr>
            </a:lvl1pPr>
          </a:lstStyle>
          <a:p>
            <a:r>
              <a:t>Title Text</a:t>
            </a:r>
          </a:p>
        </p:txBody>
      </p:sp>
      <p:sp>
        <p:nvSpPr>
          <p:cNvPr id="1885" name="Body Level One…"/>
          <p:cNvSpPr txBox="1">
            <a:spLocks noGrp="1"/>
          </p:cNvSpPr>
          <p:nvPr>
            <p:ph type="body" idx="1"/>
          </p:nvPr>
        </p:nvSpPr>
        <p:spPr>
          <a:xfrm>
            <a:off x="609600" y="1334323"/>
            <a:ext cx="10972800" cy="4990277"/>
          </a:xfrm>
          <a:prstGeom prst="rect">
            <a:avLst/>
          </a:prstGeom>
        </p:spPr>
        <p:txBody>
          <a:bodyPr>
            <a:normAutofit/>
          </a:bodyPr>
          <a:lstStyle>
            <a:lvl1pPr>
              <a:defRPr>
                <a:solidFill>
                  <a:srgbClr val="FFFFFF"/>
                </a:solidFill>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r>
              <a:t>Body Level One</a:t>
            </a:r>
          </a:p>
          <a:p>
            <a:pPr lvl="1"/>
            <a:r>
              <a:t>Body Level Two</a:t>
            </a:r>
          </a:p>
          <a:p>
            <a:pPr lvl="2"/>
            <a:r>
              <a:t>Body Level Three</a:t>
            </a:r>
          </a:p>
          <a:p>
            <a:pPr lvl="3"/>
            <a:r>
              <a:t>Body Level Four</a:t>
            </a:r>
          </a:p>
          <a:p>
            <a:pPr lvl="4"/>
            <a:r>
              <a:t>Body Level Five</a:t>
            </a:r>
          </a:p>
        </p:txBody>
      </p:sp>
      <p:sp>
        <p:nvSpPr>
          <p:cNvPr id="1886"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lgn="r">
              <a:defRPr sz="600">
                <a:solidFill>
                  <a:srgbClr val="BEBEBE"/>
                </a:solidFill>
              </a:defRPr>
            </a:lvl1pPr>
          </a:lstStyle>
          <a:p>
            <a:r>
              <a:t>© 2024 Adobe. All Rights Reserved. Adobe Confidential.</a:t>
            </a:r>
          </a:p>
        </p:txBody>
      </p:sp>
      <p:sp>
        <p:nvSpPr>
          <p:cNvPr id="1887" name="Slide Number"/>
          <p:cNvSpPr txBox="1">
            <a:spLocks noGrp="1"/>
          </p:cNvSpPr>
          <p:nvPr>
            <p:ph type="sldNum" sz="quarter" idx="2"/>
          </p:nvPr>
        </p:nvSpPr>
        <p:spPr>
          <a:xfrm>
            <a:off x="11805084" y="6583680"/>
            <a:ext cx="127001" cy="127001"/>
          </a:xfrm>
          <a:prstGeom prst="rect">
            <a:avLst/>
          </a:prstGeom>
        </p:spPr>
        <p:txBody>
          <a:bodyPr/>
          <a:lstStyle>
            <a:lvl1pPr>
              <a:defRPr>
                <a:solidFill>
                  <a:srgbClr val="BEBEBE"/>
                </a:solidFill>
              </a:defRPr>
            </a:lvl1pPr>
          </a:lstStyle>
          <a:p>
            <a:fld id="{86CB4B4D-7CA3-9044-876B-883B54F8677D}" type="slidenum">
              <a:t>‹#›</a:t>
            </a:fld>
            <a:endParaRPr/>
          </a:p>
        </p:txBody>
      </p:sp>
    </p:spTree>
  </p:cSld>
  <p:clrMapOvr>
    <a:masterClrMapping/>
  </p:clrMapOvr>
  <p:transition spd="med"/>
</p:sldLayout>
</file>

<file path=ppt/slideLayouts/slideLayout55.xml><?xml version="1.0" encoding="utf-8"?>
<p:sldLayout xmlns:a="http://schemas.openxmlformats.org/drawingml/2006/main" xmlns:r="http://schemas.openxmlformats.org/officeDocument/2006/relationships" xmlns:p="http://schemas.openxmlformats.org/presentationml/2006/main" type="tx">
  <p:cSld name="1_Section Divider Dark">
    <p:bg>
      <p:bgPr>
        <a:solidFill>
          <a:srgbClr val="000000"/>
        </a:solidFill>
        <a:effectLst/>
      </p:bgPr>
    </p:bg>
    <p:spTree>
      <p:nvGrpSpPr>
        <p:cNvPr id="1" name=""/>
        <p:cNvGrpSpPr/>
        <p:nvPr/>
      </p:nvGrpSpPr>
      <p:grpSpPr>
        <a:xfrm>
          <a:off x="0" y="0"/>
          <a:ext cx="0" cy="0"/>
          <a:chOff x="0" y="0"/>
          <a:chExt cx="0" cy="0"/>
        </a:xfrm>
      </p:grpSpPr>
      <p:sp>
        <p:nvSpPr>
          <p:cNvPr id="1894" name="Module Title Goes Here"/>
          <p:cNvSpPr txBox="1">
            <a:spLocks noGrp="1"/>
          </p:cNvSpPr>
          <p:nvPr>
            <p:ph type="title" hasCustomPrompt="1"/>
          </p:nvPr>
        </p:nvSpPr>
        <p:spPr>
          <a:xfrm>
            <a:off x="609600" y="3044278"/>
            <a:ext cx="10972800" cy="769442"/>
          </a:xfrm>
          <a:prstGeom prst="rect">
            <a:avLst/>
          </a:prstGeom>
        </p:spPr>
        <p:txBody>
          <a:bodyPr/>
          <a:lstStyle>
            <a:lvl1pPr>
              <a:defRPr sz="5500" b="1" spc="-120">
                <a:solidFill>
                  <a:srgbClr val="FFFFFF"/>
                </a:solidFill>
              </a:defRPr>
            </a:lvl1pPr>
          </a:lstStyle>
          <a:p>
            <a:r>
              <a:t>Module Title Goes Here</a:t>
            </a:r>
          </a:p>
        </p:txBody>
      </p:sp>
      <p:sp>
        <p:nvSpPr>
          <p:cNvPr id="1895" name="Body Level One…"/>
          <p:cNvSpPr txBox="1">
            <a:spLocks noGrp="1"/>
          </p:cNvSpPr>
          <p:nvPr>
            <p:ph type="body" sz="quarter" idx="1" hasCustomPrompt="1"/>
          </p:nvPr>
        </p:nvSpPr>
        <p:spPr>
          <a:xfrm>
            <a:off x="609598" y="2389238"/>
            <a:ext cx="5334002" cy="655042"/>
          </a:xfrm>
          <a:prstGeom prst="rect">
            <a:avLst/>
          </a:prstGeom>
        </p:spPr>
        <p:txBody>
          <a:bodyPr>
            <a:normAutofit/>
          </a:bodyPr>
          <a:lstStyle>
            <a:lvl1pPr>
              <a:buFontTx/>
              <a:defRPr sz="3000">
                <a:solidFill>
                  <a:srgbClr val="FFFFFF"/>
                </a:solidFill>
              </a:defRPr>
            </a:lvl1pPr>
            <a:lvl2pPr indent="457200">
              <a:buFontTx/>
              <a:defRPr sz="3000">
                <a:solidFill>
                  <a:srgbClr val="FFFFFF"/>
                </a:solidFill>
              </a:defRPr>
            </a:lvl2pPr>
            <a:lvl3pPr indent="914400">
              <a:buFontTx/>
              <a:defRPr sz="3000">
                <a:solidFill>
                  <a:srgbClr val="FFFFFF"/>
                </a:solidFill>
              </a:defRPr>
            </a:lvl3pPr>
            <a:lvl4pPr indent="1371600">
              <a:buFontTx/>
              <a:defRPr sz="3000">
                <a:solidFill>
                  <a:srgbClr val="FFFFFF"/>
                </a:solidFill>
              </a:defRPr>
            </a:lvl4pPr>
            <a:lvl5pPr indent="1828800">
              <a:buFontTx/>
              <a:defRPr sz="3000">
                <a:solidFill>
                  <a:srgbClr val="FFFFFF"/>
                </a:solidFill>
              </a:defRPr>
            </a:lvl5pPr>
          </a:lstStyle>
          <a:p>
            <a:r>
              <a:t>Module #</a:t>
            </a:r>
          </a:p>
          <a:p>
            <a:pPr lvl="1"/>
            <a:endParaRPr/>
          </a:p>
          <a:p>
            <a:pPr lvl="2"/>
            <a:endParaRPr/>
          </a:p>
          <a:p>
            <a:pPr lvl="3"/>
            <a:endParaRPr/>
          </a:p>
          <a:p>
            <a:pPr lvl="4"/>
            <a:endParaRPr/>
          </a:p>
        </p:txBody>
      </p:sp>
      <p:sp>
        <p:nvSpPr>
          <p:cNvPr id="189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609600" y="2496436"/>
            <a:ext cx="10972800" cy="18651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r>
              <a:t>Title Text</a:t>
            </a:r>
          </a:p>
        </p:txBody>
      </p:sp>
      <p:sp>
        <p:nvSpPr>
          <p:cNvPr id="3"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endParaRPr/>
          </a:p>
        </p:txBody>
      </p:sp>
      <p:sp>
        <p:nvSpPr>
          <p:cNvPr id="4" name="Body Level One…"/>
          <p:cNvSpPr txBox="1">
            <a:spLocks noGrp="1"/>
          </p:cNvSpPr>
          <p:nvPr>
            <p:ph type="body" idx="1"/>
          </p:nvPr>
        </p:nvSpPr>
        <p:spPr>
          <a:xfrm>
            <a:off x="609600" y="1600200"/>
            <a:ext cx="10972800" cy="45259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r>
              <a:t>Body Level One</a:t>
            </a:r>
          </a:p>
          <a:p>
            <a:pPr lvl="1"/>
            <a:r>
              <a:t>Body Level Two</a:t>
            </a:r>
          </a:p>
          <a:p>
            <a:pPr lvl="2"/>
            <a:r>
              <a:t>Body Level Three</a:t>
            </a:r>
          </a:p>
          <a:p>
            <a:pPr lvl="3"/>
            <a:r>
              <a:t>Body Level Four</a:t>
            </a:r>
          </a:p>
          <a:p>
            <a:pPr lvl="4"/>
            <a:r>
              <a:t>Body Level Five</a:t>
            </a:r>
          </a:p>
        </p:txBody>
      </p:sp>
      <p:sp>
        <p:nvSpPr>
          <p:cNvPr id="5" name="Slide Number"/>
          <p:cNvSpPr txBox="1">
            <a:spLocks noGrp="1"/>
          </p:cNvSpPr>
          <p:nvPr>
            <p:ph type="sldNum" sz="quarter" idx="2"/>
          </p:nvPr>
        </p:nvSpPr>
        <p:spPr>
          <a:xfrm>
            <a:off x="5892800" y="6356350"/>
            <a:ext cx="2844800" cy="368300"/>
          </a:xfrm>
          <a:prstGeom prst="rect">
            <a:avLst/>
          </a:prstGeom>
          <a:ln w="12700">
            <a:miter lim="400000"/>
          </a:ln>
        </p:spPr>
        <p:txBody>
          <a:bodyPr wrap="none" lIns="0" tIns="0" rIns="0" bIns="0">
            <a:spAutoFit/>
          </a:bodyPr>
          <a:lstStyle>
            <a:lvl1pPr algn="r">
              <a:defRPr sz="600">
                <a:solidFill>
                  <a:srgbClr val="191919"/>
                </a:solidFill>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 id="2147483701" r:id="rId53"/>
    <p:sldLayoutId id="2147483702" r:id="rId54"/>
    <p:sldLayoutId id="2147483703" r:id="rId55"/>
  </p:sldLayoutIdLst>
  <p:transition spd="med"/>
  <p:txStyles>
    <p:titleStyle>
      <a:lvl1pPr marL="0" marR="0" indent="0" algn="l" defTabSz="914400" latinLnBrk="0">
        <a:lnSpc>
          <a:spcPct val="80000"/>
        </a:lnSpc>
        <a:spcBef>
          <a:spcPts val="0"/>
        </a:spcBef>
        <a:spcAft>
          <a:spcPts val="0"/>
        </a:spcAft>
        <a:buClrTx/>
        <a:buSzTx/>
        <a:buFontTx/>
        <a:buNone/>
        <a:tabLst/>
        <a:defRPr sz="6000" b="0" i="0" u="none" strike="noStrike" cap="none" spc="-100" baseline="0">
          <a:solidFill>
            <a:srgbClr val="000000"/>
          </a:solidFill>
          <a:uFillTx/>
          <a:latin typeface="Adobe Clean"/>
          <a:ea typeface="Adobe Clean"/>
          <a:cs typeface="Adobe Clean"/>
          <a:sym typeface="Adobe Clean"/>
        </a:defRPr>
      </a:lvl1pPr>
      <a:lvl2pPr marL="0" marR="0" indent="0" algn="l" defTabSz="914400" latinLnBrk="0">
        <a:lnSpc>
          <a:spcPct val="80000"/>
        </a:lnSpc>
        <a:spcBef>
          <a:spcPts val="0"/>
        </a:spcBef>
        <a:spcAft>
          <a:spcPts val="0"/>
        </a:spcAft>
        <a:buClrTx/>
        <a:buSzTx/>
        <a:buFontTx/>
        <a:buNone/>
        <a:tabLst/>
        <a:defRPr sz="6000" b="0" i="0" u="none" strike="noStrike" cap="none" spc="-100" baseline="0">
          <a:solidFill>
            <a:srgbClr val="000000"/>
          </a:solidFill>
          <a:uFillTx/>
          <a:latin typeface="Adobe Clean"/>
          <a:ea typeface="Adobe Clean"/>
          <a:cs typeface="Adobe Clean"/>
          <a:sym typeface="Adobe Clean"/>
        </a:defRPr>
      </a:lvl2pPr>
      <a:lvl3pPr marL="0" marR="0" indent="0" algn="l" defTabSz="914400" latinLnBrk="0">
        <a:lnSpc>
          <a:spcPct val="80000"/>
        </a:lnSpc>
        <a:spcBef>
          <a:spcPts val="0"/>
        </a:spcBef>
        <a:spcAft>
          <a:spcPts val="0"/>
        </a:spcAft>
        <a:buClrTx/>
        <a:buSzTx/>
        <a:buFontTx/>
        <a:buNone/>
        <a:tabLst/>
        <a:defRPr sz="6000" b="0" i="0" u="none" strike="noStrike" cap="none" spc="-100" baseline="0">
          <a:solidFill>
            <a:srgbClr val="000000"/>
          </a:solidFill>
          <a:uFillTx/>
          <a:latin typeface="Adobe Clean"/>
          <a:ea typeface="Adobe Clean"/>
          <a:cs typeface="Adobe Clean"/>
          <a:sym typeface="Adobe Clean"/>
        </a:defRPr>
      </a:lvl3pPr>
      <a:lvl4pPr marL="0" marR="0" indent="0" algn="l" defTabSz="914400" latinLnBrk="0">
        <a:lnSpc>
          <a:spcPct val="80000"/>
        </a:lnSpc>
        <a:spcBef>
          <a:spcPts val="0"/>
        </a:spcBef>
        <a:spcAft>
          <a:spcPts val="0"/>
        </a:spcAft>
        <a:buClrTx/>
        <a:buSzTx/>
        <a:buFontTx/>
        <a:buNone/>
        <a:tabLst/>
        <a:defRPr sz="6000" b="0" i="0" u="none" strike="noStrike" cap="none" spc="-100" baseline="0">
          <a:solidFill>
            <a:srgbClr val="000000"/>
          </a:solidFill>
          <a:uFillTx/>
          <a:latin typeface="Adobe Clean"/>
          <a:ea typeface="Adobe Clean"/>
          <a:cs typeface="Adobe Clean"/>
          <a:sym typeface="Adobe Clean"/>
        </a:defRPr>
      </a:lvl4pPr>
      <a:lvl5pPr marL="0" marR="0" indent="0" algn="l" defTabSz="914400" latinLnBrk="0">
        <a:lnSpc>
          <a:spcPct val="80000"/>
        </a:lnSpc>
        <a:spcBef>
          <a:spcPts val="0"/>
        </a:spcBef>
        <a:spcAft>
          <a:spcPts val="0"/>
        </a:spcAft>
        <a:buClrTx/>
        <a:buSzTx/>
        <a:buFontTx/>
        <a:buNone/>
        <a:tabLst/>
        <a:defRPr sz="6000" b="0" i="0" u="none" strike="noStrike" cap="none" spc="-100" baseline="0">
          <a:solidFill>
            <a:srgbClr val="000000"/>
          </a:solidFill>
          <a:uFillTx/>
          <a:latin typeface="Adobe Clean"/>
          <a:ea typeface="Adobe Clean"/>
          <a:cs typeface="Adobe Clean"/>
          <a:sym typeface="Adobe Clean"/>
        </a:defRPr>
      </a:lvl5pPr>
      <a:lvl6pPr marL="0" marR="0" indent="0" algn="l" defTabSz="914400" latinLnBrk="0">
        <a:lnSpc>
          <a:spcPct val="80000"/>
        </a:lnSpc>
        <a:spcBef>
          <a:spcPts val="0"/>
        </a:spcBef>
        <a:spcAft>
          <a:spcPts val="0"/>
        </a:spcAft>
        <a:buClrTx/>
        <a:buSzTx/>
        <a:buFontTx/>
        <a:buNone/>
        <a:tabLst/>
        <a:defRPr sz="6000" b="0" i="0" u="none" strike="noStrike" cap="none" spc="-100" baseline="0">
          <a:solidFill>
            <a:srgbClr val="000000"/>
          </a:solidFill>
          <a:uFillTx/>
          <a:latin typeface="Adobe Clean"/>
          <a:ea typeface="Adobe Clean"/>
          <a:cs typeface="Adobe Clean"/>
          <a:sym typeface="Adobe Clean"/>
        </a:defRPr>
      </a:lvl6pPr>
      <a:lvl7pPr marL="0" marR="0" indent="0" algn="l" defTabSz="914400" latinLnBrk="0">
        <a:lnSpc>
          <a:spcPct val="80000"/>
        </a:lnSpc>
        <a:spcBef>
          <a:spcPts val="0"/>
        </a:spcBef>
        <a:spcAft>
          <a:spcPts val="0"/>
        </a:spcAft>
        <a:buClrTx/>
        <a:buSzTx/>
        <a:buFontTx/>
        <a:buNone/>
        <a:tabLst/>
        <a:defRPr sz="6000" b="0" i="0" u="none" strike="noStrike" cap="none" spc="-100" baseline="0">
          <a:solidFill>
            <a:srgbClr val="000000"/>
          </a:solidFill>
          <a:uFillTx/>
          <a:latin typeface="Adobe Clean"/>
          <a:ea typeface="Adobe Clean"/>
          <a:cs typeface="Adobe Clean"/>
          <a:sym typeface="Adobe Clean"/>
        </a:defRPr>
      </a:lvl7pPr>
      <a:lvl8pPr marL="0" marR="0" indent="0" algn="l" defTabSz="914400" latinLnBrk="0">
        <a:lnSpc>
          <a:spcPct val="80000"/>
        </a:lnSpc>
        <a:spcBef>
          <a:spcPts val="0"/>
        </a:spcBef>
        <a:spcAft>
          <a:spcPts val="0"/>
        </a:spcAft>
        <a:buClrTx/>
        <a:buSzTx/>
        <a:buFontTx/>
        <a:buNone/>
        <a:tabLst/>
        <a:defRPr sz="6000" b="0" i="0" u="none" strike="noStrike" cap="none" spc="-100" baseline="0">
          <a:solidFill>
            <a:srgbClr val="000000"/>
          </a:solidFill>
          <a:uFillTx/>
          <a:latin typeface="Adobe Clean"/>
          <a:ea typeface="Adobe Clean"/>
          <a:cs typeface="Adobe Clean"/>
          <a:sym typeface="Adobe Clean"/>
        </a:defRPr>
      </a:lvl8pPr>
      <a:lvl9pPr marL="0" marR="0" indent="0" algn="l" defTabSz="914400" latinLnBrk="0">
        <a:lnSpc>
          <a:spcPct val="80000"/>
        </a:lnSpc>
        <a:spcBef>
          <a:spcPts val="0"/>
        </a:spcBef>
        <a:spcAft>
          <a:spcPts val="0"/>
        </a:spcAft>
        <a:buClrTx/>
        <a:buSzTx/>
        <a:buFontTx/>
        <a:buNone/>
        <a:tabLst/>
        <a:defRPr sz="6000" b="0" i="0" u="none" strike="noStrike" cap="none" spc="-100" baseline="0">
          <a:solidFill>
            <a:srgbClr val="000000"/>
          </a:solidFill>
          <a:uFillTx/>
          <a:latin typeface="Adobe Clean"/>
          <a:ea typeface="Adobe Clean"/>
          <a:cs typeface="Adobe Clean"/>
          <a:sym typeface="Adobe Clean"/>
        </a:defRPr>
      </a:lvl9pPr>
    </p:titleStyle>
    <p:bodyStyle>
      <a:lvl1pPr marL="0" marR="0" indent="0" algn="l" defTabSz="914400" rtl="0" latinLnBrk="0">
        <a:lnSpc>
          <a:spcPct val="110000"/>
        </a:lnSpc>
        <a:spcBef>
          <a:spcPts val="1200"/>
        </a:spcBef>
        <a:spcAft>
          <a:spcPts val="0"/>
        </a:spcAft>
        <a:buClrTx/>
        <a:buSzTx/>
        <a:buFont typeface="Wingdings"/>
        <a:buNone/>
        <a:tabLst/>
        <a:defRPr sz="2000" b="0" i="0" u="none" strike="noStrike" cap="none" spc="0" baseline="0">
          <a:solidFill>
            <a:srgbClr val="000000"/>
          </a:solidFill>
          <a:uFillTx/>
          <a:latin typeface="Adobe Clean"/>
          <a:ea typeface="Adobe Clean"/>
          <a:cs typeface="Adobe Clean"/>
          <a:sym typeface="Adobe Clean"/>
        </a:defRPr>
      </a:lvl1pPr>
      <a:lvl2pPr marL="0" marR="0" indent="225425" algn="l" defTabSz="914400" rtl="0" latinLnBrk="0">
        <a:lnSpc>
          <a:spcPct val="110000"/>
        </a:lnSpc>
        <a:spcBef>
          <a:spcPts val="1200"/>
        </a:spcBef>
        <a:spcAft>
          <a:spcPts val="0"/>
        </a:spcAft>
        <a:buClrTx/>
        <a:buSzTx/>
        <a:buFont typeface="Wingdings"/>
        <a:buNone/>
        <a:tabLst/>
        <a:defRPr sz="2000" b="0" i="0" u="none" strike="noStrike" cap="none" spc="0" baseline="0">
          <a:solidFill>
            <a:srgbClr val="000000"/>
          </a:solidFill>
          <a:uFillTx/>
          <a:latin typeface="Adobe Clean"/>
          <a:ea typeface="Adobe Clean"/>
          <a:cs typeface="Adobe Clean"/>
          <a:sym typeface="Adobe Clean"/>
        </a:defRPr>
      </a:lvl2pPr>
      <a:lvl3pPr marL="0" marR="0" indent="438150" algn="l" defTabSz="914400" rtl="0" latinLnBrk="0">
        <a:lnSpc>
          <a:spcPct val="110000"/>
        </a:lnSpc>
        <a:spcBef>
          <a:spcPts val="1200"/>
        </a:spcBef>
        <a:spcAft>
          <a:spcPts val="0"/>
        </a:spcAft>
        <a:buClrTx/>
        <a:buSzTx/>
        <a:buFont typeface="Wingdings"/>
        <a:buNone/>
        <a:tabLst/>
        <a:defRPr sz="2000" b="0" i="0" u="none" strike="noStrike" cap="none" spc="0" baseline="0">
          <a:solidFill>
            <a:srgbClr val="000000"/>
          </a:solidFill>
          <a:uFillTx/>
          <a:latin typeface="Adobe Clean"/>
          <a:ea typeface="Adobe Clean"/>
          <a:cs typeface="Adobe Clean"/>
          <a:sym typeface="Adobe Clean"/>
        </a:defRPr>
      </a:lvl3pPr>
      <a:lvl4pPr marL="0" marR="0" indent="546100" algn="l" defTabSz="914400" rtl="0" latinLnBrk="0">
        <a:lnSpc>
          <a:spcPct val="110000"/>
        </a:lnSpc>
        <a:spcBef>
          <a:spcPts val="1200"/>
        </a:spcBef>
        <a:spcAft>
          <a:spcPts val="0"/>
        </a:spcAft>
        <a:buClrTx/>
        <a:buSzTx/>
        <a:buFont typeface="Wingdings"/>
        <a:buNone/>
        <a:tabLst/>
        <a:defRPr sz="2000" b="0" i="0" u="none" strike="noStrike" cap="none" spc="0" baseline="0">
          <a:solidFill>
            <a:srgbClr val="000000"/>
          </a:solidFill>
          <a:uFillTx/>
          <a:latin typeface="Adobe Clean"/>
          <a:ea typeface="Adobe Clean"/>
          <a:cs typeface="Adobe Clean"/>
          <a:sym typeface="Adobe Clean"/>
        </a:defRPr>
      </a:lvl4pPr>
      <a:lvl5pPr marL="0" marR="0" indent="715962" algn="l" defTabSz="914400" rtl="0" latinLnBrk="0">
        <a:lnSpc>
          <a:spcPct val="110000"/>
        </a:lnSpc>
        <a:spcBef>
          <a:spcPts val="1200"/>
        </a:spcBef>
        <a:spcAft>
          <a:spcPts val="0"/>
        </a:spcAft>
        <a:buClrTx/>
        <a:buSzTx/>
        <a:buFont typeface="Wingdings"/>
        <a:buNone/>
        <a:tabLst/>
        <a:defRPr sz="2000" b="0" i="0" u="none" strike="noStrike" cap="none" spc="0" baseline="0">
          <a:solidFill>
            <a:srgbClr val="000000"/>
          </a:solidFill>
          <a:uFillTx/>
          <a:latin typeface="Adobe Clean"/>
          <a:ea typeface="Adobe Clean"/>
          <a:cs typeface="Adobe Clean"/>
          <a:sym typeface="Adobe Clean"/>
        </a:defRPr>
      </a:lvl5pPr>
      <a:lvl6pPr marL="0" marR="0" indent="2286000" algn="l" defTabSz="914400" rtl="0" latinLnBrk="0">
        <a:lnSpc>
          <a:spcPct val="110000"/>
        </a:lnSpc>
        <a:spcBef>
          <a:spcPts val="1200"/>
        </a:spcBef>
        <a:spcAft>
          <a:spcPts val="0"/>
        </a:spcAft>
        <a:buClrTx/>
        <a:buSzTx/>
        <a:buFont typeface="Wingdings"/>
        <a:buNone/>
        <a:tabLst/>
        <a:defRPr sz="2000" b="0" i="0" u="none" strike="noStrike" cap="none" spc="0" baseline="0">
          <a:solidFill>
            <a:srgbClr val="000000"/>
          </a:solidFill>
          <a:uFillTx/>
          <a:latin typeface="Adobe Clean"/>
          <a:ea typeface="Adobe Clean"/>
          <a:cs typeface="Adobe Clean"/>
          <a:sym typeface="Adobe Clean"/>
        </a:defRPr>
      </a:lvl6pPr>
      <a:lvl7pPr marL="0" marR="0" indent="2743200" algn="l" defTabSz="914400" rtl="0" latinLnBrk="0">
        <a:lnSpc>
          <a:spcPct val="110000"/>
        </a:lnSpc>
        <a:spcBef>
          <a:spcPts val="1200"/>
        </a:spcBef>
        <a:spcAft>
          <a:spcPts val="0"/>
        </a:spcAft>
        <a:buClrTx/>
        <a:buSzTx/>
        <a:buFont typeface="Wingdings"/>
        <a:buNone/>
        <a:tabLst/>
        <a:defRPr sz="2000" b="0" i="0" u="none" strike="noStrike" cap="none" spc="0" baseline="0">
          <a:solidFill>
            <a:srgbClr val="000000"/>
          </a:solidFill>
          <a:uFillTx/>
          <a:latin typeface="Adobe Clean"/>
          <a:ea typeface="Adobe Clean"/>
          <a:cs typeface="Adobe Clean"/>
          <a:sym typeface="Adobe Clean"/>
        </a:defRPr>
      </a:lvl7pPr>
      <a:lvl8pPr marL="0" marR="0" indent="3200400" algn="l" defTabSz="914400" rtl="0" latinLnBrk="0">
        <a:lnSpc>
          <a:spcPct val="110000"/>
        </a:lnSpc>
        <a:spcBef>
          <a:spcPts val="1200"/>
        </a:spcBef>
        <a:spcAft>
          <a:spcPts val="0"/>
        </a:spcAft>
        <a:buClrTx/>
        <a:buSzTx/>
        <a:buFont typeface="Wingdings"/>
        <a:buNone/>
        <a:tabLst/>
        <a:defRPr sz="2000" b="0" i="0" u="none" strike="noStrike" cap="none" spc="0" baseline="0">
          <a:solidFill>
            <a:srgbClr val="000000"/>
          </a:solidFill>
          <a:uFillTx/>
          <a:latin typeface="Adobe Clean"/>
          <a:ea typeface="Adobe Clean"/>
          <a:cs typeface="Adobe Clean"/>
          <a:sym typeface="Adobe Clean"/>
        </a:defRPr>
      </a:lvl8pPr>
      <a:lvl9pPr marL="0" marR="0" indent="3657600" algn="l" defTabSz="914400" rtl="0" latinLnBrk="0">
        <a:lnSpc>
          <a:spcPct val="110000"/>
        </a:lnSpc>
        <a:spcBef>
          <a:spcPts val="1200"/>
        </a:spcBef>
        <a:spcAft>
          <a:spcPts val="0"/>
        </a:spcAft>
        <a:buClrTx/>
        <a:buSzTx/>
        <a:buFont typeface="Wingdings"/>
        <a:buNone/>
        <a:tabLst/>
        <a:defRPr sz="2000" b="0" i="0" u="none" strike="noStrike" cap="none" spc="0" baseline="0">
          <a:solidFill>
            <a:srgbClr val="000000"/>
          </a:solidFill>
          <a:uFillTx/>
          <a:latin typeface="Adobe Clean"/>
          <a:ea typeface="Adobe Clean"/>
          <a:cs typeface="Adobe Clean"/>
          <a:sym typeface="Adobe Clean"/>
        </a:defRPr>
      </a:lvl9pPr>
    </p:bodyStyle>
    <p:otherStyle>
      <a:lvl1pPr marL="0" marR="0" indent="0" algn="r" defTabSz="914400" rtl="0" latinLnBrk="0">
        <a:lnSpc>
          <a:spcPct val="100000"/>
        </a:lnSpc>
        <a:spcBef>
          <a:spcPts val="0"/>
        </a:spcBef>
        <a:spcAft>
          <a:spcPts val="0"/>
        </a:spcAft>
        <a:buClrTx/>
        <a:buSzTx/>
        <a:buFontTx/>
        <a:buNone/>
        <a:tabLst/>
        <a:defRPr sz="600" b="0" i="0" u="none" strike="noStrike" cap="none" spc="0" baseline="0">
          <a:solidFill>
            <a:schemeClr val="tx1"/>
          </a:solidFill>
          <a:uFillTx/>
          <a:latin typeface="+mn-lt"/>
          <a:ea typeface="+mn-ea"/>
          <a:cs typeface="+mn-cs"/>
          <a:sym typeface="Adobe Clean"/>
        </a:defRPr>
      </a:lvl1pPr>
      <a:lvl2pPr marL="0" marR="0" indent="457200" algn="r" defTabSz="914400" rtl="0" latinLnBrk="0">
        <a:lnSpc>
          <a:spcPct val="100000"/>
        </a:lnSpc>
        <a:spcBef>
          <a:spcPts val="0"/>
        </a:spcBef>
        <a:spcAft>
          <a:spcPts val="0"/>
        </a:spcAft>
        <a:buClrTx/>
        <a:buSzTx/>
        <a:buFontTx/>
        <a:buNone/>
        <a:tabLst/>
        <a:defRPr sz="600" b="0" i="0" u="none" strike="noStrike" cap="none" spc="0" baseline="0">
          <a:solidFill>
            <a:schemeClr val="tx1"/>
          </a:solidFill>
          <a:uFillTx/>
          <a:latin typeface="+mn-lt"/>
          <a:ea typeface="+mn-ea"/>
          <a:cs typeface="+mn-cs"/>
          <a:sym typeface="Adobe Clean"/>
        </a:defRPr>
      </a:lvl2pPr>
      <a:lvl3pPr marL="0" marR="0" indent="914400" algn="r" defTabSz="914400" rtl="0" latinLnBrk="0">
        <a:lnSpc>
          <a:spcPct val="100000"/>
        </a:lnSpc>
        <a:spcBef>
          <a:spcPts val="0"/>
        </a:spcBef>
        <a:spcAft>
          <a:spcPts val="0"/>
        </a:spcAft>
        <a:buClrTx/>
        <a:buSzTx/>
        <a:buFontTx/>
        <a:buNone/>
        <a:tabLst/>
        <a:defRPr sz="600" b="0" i="0" u="none" strike="noStrike" cap="none" spc="0" baseline="0">
          <a:solidFill>
            <a:schemeClr val="tx1"/>
          </a:solidFill>
          <a:uFillTx/>
          <a:latin typeface="+mn-lt"/>
          <a:ea typeface="+mn-ea"/>
          <a:cs typeface="+mn-cs"/>
          <a:sym typeface="Adobe Clean"/>
        </a:defRPr>
      </a:lvl3pPr>
      <a:lvl4pPr marL="0" marR="0" indent="1371600" algn="r" defTabSz="914400" rtl="0" latinLnBrk="0">
        <a:lnSpc>
          <a:spcPct val="100000"/>
        </a:lnSpc>
        <a:spcBef>
          <a:spcPts val="0"/>
        </a:spcBef>
        <a:spcAft>
          <a:spcPts val="0"/>
        </a:spcAft>
        <a:buClrTx/>
        <a:buSzTx/>
        <a:buFontTx/>
        <a:buNone/>
        <a:tabLst/>
        <a:defRPr sz="600" b="0" i="0" u="none" strike="noStrike" cap="none" spc="0" baseline="0">
          <a:solidFill>
            <a:schemeClr val="tx1"/>
          </a:solidFill>
          <a:uFillTx/>
          <a:latin typeface="+mn-lt"/>
          <a:ea typeface="+mn-ea"/>
          <a:cs typeface="+mn-cs"/>
          <a:sym typeface="Adobe Clean"/>
        </a:defRPr>
      </a:lvl4pPr>
      <a:lvl5pPr marL="0" marR="0" indent="1828800" algn="r" defTabSz="914400" rtl="0" latinLnBrk="0">
        <a:lnSpc>
          <a:spcPct val="100000"/>
        </a:lnSpc>
        <a:spcBef>
          <a:spcPts val="0"/>
        </a:spcBef>
        <a:spcAft>
          <a:spcPts val="0"/>
        </a:spcAft>
        <a:buClrTx/>
        <a:buSzTx/>
        <a:buFontTx/>
        <a:buNone/>
        <a:tabLst/>
        <a:defRPr sz="600" b="0" i="0" u="none" strike="noStrike" cap="none" spc="0" baseline="0">
          <a:solidFill>
            <a:schemeClr val="tx1"/>
          </a:solidFill>
          <a:uFillTx/>
          <a:latin typeface="+mn-lt"/>
          <a:ea typeface="+mn-ea"/>
          <a:cs typeface="+mn-cs"/>
          <a:sym typeface="Adobe Clean"/>
        </a:defRPr>
      </a:lvl5pPr>
      <a:lvl6pPr marL="0" marR="0" indent="2286000" algn="r" defTabSz="914400" rtl="0" latinLnBrk="0">
        <a:lnSpc>
          <a:spcPct val="100000"/>
        </a:lnSpc>
        <a:spcBef>
          <a:spcPts val="0"/>
        </a:spcBef>
        <a:spcAft>
          <a:spcPts val="0"/>
        </a:spcAft>
        <a:buClrTx/>
        <a:buSzTx/>
        <a:buFontTx/>
        <a:buNone/>
        <a:tabLst/>
        <a:defRPr sz="600" b="0" i="0" u="none" strike="noStrike" cap="none" spc="0" baseline="0">
          <a:solidFill>
            <a:schemeClr val="tx1"/>
          </a:solidFill>
          <a:uFillTx/>
          <a:latin typeface="+mn-lt"/>
          <a:ea typeface="+mn-ea"/>
          <a:cs typeface="+mn-cs"/>
          <a:sym typeface="Adobe Clean"/>
        </a:defRPr>
      </a:lvl6pPr>
      <a:lvl7pPr marL="0" marR="0" indent="2743200" algn="r" defTabSz="914400" rtl="0" latinLnBrk="0">
        <a:lnSpc>
          <a:spcPct val="100000"/>
        </a:lnSpc>
        <a:spcBef>
          <a:spcPts val="0"/>
        </a:spcBef>
        <a:spcAft>
          <a:spcPts val="0"/>
        </a:spcAft>
        <a:buClrTx/>
        <a:buSzTx/>
        <a:buFontTx/>
        <a:buNone/>
        <a:tabLst/>
        <a:defRPr sz="600" b="0" i="0" u="none" strike="noStrike" cap="none" spc="0" baseline="0">
          <a:solidFill>
            <a:schemeClr val="tx1"/>
          </a:solidFill>
          <a:uFillTx/>
          <a:latin typeface="+mn-lt"/>
          <a:ea typeface="+mn-ea"/>
          <a:cs typeface="+mn-cs"/>
          <a:sym typeface="Adobe Clean"/>
        </a:defRPr>
      </a:lvl7pPr>
      <a:lvl8pPr marL="0" marR="0" indent="3200400" algn="r" defTabSz="914400" rtl="0" latinLnBrk="0">
        <a:lnSpc>
          <a:spcPct val="100000"/>
        </a:lnSpc>
        <a:spcBef>
          <a:spcPts val="0"/>
        </a:spcBef>
        <a:spcAft>
          <a:spcPts val="0"/>
        </a:spcAft>
        <a:buClrTx/>
        <a:buSzTx/>
        <a:buFontTx/>
        <a:buNone/>
        <a:tabLst/>
        <a:defRPr sz="600" b="0" i="0" u="none" strike="noStrike" cap="none" spc="0" baseline="0">
          <a:solidFill>
            <a:schemeClr val="tx1"/>
          </a:solidFill>
          <a:uFillTx/>
          <a:latin typeface="+mn-lt"/>
          <a:ea typeface="+mn-ea"/>
          <a:cs typeface="+mn-cs"/>
          <a:sym typeface="Adobe Clean"/>
        </a:defRPr>
      </a:lvl8pPr>
      <a:lvl9pPr marL="0" marR="0" indent="3657600" algn="r" defTabSz="914400" rtl="0" latinLnBrk="0">
        <a:lnSpc>
          <a:spcPct val="100000"/>
        </a:lnSpc>
        <a:spcBef>
          <a:spcPts val="0"/>
        </a:spcBef>
        <a:spcAft>
          <a:spcPts val="0"/>
        </a:spcAft>
        <a:buClrTx/>
        <a:buSzTx/>
        <a:buFontTx/>
        <a:buNone/>
        <a:tabLst/>
        <a:defRPr sz="600" b="0" i="0" u="none" strike="noStrike" cap="none" spc="0" baseline="0">
          <a:solidFill>
            <a:schemeClr val="tx1"/>
          </a:solidFill>
          <a:uFillTx/>
          <a:latin typeface="+mn-lt"/>
          <a:ea typeface="+mn-ea"/>
          <a:cs typeface="+mn-cs"/>
          <a:sym typeface="Adobe Clean"/>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6.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6.xml"/><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8.xml"/><Relationship Id="rId5" Type="http://schemas.openxmlformats.org/officeDocument/2006/relationships/image" Target="../media/image15.png"/><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6.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6.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1.xml"/></Relationships>
</file>

<file path=ppt/slides/_rels/slide1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42.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6.xml"/><Relationship Id="rId4" Type="http://schemas.openxmlformats.org/officeDocument/2006/relationships/image" Target="../media/image28.png"/></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4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6.xml"/></Relationships>
</file>

<file path=ppt/slides/_rels/slide2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28.xml"/></Relationships>
</file>

<file path=ppt/slides/_rels/slide2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42.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42.xml"/><Relationship Id="rId4" Type="http://schemas.openxmlformats.org/officeDocument/2006/relationships/image" Target="../media/image34.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8.xml"/><Relationship Id="rId1" Type="http://schemas.openxmlformats.org/officeDocument/2006/relationships/slideLayout" Target="../slideLayouts/slideLayout10.xml"/><Relationship Id="rId5" Type="http://schemas.openxmlformats.org/officeDocument/2006/relationships/image" Target="../media/image37.png"/><Relationship Id="rId4" Type="http://schemas.openxmlformats.org/officeDocument/2006/relationships/image" Target="../media/image3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2.xml"/></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6.xml"/><Relationship Id="rId4" Type="http://schemas.openxmlformats.org/officeDocument/2006/relationships/image" Target="../media/image3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6.xml"/></Relationships>
</file>

<file path=ppt/slides/_rels/slide3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3.xml"/><Relationship Id="rId1" Type="http://schemas.openxmlformats.org/officeDocument/2006/relationships/slideLayout" Target="../slideLayouts/slideLayout9.xml"/><Relationship Id="rId4" Type="http://schemas.openxmlformats.org/officeDocument/2006/relationships/image" Target="../media/image4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2.xml"/></Relationships>
</file>

<file path=ppt/slides/_rels/slide3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4.xml"/><Relationship Id="rId1" Type="http://schemas.openxmlformats.org/officeDocument/2006/relationships/slideLayout" Target="../slideLayouts/slideLayout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2.xml"/></Relationships>
</file>

<file path=ppt/slides/_rels/slide4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5.xml"/><Relationship Id="rId1" Type="http://schemas.openxmlformats.org/officeDocument/2006/relationships/slideLayout" Target="../slideLayouts/slideLayout9.xml"/><Relationship Id="rId4" Type="http://schemas.openxmlformats.org/officeDocument/2006/relationships/image" Target="../media/image44.png"/></Relationships>
</file>

<file path=ppt/slides/_rels/slide4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6.xml"/><Relationship Id="rId1" Type="http://schemas.openxmlformats.org/officeDocument/2006/relationships/slideLayout" Target="../slideLayouts/slideLayout9.xml"/><Relationship Id="rId5" Type="http://schemas.openxmlformats.org/officeDocument/2006/relationships/image" Target="../media/image47.png"/><Relationship Id="rId4" Type="http://schemas.openxmlformats.org/officeDocument/2006/relationships/image" Target="../media/image46.png"/></Relationships>
</file>

<file path=ppt/slides/_rels/slide4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7.xml"/><Relationship Id="rId1" Type="http://schemas.openxmlformats.org/officeDocument/2006/relationships/slideLayout" Target="../slideLayouts/slideLayout9.xml"/></Relationships>
</file>

<file path=ppt/slides/_rels/slide4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8.xml"/><Relationship Id="rId1" Type="http://schemas.openxmlformats.org/officeDocument/2006/relationships/slideLayout" Target="../slideLayouts/slideLayout9.xml"/><Relationship Id="rId4" Type="http://schemas.openxmlformats.org/officeDocument/2006/relationships/image" Target="../media/image5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2.xml"/></Relationships>
</file>

<file path=ppt/slides/_rels/slide4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9.xml"/><Relationship Id="rId1" Type="http://schemas.openxmlformats.org/officeDocument/2006/relationships/slideLayout" Target="../slideLayouts/slideLayout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5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5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5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5" name="Title 3"/>
          <p:cNvSpPr txBox="1">
            <a:spLocks noGrp="1"/>
          </p:cNvSpPr>
          <p:nvPr>
            <p:ph type="ctrTitle"/>
          </p:nvPr>
        </p:nvSpPr>
        <p:spPr>
          <a:xfrm>
            <a:off x="609600" y="1475289"/>
            <a:ext cx="10972800" cy="2387601"/>
          </a:xfrm>
          <a:prstGeom prst="rect">
            <a:avLst/>
          </a:prstGeom>
        </p:spPr>
        <p:txBody>
          <a:bodyPr/>
          <a:lstStyle>
            <a:lvl1pPr>
              <a:defRPr sz="6000" b="0" spc="-200"/>
            </a:lvl1pPr>
          </a:lstStyle>
          <a:p>
            <a:r>
              <a:t>Working with the new AEM Assets View</a:t>
            </a: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907" name="Title 3"/>
          <p:cNvSpPr txBox="1">
            <a:spLocks noGrp="1"/>
          </p:cNvSpPr>
          <p:nvPr>
            <p:ph type="title"/>
          </p:nvPr>
        </p:nvSpPr>
        <p:spPr>
          <a:xfrm>
            <a:off x="609600" y="264084"/>
            <a:ext cx="10972800" cy="946391"/>
          </a:xfrm>
          <a:prstGeom prst="rect">
            <a:avLst/>
          </a:prstGeom>
        </p:spPr>
        <p:txBody>
          <a:bodyPr/>
          <a:lstStyle/>
          <a:p>
            <a:r>
              <a:t>Instructor</a:t>
            </a:r>
          </a:p>
        </p:txBody>
      </p:sp>
      <p:sp>
        <p:nvSpPr>
          <p:cNvPr id="1908" name="Oval 2"/>
          <p:cNvSpPr/>
          <p:nvPr/>
        </p:nvSpPr>
        <p:spPr>
          <a:xfrm>
            <a:off x="9353862" y="3429000"/>
            <a:ext cx="179883" cy="153650"/>
          </a:xfrm>
          <a:prstGeom prst="ellipse">
            <a:avLst/>
          </a:prstGeom>
          <a:solidFill>
            <a:schemeClr val="accent6"/>
          </a:solidFill>
          <a:ln w="12700">
            <a:miter lim="400000"/>
          </a:ln>
        </p:spPr>
        <p:txBody>
          <a:bodyPr lIns="45719" rIns="45719" anchor="ctr"/>
          <a:lstStyle/>
          <a:p>
            <a:pPr algn="ctr"/>
            <a:endParaRP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910" name="Picture 9" descr="Picture 9"/>
          <p:cNvPicPr>
            <a:picLocks noChangeAspect="1"/>
          </p:cNvPicPr>
          <p:nvPr/>
        </p:nvPicPr>
        <p:blipFill>
          <a:blip r:embed="rId3"/>
          <a:srcRect b="7539"/>
          <a:stretch>
            <a:fillRect/>
          </a:stretch>
        </p:blipFill>
        <p:spPr>
          <a:xfrm>
            <a:off x="129307" y="258520"/>
            <a:ext cx="12062692" cy="6160753"/>
          </a:xfrm>
          <a:prstGeom prst="rect">
            <a:avLst/>
          </a:prstGeom>
          <a:ln w="12700">
            <a:miter lim="400000"/>
          </a:ln>
        </p:spPr>
      </p:pic>
      <p:grpSp>
        <p:nvGrpSpPr>
          <p:cNvPr id="1914" name="Group 11"/>
          <p:cNvGrpSpPr/>
          <p:nvPr/>
        </p:nvGrpSpPr>
        <p:grpSpPr>
          <a:xfrm>
            <a:off x="3656229" y="2367003"/>
            <a:ext cx="5558892" cy="2072639"/>
            <a:chOff x="0" y="0"/>
            <a:chExt cx="5558890" cy="2072638"/>
          </a:xfrm>
        </p:grpSpPr>
        <p:sp>
          <p:nvSpPr>
            <p:cNvPr id="1911" name="Rounded Rectangle 9"/>
            <p:cNvSpPr/>
            <p:nvPr/>
          </p:nvSpPr>
          <p:spPr>
            <a:xfrm>
              <a:off x="-1" y="0"/>
              <a:ext cx="5558892" cy="2072639"/>
            </a:xfrm>
            <a:prstGeom prst="roundRect">
              <a:avLst>
                <a:gd name="adj" fmla="val 6238"/>
              </a:avLst>
            </a:prstGeom>
            <a:solidFill>
              <a:srgbClr val="FFFFFF"/>
            </a:solidFill>
            <a:ln w="12700" cap="flat">
              <a:noFill/>
              <a:miter lim="400000"/>
            </a:ln>
            <a:effectLst>
              <a:outerShdw blurRad="88900" dist="300086" dir="5400000" rotWithShape="0">
                <a:srgbClr val="000000">
                  <a:alpha val="29201"/>
                </a:srgbClr>
              </a:outerShdw>
            </a:effectLst>
          </p:spPr>
          <p:txBody>
            <a:bodyPr wrap="square" lIns="45719" tIns="45719" rIns="45719" bIns="45719" numCol="1" anchor="ctr">
              <a:noAutofit/>
            </a:bodyPr>
            <a:lstStyle/>
            <a:p>
              <a:pPr algn="ctr"/>
              <a:endParaRPr/>
            </a:p>
          </p:txBody>
        </p:sp>
        <p:pic>
          <p:nvPicPr>
            <p:cNvPr id="1912" name="Picture 14" descr="Picture 14"/>
            <p:cNvPicPr>
              <a:picLocks noChangeAspect="1"/>
            </p:cNvPicPr>
            <p:nvPr/>
          </p:nvPicPr>
          <p:blipFill>
            <a:blip r:embed="rId4"/>
            <a:srcRect l="30379" t="31505" r="54281" b="41490"/>
            <a:stretch>
              <a:fillRect/>
            </a:stretch>
          </p:blipFill>
          <p:spPr>
            <a:xfrm>
              <a:off x="229017" y="233680"/>
              <a:ext cx="1565561" cy="1566981"/>
            </a:xfrm>
            <a:prstGeom prst="rect">
              <a:avLst/>
            </a:prstGeom>
            <a:ln w="12700" cap="flat">
              <a:noFill/>
              <a:miter lim="400000"/>
            </a:ln>
            <a:effectLst/>
          </p:spPr>
        </p:pic>
        <p:sp>
          <p:nvSpPr>
            <p:cNvPr id="1913" name="TextBox 16"/>
            <p:cNvSpPr txBox="1"/>
            <p:nvPr/>
          </p:nvSpPr>
          <p:spPr>
            <a:xfrm>
              <a:off x="1940058" y="649159"/>
              <a:ext cx="3367295" cy="65024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tIns="45719" rIns="45719" bIns="45719" numCol="1" anchor="t">
              <a:spAutoFit/>
            </a:bodyPr>
            <a:lstStyle/>
            <a:p>
              <a:r>
                <a:t>My name </a:t>
              </a:r>
            </a:p>
            <a:p>
              <a:r>
                <a:t>My company &amp; role </a:t>
              </a:r>
            </a:p>
          </p:txBody>
        </p:sp>
      </p:gr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cond evt="onBegin" delay="0">
                          <p:tn val="2"/>
                        </p:cond>
                      </p:stCondLst>
                      <p:childTnLst>
                        <p:par>
                          <p:cTn id="4" fill="hold">
                            <p:stCondLst>
                              <p:cond delay="0"/>
                            </p:stCondLst>
                            <p:childTnLst>
                              <p:par>
                                <p:cTn id="5" presetID="6" presetClass="emph" presetSubtype="0" accel="50000" decel="50000" fill="hold" grpId="0" nodeType="afterEffect">
                                  <p:stCondLst>
                                    <p:cond delay="0"/>
                                  </p:stCondLst>
                                  <p:childTnLst>
                                    <p:animScale>
                                      <p:cBhvr>
                                        <p:cTn id="6" dur="3000" fill="hold"/>
                                        <p:tgtEl>
                                          <p:spTgt spid="1914"/>
                                        </p:tgtEl>
                                      </p:cBhvr>
                                      <p:by x="94999" y="94999"/>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14" grpId="0" animBg="1" advAuto="0"/>
    </p:bld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918" name="Title 1"/>
          <p:cNvSpPr txBox="1">
            <a:spLocks noGrp="1"/>
          </p:cNvSpPr>
          <p:nvPr>
            <p:ph type="title"/>
          </p:nvPr>
        </p:nvSpPr>
        <p:spPr>
          <a:xfrm>
            <a:off x="609600" y="264084"/>
            <a:ext cx="10972800" cy="946391"/>
          </a:xfrm>
          <a:prstGeom prst="rect">
            <a:avLst/>
          </a:prstGeom>
        </p:spPr>
        <p:txBody>
          <a:bodyPr/>
          <a:lstStyle/>
          <a:p>
            <a:r>
              <a:t>Legal and Confidentiality Information</a:t>
            </a:r>
          </a:p>
        </p:txBody>
      </p:sp>
      <p:sp>
        <p:nvSpPr>
          <p:cNvPr id="1919" name="Content Placeholder 2"/>
          <p:cNvSpPr txBox="1">
            <a:spLocks noGrp="1"/>
          </p:cNvSpPr>
          <p:nvPr>
            <p:ph type="body" idx="1"/>
          </p:nvPr>
        </p:nvSpPr>
        <p:spPr>
          <a:prstGeom prst="rect">
            <a:avLst/>
          </a:prstGeom>
        </p:spPr>
        <p:txBody>
          <a:bodyPr/>
          <a:lstStyle/>
          <a:p>
            <a:pPr>
              <a:defRPr sz="1600"/>
            </a:pPr>
            <a:r>
              <a:t>© 2025 Adobe, Inc. All rights reserved. </a:t>
            </a:r>
          </a:p>
          <a:p>
            <a:pPr>
              <a:defRPr sz="1600"/>
            </a:pPr>
            <a:r>
              <a:t>Every effort was made to ensure that the information in this document was complete and accurate at the time of publication. However, information is subject to change and Adobe cannot assume responsibility for any errors or omissions. Changes or corrections to the information contained in this document may be incorporated in future issues.</a:t>
            </a:r>
          </a:p>
          <a:p>
            <a:pPr>
              <a:defRPr sz="1600"/>
            </a:pPr>
            <a:r>
              <a:t>This copyrighted document along with other materials for this course may not be recorded, reproduced, duplicated, reverse engineered, or adapted.</a:t>
            </a:r>
          </a:p>
          <a:p>
            <a:pPr>
              <a:defRPr sz="1600"/>
            </a:pPr>
            <a:r>
              <a:t>Training is intended only for those individuals who have registered and paid for it; training access URLs, user names and passwords, or access of any kind may not be shared.</a:t>
            </a:r>
          </a:p>
          <a:p>
            <a:pPr>
              <a:defRPr sz="1600"/>
            </a:pPr>
            <a:r>
              <a:t>This document and other materials for this course are Adobe confidential and proprietary information which must be retained in confidence by the recipient.</a:t>
            </a:r>
          </a:p>
        </p:txBody>
      </p:sp>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3" name="Title 1"/>
          <p:cNvSpPr txBox="1">
            <a:spLocks noGrp="1"/>
          </p:cNvSpPr>
          <p:nvPr>
            <p:ph type="title"/>
          </p:nvPr>
        </p:nvSpPr>
        <p:spPr>
          <a:xfrm>
            <a:off x="612648" y="265175"/>
            <a:ext cx="10972801" cy="950976"/>
          </a:xfrm>
          <a:prstGeom prst="rect">
            <a:avLst/>
          </a:prstGeom>
        </p:spPr>
        <p:txBody>
          <a:bodyPr/>
          <a:lstStyle/>
          <a:p>
            <a:r>
              <a:t>Course Agenda</a:t>
            </a:r>
          </a:p>
        </p:txBody>
      </p:sp>
      <p:graphicFrame>
        <p:nvGraphicFramePr>
          <p:cNvPr id="1924" name="Table 6"/>
          <p:cNvGraphicFramePr/>
          <p:nvPr/>
        </p:nvGraphicFramePr>
        <p:xfrm>
          <a:off x="609600" y="1576387"/>
          <a:ext cx="8992927" cy="3775709"/>
        </p:xfrm>
        <a:graphic>
          <a:graphicData uri="http://schemas.openxmlformats.org/drawingml/2006/table">
            <a:tbl>
              <a:tblPr>
                <a:tableStyleId>{4C3C2611-4C71-4FC5-86AE-919BDF0F9419}</a:tableStyleId>
              </a:tblPr>
              <a:tblGrid>
                <a:gridCol w="876300">
                  <a:extLst>
                    <a:ext uri="{9D8B030D-6E8A-4147-A177-3AD203B41FA5}">
                      <a16:colId xmlns:a16="http://schemas.microsoft.com/office/drawing/2014/main" val="20000"/>
                    </a:ext>
                  </a:extLst>
                </a:gridCol>
                <a:gridCol w="7108658">
                  <a:extLst>
                    <a:ext uri="{9D8B030D-6E8A-4147-A177-3AD203B41FA5}">
                      <a16:colId xmlns:a16="http://schemas.microsoft.com/office/drawing/2014/main" val="20001"/>
                    </a:ext>
                  </a:extLst>
                </a:gridCol>
                <a:gridCol w="1007969">
                  <a:extLst>
                    <a:ext uri="{9D8B030D-6E8A-4147-A177-3AD203B41FA5}">
                      <a16:colId xmlns:a16="http://schemas.microsoft.com/office/drawing/2014/main" val="20002"/>
                    </a:ext>
                  </a:extLst>
                </a:gridCol>
              </a:tblGrid>
              <a:tr h="539387">
                <a:tc>
                  <a:txBody>
                    <a:bodyPr/>
                    <a:lstStyle/>
                    <a:p>
                      <a:pPr algn="l">
                        <a:defRPr sz="1800"/>
                      </a:pPr>
                      <a:r>
                        <a:rPr sz="1600" b="1"/>
                        <a:t>Module</a:t>
                      </a:r>
                    </a:p>
                  </a:txBody>
                  <a:tcPr marL="45708" marR="45708" marT="45708" marB="45708" anchor="ctr" horzOverflow="overflow">
                    <a:lnL w="12700">
                      <a:miter lim="400000"/>
                    </a:lnL>
                    <a:lnR w="12700">
                      <a:miter lim="400000"/>
                    </a:lnR>
                    <a:lnT w="12700">
                      <a:miter lim="400000"/>
                    </a:lnT>
                    <a:lnB w="6350">
                      <a:solidFill>
                        <a:srgbClr val="A6A6A6"/>
                      </a:solidFill>
                    </a:lnB>
                  </a:tcPr>
                </a:tc>
                <a:tc>
                  <a:txBody>
                    <a:bodyPr/>
                    <a:lstStyle/>
                    <a:p>
                      <a:pPr algn="l">
                        <a:defRPr sz="1800"/>
                      </a:pPr>
                      <a:r>
                        <a:rPr sz="1600" b="1"/>
                        <a:t>Name</a:t>
                      </a:r>
                    </a:p>
                  </a:txBody>
                  <a:tcPr marL="45708" marR="45708" marT="45708" marB="45708" anchor="ctr" horzOverflow="overflow">
                    <a:lnL w="12700">
                      <a:miter lim="400000"/>
                    </a:lnL>
                    <a:lnR w="12700">
                      <a:miter lim="400000"/>
                    </a:lnR>
                    <a:lnT w="12700">
                      <a:miter lim="400000"/>
                    </a:lnT>
                    <a:lnB w="6350">
                      <a:solidFill>
                        <a:srgbClr val="A6A6A6"/>
                      </a:solidFill>
                    </a:lnB>
                  </a:tcPr>
                </a:tc>
                <a:tc>
                  <a:txBody>
                    <a:bodyPr/>
                    <a:lstStyle/>
                    <a:p>
                      <a:pPr algn="l">
                        <a:defRPr sz="1800"/>
                      </a:pPr>
                      <a:endParaRPr/>
                    </a:p>
                  </a:txBody>
                  <a:tcPr marL="45708" marR="45708" marT="45708" marB="45708" anchor="ctr" horzOverflow="overflow">
                    <a:lnL w="12700">
                      <a:miter lim="400000"/>
                    </a:lnL>
                    <a:lnR w="12700">
                      <a:miter lim="400000"/>
                    </a:lnR>
                    <a:lnT w="12700">
                      <a:miter lim="400000"/>
                    </a:lnT>
                    <a:lnB w="6350">
                      <a:solidFill>
                        <a:srgbClr val="A6A6A6"/>
                      </a:solidFill>
                    </a:lnB>
                  </a:tcPr>
                </a:tc>
                <a:extLst>
                  <a:ext uri="{0D108BD9-81ED-4DB2-BD59-A6C34878D82A}">
                    <a16:rowId xmlns:a16="http://schemas.microsoft.com/office/drawing/2014/main" val="10000"/>
                  </a:ext>
                </a:extLst>
              </a:tr>
              <a:tr h="539387">
                <a:tc>
                  <a:txBody>
                    <a:bodyPr/>
                    <a:lstStyle/>
                    <a:p>
                      <a:pPr algn="ctr">
                        <a:defRPr sz="1800"/>
                      </a:pPr>
                      <a:r>
                        <a:t>Intro</a:t>
                      </a:r>
                    </a:p>
                  </a:txBody>
                  <a:tcPr marL="45708" marR="45708" marT="45708" marB="45708" anchor="ctr" horzOverflow="overflow">
                    <a:lnL w="12700">
                      <a:miter lim="400000"/>
                    </a:lnL>
                    <a:lnR w="12700">
                      <a:miter lim="400000"/>
                    </a:lnR>
                    <a:lnT w="6350">
                      <a:solidFill>
                        <a:srgbClr val="A6A6A6"/>
                      </a:solidFill>
                    </a:lnT>
                    <a:lnB w="6350">
                      <a:solidFill>
                        <a:srgbClr val="A6A6A6"/>
                      </a:solidFill>
                    </a:lnB>
                  </a:tcPr>
                </a:tc>
                <a:tc>
                  <a:txBody>
                    <a:bodyPr/>
                    <a:lstStyle/>
                    <a:p>
                      <a:pPr algn="l">
                        <a:defRPr sz="1800"/>
                      </a:pPr>
                      <a:r>
                        <a:t>A flight over the assets landscape</a:t>
                      </a:r>
                    </a:p>
                  </a:txBody>
                  <a:tcPr marL="45708" marR="45708" marT="45708" marB="45708" anchor="ctr" horzOverflow="overflow">
                    <a:lnL w="12700">
                      <a:miter lim="400000"/>
                    </a:lnL>
                    <a:lnR w="12700">
                      <a:miter lim="400000"/>
                    </a:lnR>
                    <a:lnT w="6350">
                      <a:solidFill>
                        <a:srgbClr val="A6A6A6"/>
                      </a:solidFill>
                    </a:lnT>
                    <a:lnB w="6350">
                      <a:solidFill>
                        <a:srgbClr val="A6A6A6"/>
                      </a:solidFill>
                    </a:lnB>
                  </a:tcPr>
                </a:tc>
                <a:tc>
                  <a:txBody>
                    <a:bodyPr/>
                    <a:lstStyle/>
                    <a:p>
                      <a:pPr algn="l">
                        <a:defRPr sz="1800"/>
                      </a:pPr>
                      <a:endParaRPr/>
                    </a:p>
                  </a:txBody>
                  <a:tcPr marL="45708" marR="45708" marT="45708" marB="45708" anchor="ctr" horzOverflow="overflow">
                    <a:lnL w="12700">
                      <a:miter lim="400000"/>
                    </a:lnL>
                    <a:lnR w="12700">
                      <a:miter lim="400000"/>
                    </a:lnR>
                    <a:lnT w="6350">
                      <a:solidFill>
                        <a:srgbClr val="A6A6A6"/>
                      </a:solidFill>
                    </a:lnT>
                    <a:lnB w="6350">
                      <a:solidFill>
                        <a:srgbClr val="A6A6A6"/>
                      </a:solidFill>
                    </a:lnB>
                  </a:tcPr>
                </a:tc>
                <a:extLst>
                  <a:ext uri="{0D108BD9-81ED-4DB2-BD59-A6C34878D82A}">
                    <a16:rowId xmlns:a16="http://schemas.microsoft.com/office/drawing/2014/main" val="10001"/>
                  </a:ext>
                </a:extLst>
              </a:tr>
              <a:tr h="539387">
                <a:tc>
                  <a:txBody>
                    <a:bodyPr/>
                    <a:lstStyle/>
                    <a:p>
                      <a:pPr algn="ctr">
                        <a:defRPr sz="1800"/>
                      </a:pPr>
                      <a:r>
                        <a:t>1</a:t>
                      </a:r>
                    </a:p>
                  </a:txBody>
                  <a:tcPr marL="45708" marR="45708" marT="45708" marB="45708" anchor="ctr" horzOverflow="overflow">
                    <a:lnL w="12700">
                      <a:miter lim="400000"/>
                    </a:lnL>
                    <a:lnR w="12700">
                      <a:miter lim="400000"/>
                    </a:lnR>
                    <a:lnT w="6350">
                      <a:solidFill>
                        <a:srgbClr val="A6A6A6"/>
                      </a:solidFill>
                    </a:lnT>
                    <a:lnB w="6350">
                      <a:solidFill>
                        <a:srgbClr val="A6A6A6"/>
                      </a:solidFill>
                    </a:lnB>
                  </a:tcPr>
                </a:tc>
                <a:tc>
                  <a:txBody>
                    <a:bodyPr/>
                    <a:lstStyle/>
                    <a:p>
                      <a:pPr algn="l">
                        <a:defRPr sz="1800"/>
                      </a:pPr>
                      <a:r>
                        <a:t>UI Foundations</a:t>
                      </a:r>
                    </a:p>
                  </a:txBody>
                  <a:tcPr marL="45708" marR="45708" marT="45708" marB="45708" anchor="ctr" horzOverflow="overflow">
                    <a:lnL w="12700">
                      <a:miter lim="400000"/>
                    </a:lnL>
                    <a:lnR w="12700">
                      <a:miter lim="400000"/>
                    </a:lnR>
                    <a:lnT w="6350">
                      <a:solidFill>
                        <a:srgbClr val="A6A6A6"/>
                      </a:solidFill>
                    </a:lnT>
                    <a:lnB w="6350">
                      <a:solidFill>
                        <a:srgbClr val="A6A6A6"/>
                      </a:solidFill>
                    </a:lnB>
                  </a:tcPr>
                </a:tc>
                <a:tc>
                  <a:txBody>
                    <a:bodyPr/>
                    <a:lstStyle/>
                    <a:p>
                      <a:pPr algn="l">
                        <a:defRPr sz="1800"/>
                      </a:pPr>
                      <a:endParaRPr/>
                    </a:p>
                  </a:txBody>
                  <a:tcPr marL="45708" marR="45708" marT="45708" marB="45708" anchor="ctr" horzOverflow="overflow">
                    <a:lnL w="12700">
                      <a:miter lim="400000"/>
                    </a:lnL>
                    <a:lnR w="12700">
                      <a:miter lim="400000"/>
                    </a:lnR>
                    <a:lnT w="6350">
                      <a:solidFill>
                        <a:srgbClr val="A6A6A6"/>
                      </a:solidFill>
                    </a:lnT>
                    <a:lnB w="6350">
                      <a:solidFill>
                        <a:srgbClr val="A6A6A6"/>
                      </a:solidFill>
                    </a:lnB>
                  </a:tcPr>
                </a:tc>
                <a:extLst>
                  <a:ext uri="{0D108BD9-81ED-4DB2-BD59-A6C34878D82A}">
                    <a16:rowId xmlns:a16="http://schemas.microsoft.com/office/drawing/2014/main" val="10002"/>
                  </a:ext>
                </a:extLst>
              </a:tr>
              <a:tr h="539387">
                <a:tc>
                  <a:txBody>
                    <a:bodyPr/>
                    <a:lstStyle/>
                    <a:p>
                      <a:pPr algn="ctr">
                        <a:defRPr sz="1800"/>
                      </a:pPr>
                      <a:r>
                        <a:t>2</a:t>
                      </a:r>
                    </a:p>
                  </a:txBody>
                  <a:tcPr marL="45708" marR="45708" marT="45708" marB="45708" anchor="ctr" horzOverflow="overflow">
                    <a:lnL w="12700">
                      <a:miter lim="400000"/>
                    </a:lnL>
                    <a:lnR w="12700">
                      <a:miter lim="400000"/>
                    </a:lnR>
                    <a:lnT w="6350">
                      <a:solidFill>
                        <a:srgbClr val="A6A6A6"/>
                      </a:solidFill>
                    </a:lnT>
                    <a:lnB w="6350">
                      <a:solidFill>
                        <a:srgbClr val="A6A6A6"/>
                      </a:solidFill>
                    </a:lnB>
                  </a:tcPr>
                </a:tc>
                <a:tc>
                  <a:txBody>
                    <a:bodyPr/>
                    <a:lstStyle/>
                    <a:p>
                      <a:pPr algn="l">
                        <a:defRPr sz="1800"/>
                      </a:pPr>
                      <a:r>
                        <a:t>Metadata and Search</a:t>
                      </a:r>
                    </a:p>
                  </a:txBody>
                  <a:tcPr marL="45708" marR="45708" marT="45708" marB="45708" anchor="ctr" horzOverflow="overflow">
                    <a:lnL w="12700">
                      <a:miter lim="400000"/>
                    </a:lnL>
                    <a:lnR w="12700">
                      <a:miter lim="400000"/>
                    </a:lnR>
                    <a:lnT w="6350">
                      <a:solidFill>
                        <a:srgbClr val="A6A6A6"/>
                      </a:solidFill>
                    </a:lnT>
                    <a:lnB w="6350">
                      <a:solidFill>
                        <a:srgbClr val="A6A6A6"/>
                      </a:solidFill>
                    </a:lnB>
                  </a:tcPr>
                </a:tc>
                <a:tc>
                  <a:txBody>
                    <a:bodyPr/>
                    <a:lstStyle/>
                    <a:p>
                      <a:pPr algn="l">
                        <a:defRPr sz="1800"/>
                      </a:pPr>
                      <a:endParaRPr/>
                    </a:p>
                  </a:txBody>
                  <a:tcPr marL="45708" marR="45708" marT="45708" marB="45708" anchor="ctr" horzOverflow="overflow">
                    <a:lnL w="12700">
                      <a:miter lim="400000"/>
                    </a:lnL>
                    <a:lnR w="12700">
                      <a:miter lim="400000"/>
                    </a:lnR>
                    <a:lnT w="6350">
                      <a:solidFill>
                        <a:srgbClr val="A6A6A6"/>
                      </a:solidFill>
                    </a:lnT>
                    <a:lnB w="6350">
                      <a:solidFill>
                        <a:srgbClr val="A6A6A6"/>
                      </a:solidFill>
                    </a:lnB>
                  </a:tcPr>
                </a:tc>
                <a:extLst>
                  <a:ext uri="{0D108BD9-81ED-4DB2-BD59-A6C34878D82A}">
                    <a16:rowId xmlns:a16="http://schemas.microsoft.com/office/drawing/2014/main" val="10003"/>
                  </a:ext>
                </a:extLst>
              </a:tr>
              <a:tr h="539387">
                <a:tc>
                  <a:txBody>
                    <a:bodyPr/>
                    <a:lstStyle/>
                    <a:p>
                      <a:pPr algn="ctr">
                        <a:defRPr sz="1800"/>
                      </a:pPr>
                      <a:r>
                        <a:t>3</a:t>
                      </a:r>
                    </a:p>
                  </a:txBody>
                  <a:tcPr marL="45708" marR="45708" marT="45708" marB="45708" anchor="ctr" horzOverflow="overflow">
                    <a:lnL w="12700">
                      <a:miter lim="400000"/>
                    </a:lnL>
                    <a:lnR w="12700">
                      <a:miter lim="400000"/>
                    </a:lnR>
                    <a:lnT w="6350">
                      <a:solidFill>
                        <a:srgbClr val="A6A6A6"/>
                      </a:solidFill>
                    </a:lnT>
                    <a:lnB w="6350">
                      <a:solidFill>
                        <a:srgbClr val="A6A6A6"/>
                      </a:solidFill>
                    </a:lnB>
                  </a:tcPr>
                </a:tc>
                <a:tc>
                  <a:txBody>
                    <a:bodyPr/>
                    <a:lstStyle/>
                    <a:p>
                      <a:pPr algn="l">
                        <a:defRPr sz="1800"/>
                      </a:pPr>
                      <a:r>
                        <a:t>Productivity Features</a:t>
                      </a:r>
                    </a:p>
                  </a:txBody>
                  <a:tcPr marL="45708" marR="45708" marT="45708" marB="45708" anchor="ctr" horzOverflow="overflow">
                    <a:lnL w="12700">
                      <a:miter lim="400000"/>
                    </a:lnL>
                    <a:lnR w="12700">
                      <a:miter lim="400000"/>
                    </a:lnR>
                    <a:lnT w="6350">
                      <a:solidFill>
                        <a:srgbClr val="A6A6A6"/>
                      </a:solidFill>
                    </a:lnT>
                    <a:lnB w="6350">
                      <a:solidFill>
                        <a:srgbClr val="A6A6A6"/>
                      </a:solidFill>
                    </a:lnB>
                  </a:tcPr>
                </a:tc>
                <a:tc>
                  <a:txBody>
                    <a:bodyPr/>
                    <a:lstStyle/>
                    <a:p>
                      <a:pPr algn="l">
                        <a:defRPr sz="1800"/>
                      </a:pPr>
                      <a:endParaRPr/>
                    </a:p>
                  </a:txBody>
                  <a:tcPr marL="45708" marR="45708" marT="45708" marB="45708" anchor="ctr" horzOverflow="overflow">
                    <a:lnL w="12700">
                      <a:miter lim="400000"/>
                    </a:lnL>
                    <a:lnR w="12700">
                      <a:miter lim="400000"/>
                    </a:lnR>
                    <a:lnT w="6350">
                      <a:solidFill>
                        <a:srgbClr val="A6A6A6"/>
                      </a:solidFill>
                    </a:lnT>
                    <a:lnB w="6350">
                      <a:solidFill>
                        <a:srgbClr val="A6A6A6"/>
                      </a:solidFill>
                    </a:lnB>
                  </a:tcPr>
                </a:tc>
                <a:extLst>
                  <a:ext uri="{0D108BD9-81ED-4DB2-BD59-A6C34878D82A}">
                    <a16:rowId xmlns:a16="http://schemas.microsoft.com/office/drawing/2014/main" val="10004"/>
                  </a:ext>
                </a:extLst>
              </a:tr>
              <a:tr h="539387">
                <a:tc>
                  <a:txBody>
                    <a:bodyPr/>
                    <a:lstStyle/>
                    <a:p>
                      <a:pPr algn="ctr">
                        <a:defRPr sz="1800"/>
                      </a:pPr>
                      <a:r>
                        <a:t>4</a:t>
                      </a:r>
                    </a:p>
                  </a:txBody>
                  <a:tcPr marL="45708" marR="45708" marT="45708" marB="45708" anchor="ctr" horzOverflow="overflow">
                    <a:lnL w="12700">
                      <a:miter lim="400000"/>
                    </a:lnL>
                    <a:lnR w="12700">
                      <a:miter lim="400000"/>
                    </a:lnR>
                    <a:lnT w="6350">
                      <a:solidFill>
                        <a:srgbClr val="A6A6A6"/>
                      </a:solidFill>
                    </a:lnT>
                    <a:lnB w="6350">
                      <a:solidFill>
                        <a:srgbClr val="A6A6A6"/>
                      </a:solidFill>
                    </a:lnB>
                  </a:tcPr>
                </a:tc>
                <a:tc>
                  <a:txBody>
                    <a:bodyPr/>
                    <a:lstStyle/>
                    <a:p>
                      <a:pPr algn="l">
                        <a:defRPr sz="1800"/>
                      </a:pPr>
                      <a:r>
                        <a:t>Dynamic Media Templates</a:t>
                      </a:r>
                    </a:p>
                  </a:txBody>
                  <a:tcPr marL="45708" marR="45708" marT="45708" marB="45708" anchor="ctr" horzOverflow="overflow">
                    <a:lnL w="12700">
                      <a:miter lim="400000"/>
                    </a:lnL>
                    <a:lnR w="12700">
                      <a:miter lim="400000"/>
                    </a:lnR>
                    <a:lnT w="6350">
                      <a:solidFill>
                        <a:srgbClr val="A6A6A6"/>
                      </a:solidFill>
                    </a:lnT>
                    <a:lnB w="6350">
                      <a:solidFill>
                        <a:srgbClr val="A6A6A6"/>
                      </a:solidFill>
                    </a:lnB>
                  </a:tcPr>
                </a:tc>
                <a:tc>
                  <a:txBody>
                    <a:bodyPr/>
                    <a:lstStyle/>
                    <a:p>
                      <a:pPr algn="l">
                        <a:defRPr sz="1800"/>
                      </a:pPr>
                      <a:endParaRPr/>
                    </a:p>
                  </a:txBody>
                  <a:tcPr marL="45708" marR="45708" marT="45708" marB="45708" anchor="ctr" horzOverflow="overflow">
                    <a:lnL w="12700">
                      <a:miter lim="400000"/>
                    </a:lnL>
                    <a:lnR w="12700">
                      <a:miter lim="400000"/>
                    </a:lnR>
                    <a:lnT w="6350">
                      <a:solidFill>
                        <a:srgbClr val="A6A6A6"/>
                      </a:solidFill>
                    </a:lnT>
                    <a:lnB w="6350">
                      <a:solidFill>
                        <a:srgbClr val="A6A6A6"/>
                      </a:solidFill>
                    </a:lnB>
                  </a:tcPr>
                </a:tc>
                <a:extLst>
                  <a:ext uri="{0D108BD9-81ED-4DB2-BD59-A6C34878D82A}">
                    <a16:rowId xmlns:a16="http://schemas.microsoft.com/office/drawing/2014/main" val="10005"/>
                  </a:ext>
                </a:extLst>
              </a:tr>
              <a:tr h="539387">
                <a:tc>
                  <a:txBody>
                    <a:bodyPr/>
                    <a:lstStyle/>
                    <a:p>
                      <a:pPr algn="ctr">
                        <a:defRPr sz="1800"/>
                      </a:pPr>
                      <a:r>
                        <a:t>5</a:t>
                      </a:r>
                    </a:p>
                  </a:txBody>
                  <a:tcPr marL="45708" marR="45708" marT="45708" marB="45708" anchor="ctr" horzOverflow="overflow">
                    <a:lnL w="12700">
                      <a:miter lim="400000"/>
                    </a:lnL>
                    <a:lnR w="12700">
                      <a:miter lim="400000"/>
                    </a:lnR>
                    <a:lnT w="6350">
                      <a:solidFill>
                        <a:srgbClr val="A6A6A6"/>
                      </a:solidFill>
                    </a:lnT>
                    <a:lnB w="6350">
                      <a:solidFill>
                        <a:srgbClr val="A6A6A6"/>
                      </a:solidFill>
                    </a:lnB>
                  </a:tcPr>
                </a:tc>
                <a:tc>
                  <a:txBody>
                    <a:bodyPr/>
                    <a:lstStyle/>
                    <a:p>
                      <a:pPr algn="l">
                        <a:defRPr sz="1800"/>
                      </a:pPr>
                      <a:r>
                        <a:t>Takeaways and Questions</a:t>
                      </a:r>
                    </a:p>
                  </a:txBody>
                  <a:tcPr marL="45708" marR="45708" marT="45708" marB="45708" anchor="ctr" horzOverflow="overflow">
                    <a:lnL w="12700">
                      <a:miter lim="400000"/>
                    </a:lnL>
                    <a:lnR w="12700">
                      <a:miter lim="400000"/>
                    </a:lnR>
                    <a:lnT w="6350">
                      <a:solidFill>
                        <a:srgbClr val="A6A6A6"/>
                      </a:solidFill>
                    </a:lnT>
                    <a:lnB w="6350">
                      <a:solidFill>
                        <a:srgbClr val="A6A6A6"/>
                      </a:solidFill>
                    </a:lnB>
                  </a:tcPr>
                </a:tc>
                <a:tc>
                  <a:txBody>
                    <a:bodyPr/>
                    <a:lstStyle/>
                    <a:p>
                      <a:pPr algn="l">
                        <a:defRPr sz="1800"/>
                      </a:pPr>
                      <a:endParaRPr/>
                    </a:p>
                  </a:txBody>
                  <a:tcPr marL="45708" marR="45708" marT="45708" marB="45708" anchor="ctr" horzOverflow="overflow">
                    <a:lnL w="12700">
                      <a:miter lim="400000"/>
                    </a:lnL>
                    <a:lnR w="12700">
                      <a:miter lim="400000"/>
                    </a:lnR>
                    <a:lnT w="6350">
                      <a:solidFill>
                        <a:srgbClr val="A6A6A6"/>
                      </a:solidFill>
                    </a:lnT>
                    <a:lnB w="6350">
                      <a:solidFill>
                        <a:srgbClr val="A6A6A6"/>
                      </a:solidFill>
                    </a:lnB>
                  </a:tcPr>
                </a:tc>
                <a:extLst>
                  <a:ext uri="{0D108BD9-81ED-4DB2-BD59-A6C34878D82A}">
                    <a16:rowId xmlns:a16="http://schemas.microsoft.com/office/drawing/2014/main" val="10006"/>
                  </a:ext>
                </a:extLst>
              </a:tr>
            </a:tbl>
          </a:graphicData>
        </a:graphic>
      </p:graphicFrame>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6" name="Title 2"/>
          <p:cNvSpPr txBox="1">
            <a:spLocks noGrp="1"/>
          </p:cNvSpPr>
          <p:nvPr>
            <p:ph type="title"/>
          </p:nvPr>
        </p:nvSpPr>
        <p:spPr>
          <a:xfrm>
            <a:off x="609600" y="264084"/>
            <a:ext cx="10972800" cy="946391"/>
          </a:xfrm>
          <a:prstGeom prst="rect">
            <a:avLst/>
          </a:prstGeom>
        </p:spPr>
        <p:txBody>
          <a:bodyPr/>
          <a:lstStyle/>
          <a:p>
            <a:r>
              <a:t>This Course –What you’ll Learn</a:t>
            </a:r>
          </a:p>
        </p:txBody>
      </p:sp>
      <p:sp>
        <p:nvSpPr>
          <p:cNvPr id="1927" name="Content Placeholder 3"/>
          <p:cNvSpPr txBox="1">
            <a:spLocks noGrp="1"/>
          </p:cNvSpPr>
          <p:nvPr>
            <p:ph type="body" idx="1"/>
          </p:nvPr>
        </p:nvSpPr>
        <p:spPr>
          <a:xfrm>
            <a:off x="609598" y="1326023"/>
            <a:ext cx="8133348" cy="4992625"/>
          </a:xfrm>
          <a:prstGeom prst="rect">
            <a:avLst/>
          </a:prstGeom>
        </p:spPr>
        <p:txBody>
          <a:bodyPr/>
          <a:lstStyle/>
          <a:p>
            <a:r>
              <a:t>Understand the different Assets user interfaces</a:t>
            </a:r>
          </a:p>
          <a:p>
            <a:r>
              <a:t>Use the common features of the new Assets View UI, and when to use it</a:t>
            </a:r>
          </a:p>
          <a:p>
            <a:r>
              <a:t>Understand metadata is Assets View and its role in search</a:t>
            </a:r>
          </a:p>
          <a:p>
            <a:r>
              <a:t>Use Assets View productivity tools and insights</a:t>
            </a:r>
          </a:p>
          <a:p>
            <a:r>
              <a:t>Use Dynamic Media Templates</a:t>
            </a:r>
          </a:p>
          <a:p>
            <a:endParaRPr/>
          </a:p>
          <a:p>
            <a:br/>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1927">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1927">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iterate>
                                    <p:tmAbs val="0"/>
                                  </p:iterate>
                                  <p:childTnLst>
                                    <p:set>
                                      <p:cBhvr>
                                        <p:cTn id="12" fill="hold"/>
                                        <p:tgtEl>
                                          <p:spTgt spid="1927">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iterate>
                                    <p:tmAbs val="0"/>
                                  </p:iterate>
                                  <p:childTnLst>
                                    <p:set>
                                      <p:cBhvr>
                                        <p:cTn id="16" fill="hold"/>
                                        <p:tgtEl>
                                          <p:spTgt spid="1927">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iterate>
                                    <p:tmAbs val="0"/>
                                  </p:iterate>
                                  <p:childTnLst>
                                    <p:set>
                                      <p:cBhvr>
                                        <p:cTn id="20" fill="hold"/>
                                        <p:tgtEl>
                                          <p:spTgt spid="192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iterate>
                                    <p:tmAbs val="0"/>
                                  </p:iterate>
                                  <p:childTnLst>
                                    <p:set>
                                      <p:cBhvr>
                                        <p:cTn id="24" fill="hold"/>
                                        <p:tgtEl>
                                          <p:spTgt spid="1927">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iterate>
                                    <p:tmAbs val="0"/>
                                  </p:iterate>
                                  <p:childTnLst>
                                    <p:set>
                                      <p:cBhvr>
                                        <p:cTn id="28" fill="hold"/>
                                        <p:tgtEl>
                                          <p:spTgt spid="1927">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iterate>
                                    <p:tmAbs val="0"/>
                                  </p:iterate>
                                  <p:childTnLst>
                                    <p:set>
                                      <p:cBhvr>
                                        <p:cTn id="32" fill="hold"/>
                                        <p:tgtEl>
                                          <p:spTgt spid="192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27" grpId="0" build="p" bldLvl="5" animBg="1" advAuto="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9" name="Title 1"/>
          <p:cNvSpPr txBox="1">
            <a:spLocks noGrp="1"/>
          </p:cNvSpPr>
          <p:nvPr>
            <p:ph type="title"/>
          </p:nvPr>
        </p:nvSpPr>
        <p:spPr>
          <a:prstGeom prst="rect">
            <a:avLst/>
          </a:prstGeom>
        </p:spPr>
        <p:txBody>
          <a:bodyPr/>
          <a:lstStyle/>
          <a:p>
            <a:r>
              <a:t>A flight over the Assets landscape</a:t>
            </a: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3" name="Title 2"/>
          <p:cNvSpPr txBox="1">
            <a:spLocks noGrp="1"/>
          </p:cNvSpPr>
          <p:nvPr>
            <p:ph type="title"/>
          </p:nvPr>
        </p:nvSpPr>
        <p:spPr>
          <a:xfrm>
            <a:off x="609600" y="264084"/>
            <a:ext cx="10972800" cy="946391"/>
          </a:xfrm>
          <a:prstGeom prst="rect">
            <a:avLst/>
          </a:prstGeom>
        </p:spPr>
        <p:txBody>
          <a:bodyPr/>
          <a:lstStyle/>
          <a:p>
            <a:r>
              <a:t>Assets Essentials - a Lightweight DAM for the Adobe Ecosystem</a:t>
            </a:r>
          </a:p>
        </p:txBody>
      </p:sp>
      <p:pic>
        <p:nvPicPr>
          <p:cNvPr id="1934" name="Screenshot 2025-12-27 at 18.28.02.png" descr="Screenshot 2025-12-27 at 18.28.02.png"/>
          <p:cNvPicPr>
            <a:picLocks noChangeAspect="1"/>
          </p:cNvPicPr>
          <p:nvPr/>
        </p:nvPicPr>
        <p:blipFill>
          <a:blip r:embed="rId3"/>
          <a:stretch>
            <a:fillRect/>
          </a:stretch>
        </p:blipFill>
        <p:spPr>
          <a:xfrm>
            <a:off x="3957077" y="1892010"/>
            <a:ext cx="4277846" cy="2906323"/>
          </a:xfrm>
          <a:prstGeom prst="rect">
            <a:avLst/>
          </a:prstGeom>
          <a:ln w="12700">
            <a:solidFill>
              <a:srgbClr val="535353"/>
            </a:solidFill>
            <a:miter/>
          </a:ln>
          <a:effectLst>
            <a:outerShdw blurRad="127000" dist="63500" dir="5400000" sx="94000" sy="94000" rotWithShape="0">
              <a:prstClr val="black">
                <a:alpha val="15000"/>
              </a:prstClr>
            </a:outerShdw>
          </a:effectLst>
        </p:spPr>
      </p:pic>
      <p:pic>
        <p:nvPicPr>
          <p:cNvPr id="1935" name="Screenshot 2025-12-27 at 18.27.21.png" descr="Screenshot 2025-12-27 at 18.27.21.png"/>
          <p:cNvPicPr>
            <a:picLocks noChangeAspect="1"/>
          </p:cNvPicPr>
          <p:nvPr/>
        </p:nvPicPr>
        <p:blipFill>
          <a:blip r:embed="rId4"/>
          <a:stretch>
            <a:fillRect/>
          </a:stretch>
        </p:blipFill>
        <p:spPr>
          <a:xfrm>
            <a:off x="575206" y="2844251"/>
            <a:ext cx="4991179" cy="3381121"/>
          </a:xfrm>
          <a:prstGeom prst="rect">
            <a:avLst/>
          </a:prstGeom>
          <a:ln w="25400">
            <a:solidFill>
              <a:srgbClr val="535353"/>
            </a:solidFill>
            <a:miter/>
          </a:ln>
          <a:effectLst>
            <a:outerShdw blurRad="76200" dist="76200" dir="5400000" sx="96000" sy="96000" rotWithShape="0">
              <a:prstClr val="black">
                <a:alpha val="15000"/>
              </a:prstClr>
            </a:outerShdw>
          </a:effectLst>
        </p:spPr>
      </p:pic>
      <p:pic>
        <p:nvPicPr>
          <p:cNvPr id="1936" name="journeyoprimizer.png" descr="journeyoprimizer.png"/>
          <p:cNvPicPr>
            <a:picLocks noChangeAspect="1"/>
          </p:cNvPicPr>
          <p:nvPr/>
        </p:nvPicPr>
        <p:blipFill>
          <a:blip r:embed="rId5"/>
          <a:stretch>
            <a:fillRect/>
          </a:stretch>
        </p:blipFill>
        <p:spPr>
          <a:xfrm>
            <a:off x="7219713" y="2594993"/>
            <a:ext cx="4504288" cy="3642117"/>
          </a:xfrm>
          <a:prstGeom prst="rect">
            <a:avLst/>
          </a:prstGeom>
          <a:ln w="25400">
            <a:solidFill>
              <a:srgbClr val="535353"/>
            </a:solidFill>
            <a:miter/>
          </a:ln>
          <a:effectLst>
            <a:outerShdw blurRad="76200" dist="76200" dir="5400000" sx="96000" sy="96000" rotWithShape="0">
              <a:prstClr val="black">
                <a:alpha val="15000"/>
              </a:prstClr>
            </a:outerShdw>
          </a:effectLst>
        </p:spPr>
      </p:pic>
      <p:sp>
        <p:nvSpPr>
          <p:cNvPr id="1937" name="Journey Optimiser"/>
          <p:cNvSpPr txBox="1"/>
          <p:nvPr/>
        </p:nvSpPr>
        <p:spPr>
          <a:xfrm>
            <a:off x="8441545" y="2100580"/>
            <a:ext cx="2352346" cy="47244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sz="2400">
                <a:solidFill>
                  <a:schemeClr val="accent6"/>
                </a:solidFill>
              </a:defRPr>
            </a:lvl1pPr>
          </a:lstStyle>
          <a:p>
            <a:r>
              <a:t>Journey Optimiser</a:t>
            </a:r>
          </a:p>
        </p:txBody>
      </p:sp>
      <p:sp>
        <p:nvSpPr>
          <p:cNvPr id="1938" name="Express"/>
          <p:cNvSpPr txBox="1"/>
          <p:nvPr/>
        </p:nvSpPr>
        <p:spPr>
          <a:xfrm>
            <a:off x="2307291" y="2344649"/>
            <a:ext cx="1049021" cy="4724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sz="2400">
                <a:solidFill>
                  <a:schemeClr val="accent6"/>
                </a:solidFill>
              </a:defRPr>
            </a:lvl1pPr>
          </a:lstStyle>
          <a:p>
            <a:r>
              <a:t>Express</a:t>
            </a:r>
          </a:p>
        </p:txBody>
      </p:sp>
      <p:sp>
        <p:nvSpPr>
          <p:cNvPr id="1939" name="Assets Essentials"/>
          <p:cNvSpPr txBox="1"/>
          <p:nvPr/>
        </p:nvSpPr>
        <p:spPr>
          <a:xfrm>
            <a:off x="5184648" y="1343597"/>
            <a:ext cx="1822705" cy="4089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sz="2000">
                <a:solidFill>
                  <a:schemeClr val="accent6"/>
                </a:solidFill>
              </a:defRPr>
            </a:lvl1pPr>
          </a:lstStyle>
          <a:p>
            <a:r>
              <a:t>Assets Essentials</a:t>
            </a:r>
          </a:p>
        </p:txBody>
      </p:sp>
    </p:spTree>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3" name="Cloud"/>
          <p:cNvSpPr/>
          <p:nvPr/>
        </p:nvSpPr>
        <p:spPr>
          <a:xfrm>
            <a:off x="2453247" y="4542728"/>
            <a:ext cx="1493092" cy="899822"/>
          </a:xfrm>
          <a:custGeom>
            <a:avLst/>
            <a:gdLst/>
            <a:ahLst/>
            <a:cxnLst>
              <a:cxn ang="0">
                <a:pos x="wd2" y="hd2"/>
              </a:cxn>
              <a:cxn ang="5400000">
                <a:pos x="wd2" y="hd2"/>
              </a:cxn>
              <a:cxn ang="10800000">
                <a:pos x="wd2" y="hd2"/>
              </a:cxn>
              <a:cxn ang="16200000">
                <a:pos x="wd2" y="hd2"/>
              </a:cxn>
            </a:cxnLst>
            <a:rect l="0" t="0" r="r" b="b"/>
            <a:pathLst>
              <a:path w="21600" h="21600" extrusionOk="0">
                <a:moveTo>
                  <a:pt x="10603" y="0"/>
                </a:moveTo>
                <a:cubicBezTo>
                  <a:pt x="7967" y="0"/>
                  <a:pt x="5720" y="2939"/>
                  <a:pt x="4858" y="7062"/>
                </a:cubicBezTo>
                <a:cubicBezTo>
                  <a:pt x="4628" y="6992"/>
                  <a:pt x="4391" y="6953"/>
                  <a:pt x="4150" y="6953"/>
                </a:cubicBezTo>
                <a:cubicBezTo>
                  <a:pt x="1857" y="6953"/>
                  <a:pt x="0" y="10233"/>
                  <a:pt x="0" y="14278"/>
                </a:cubicBezTo>
                <a:cubicBezTo>
                  <a:pt x="0" y="18323"/>
                  <a:pt x="1857" y="21600"/>
                  <a:pt x="4150" y="21600"/>
                </a:cubicBezTo>
                <a:cubicBezTo>
                  <a:pt x="4193" y="21600"/>
                  <a:pt x="4237" y="21597"/>
                  <a:pt x="4280" y="21594"/>
                </a:cubicBezTo>
                <a:lnTo>
                  <a:pt x="10532" y="21597"/>
                </a:lnTo>
                <a:cubicBezTo>
                  <a:pt x="10555" y="21598"/>
                  <a:pt x="10579" y="21600"/>
                  <a:pt x="10603" y="21600"/>
                </a:cubicBezTo>
                <a:cubicBezTo>
                  <a:pt x="10626" y="21600"/>
                  <a:pt x="10648" y="21598"/>
                  <a:pt x="10672" y="21597"/>
                </a:cubicBezTo>
                <a:lnTo>
                  <a:pt x="18141" y="21600"/>
                </a:lnTo>
                <a:cubicBezTo>
                  <a:pt x="20051" y="21600"/>
                  <a:pt x="21600" y="18868"/>
                  <a:pt x="21600" y="15496"/>
                </a:cubicBezTo>
                <a:cubicBezTo>
                  <a:pt x="21600" y="12124"/>
                  <a:pt x="20051" y="9389"/>
                  <a:pt x="18141" y="9389"/>
                </a:cubicBezTo>
                <a:cubicBezTo>
                  <a:pt x="17627" y="9389"/>
                  <a:pt x="17139" y="9589"/>
                  <a:pt x="16701" y="9943"/>
                </a:cubicBezTo>
                <a:cubicBezTo>
                  <a:pt x="16453" y="4379"/>
                  <a:pt x="13819" y="0"/>
                  <a:pt x="10603" y="0"/>
                </a:cubicBezTo>
                <a:close/>
              </a:path>
            </a:pathLst>
          </a:custGeom>
          <a:solidFill>
            <a:srgbClr val="FFFFFF"/>
          </a:solidFill>
          <a:ln w="12700">
            <a:solidFill>
              <a:schemeClr val="accent6"/>
            </a:solidFill>
            <a:miter/>
          </a:ln>
        </p:spPr>
        <p:txBody>
          <a:bodyPr lIns="45719" rIns="45719" anchor="ctr"/>
          <a:lstStyle/>
          <a:p>
            <a:endParaRPr/>
          </a:p>
        </p:txBody>
      </p:sp>
      <p:sp>
        <p:nvSpPr>
          <p:cNvPr id="1944" name="Rectangle"/>
          <p:cNvSpPr/>
          <p:nvPr/>
        </p:nvSpPr>
        <p:spPr>
          <a:xfrm>
            <a:off x="9870861" y="4882552"/>
            <a:ext cx="1446791" cy="927108"/>
          </a:xfrm>
          <a:prstGeom prst="rect">
            <a:avLst/>
          </a:prstGeom>
          <a:solidFill>
            <a:srgbClr val="FFFFFF"/>
          </a:solidFill>
          <a:ln w="12700">
            <a:solidFill>
              <a:srgbClr val="535353"/>
            </a:solidFill>
            <a:miter/>
          </a:ln>
        </p:spPr>
        <p:txBody>
          <a:bodyPr lIns="45719" rIns="45719" anchor="ctr"/>
          <a:lstStyle/>
          <a:p>
            <a:endParaRPr/>
          </a:p>
        </p:txBody>
      </p:sp>
      <p:sp>
        <p:nvSpPr>
          <p:cNvPr id="1945" name="Rectangle"/>
          <p:cNvSpPr/>
          <p:nvPr/>
        </p:nvSpPr>
        <p:spPr>
          <a:xfrm>
            <a:off x="9870861" y="3598667"/>
            <a:ext cx="1446791" cy="927108"/>
          </a:xfrm>
          <a:prstGeom prst="rect">
            <a:avLst/>
          </a:prstGeom>
          <a:solidFill>
            <a:srgbClr val="FFFFFF"/>
          </a:solidFill>
          <a:ln w="12700">
            <a:solidFill>
              <a:srgbClr val="535353"/>
            </a:solidFill>
            <a:miter/>
          </a:ln>
        </p:spPr>
        <p:txBody>
          <a:bodyPr lIns="45719" rIns="45719" anchor="ctr"/>
          <a:lstStyle/>
          <a:p>
            <a:endParaRPr/>
          </a:p>
        </p:txBody>
      </p:sp>
      <p:sp>
        <p:nvSpPr>
          <p:cNvPr id="1946" name="Title 2"/>
          <p:cNvSpPr txBox="1">
            <a:spLocks noGrp="1"/>
          </p:cNvSpPr>
          <p:nvPr>
            <p:ph type="title"/>
          </p:nvPr>
        </p:nvSpPr>
        <p:spPr>
          <a:xfrm>
            <a:off x="609600" y="264084"/>
            <a:ext cx="10972800" cy="946391"/>
          </a:xfrm>
          <a:prstGeom prst="rect">
            <a:avLst/>
          </a:prstGeom>
        </p:spPr>
        <p:txBody>
          <a:bodyPr/>
          <a:lstStyle/>
          <a:p>
            <a:r>
              <a:t>Assets (Assets View and Admin View) - Enterprise DAM </a:t>
            </a:r>
          </a:p>
        </p:txBody>
      </p:sp>
      <p:pic>
        <p:nvPicPr>
          <p:cNvPr id="1947" name="Picture 1" descr="Picture 1"/>
          <p:cNvPicPr>
            <a:picLocks noChangeAspect="1"/>
          </p:cNvPicPr>
          <p:nvPr/>
        </p:nvPicPr>
        <p:blipFill>
          <a:blip r:embed="rId3"/>
          <a:srcRect l="50631"/>
          <a:stretch>
            <a:fillRect/>
          </a:stretch>
        </p:blipFill>
        <p:spPr>
          <a:xfrm>
            <a:off x="4828388" y="2173630"/>
            <a:ext cx="2496580" cy="1790348"/>
          </a:xfrm>
          <a:prstGeom prst="rect">
            <a:avLst/>
          </a:prstGeom>
          <a:ln w="12700">
            <a:solidFill>
              <a:srgbClr val="535353"/>
            </a:solidFill>
          </a:ln>
        </p:spPr>
      </p:pic>
      <p:pic>
        <p:nvPicPr>
          <p:cNvPr id="1948" name="Screenshot 2025-12-28 at 08.58.27.png" descr="Screenshot 2025-12-28 at 08.58.27.png"/>
          <p:cNvPicPr>
            <a:picLocks noChangeAspect="1"/>
          </p:cNvPicPr>
          <p:nvPr/>
        </p:nvPicPr>
        <p:blipFill>
          <a:blip r:embed="rId4"/>
          <a:stretch>
            <a:fillRect/>
          </a:stretch>
        </p:blipFill>
        <p:spPr>
          <a:xfrm>
            <a:off x="9217674" y="1367952"/>
            <a:ext cx="2126265" cy="1536452"/>
          </a:xfrm>
          <a:prstGeom prst="rect">
            <a:avLst/>
          </a:prstGeom>
          <a:ln w="12700">
            <a:solidFill>
              <a:srgbClr val="535353"/>
            </a:solidFill>
          </a:ln>
        </p:spPr>
      </p:pic>
      <p:sp>
        <p:nvSpPr>
          <p:cNvPr id="1949" name="Gear"/>
          <p:cNvSpPr/>
          <p:nvPr/>
        </p:nvSpPr>
        <p:spPr>
          <a:xfrm>
            <a:off x="7104802" y="1868582"/>
            <a:ext cx="590805" cy="590920"/>
          </a:xfrm>
          <a:custGeom>
            <a:avLst/>
            <a:gdLst/>
            <a:ahLst/>
            <a:cxnLst>
              <a:cxn ang="0">
                <a:pos x="wd2" y="hd2"/>
              </a:cxn>
              <a:cxn ang="5400000">
                <a:pos x="wd2" y="hd2"/>
              </a:cxn>
              <a:cxn ang="10800000">
                <a:pos x="wd2" y="hd2"/>
              </a:cxn>
              <a:cxn ang="16200000">
                <a:pos x="wd2" y="hd2"/>
              </a:cxn>
            </a:cxnLst>
            <a:rect l="0" t="0" r="r" b="b"/>
            <a:pathLst>
              <a:path w="21532" h="21555" extrusionOk="0">
                <a:moveTo>
                  <a:pt x="12837" y="2"/>
                </a:moveTo>
                <a:cubicBezTo>
                  <a:pt x="12731" y="-11"/>
                  <a:pt x="12661" y="38"/>
                  <a:pt x="12588" y="172"/>
                </a:cubicBezTo>
                <a:cubicBezTo>
                  <a:pt x="12292" y="721"/>
                  <a:pt x="11969" y="1258"/>
                  <a:pt x="11661" y="1801"/>
                </a:cubicBezTo>
                <a:cubicBezTo>
                  <a:pt x="11547" y="2001"/>
                  <a:pt x="11418" y="2099"/>
                  <a:pt x="11153" y="2073"/>
                </a:cubicBezTo>
                <a:cubicBezTo>
                  <a:pt x="10691" y="2028"/>
                  <a:pt x="10220" y="2032"/>
                  <a:pt x="9759" y="2112"/>
                </a:cubicBezTo>
                <a:cubicBezTo>
                  <a:pt x="9550" y="2148"/>
                  <a:pt x="9432" y="2095"/>
                  <a:pt x="9318" y="1917"/>
                </a:cubicBezTo>
                <a:cubicBezTo>
                  <a:pt x="8969" y="1370"/>
                  <a:pt x="8594" y="841"/>
                  <a:pt x="8243" y="295"/>
                </a:cubicBezTo>
                <a:cubicBezTo>
                  <a:pt x="8145" y="142"/>
                  <a:pt x="8068" y="122"/>
                  <a:pt x="7905" y="198"/>
                </a:cubicBezTo>
                <a:cubicBezTo>
                  <a:pt x="6845" y="688"/>
                  <a:pt x="5781" y="1174"/>
                  <a:pt x="4712" y="1644"/>
                </a:cubicBezTo>
                <a:cubicBezTo>
                  <a:pt x="4517" y="1730"/>
                  <a:pt x="4517" y="1820"/>
                  <a:pt x="4567" y="1996"/>
                </a:cubicBezTo>
                <a:cubicBezTo>
                  <a:pt x="4742" y="2608"/>
                  <a:pt x="4890" y="3227"/>
                  <a:pt x="5065" y="3839"/>
                </a:cubicBezTo>
                <a:cubicBezTo>
                  <a:pt x="5122" y="4038"/>
                  <a:pt x="5098" y="4170"/>
                  <a:pt x="4932" y="4306"/>
                </a:cubicBezTo>
                <a:cubicBezTo>
                  <a:pt x="4561" y="4610"/>
                  <a:pt x="4227" y="4959"/>
                  <a:pt x="3950" y="5348"/>
                </a:cubicBezTo>
                <a:cubicBezTo>
                  <a:pt x="3802" y="5555"/>
                  <a:pt x="3648" y="5573"/>
                  <a:pt x="3439" y="5530"/>
                </a:cubicBezTo>
                <a:cubicBezTo>
                  <a:pt x="2827" y="5405"/>
                  <a:pt x="2213" y="5295"/>
                  <a:pt x="1605" y="5156"/>
                </a:cubicBezTo>
                <a:cubicBezTo>
                  <a:pt x="1409" y="5111"/>
                  <a:pt x="1325" y="5153"/>
                  <a:pt x="1257" y="5338"/>
                </a:cubicBezTo>
                <a:cubicBezTo>
                  <a:pt x="856" y="6423"/>
                  <a:pt x="449" y="7506"/>
                  <a:pt x="35" y="8586"/>
                </a:cubicBezTo>
                <a:cubicBezTo>
                  <a:pt x="-34" y="8767"/>
                  <a:pt x="-6" y="8857"/>
                  <a:pt x="173" y="8954"/>
                </a:cubicBezTo>
                <a:cubicBezTo>
                  <a:pt x="722" y="9251"/>
                  <a:pt x="1256" y="9574"/>
                  <a:pt x="1798" y="9882"/>
                </a:cubicBezTo>
                <a:cubicBezTo>
                  <a:pt x="2001" y="9997"/>
                  <a:pt x="2093" y="10127"/>
                  <a:pt x="2064" y="10392"/>
                </a:cubicBezTo>
                <a:cubicBezTo>
                  <a:pt x="2014" y="10855"/>
                  <a:pt x="2039" y="11326"/>
                  <a:pt x="2116" y="11788"/>
                </a:cubicBezTo>
                <a:cubicBezTo>
                  <a:pt x="2151" y="11998"/>
                  <a:pt x="2089" y="12115"/>
                  <a:pt x="1913" y="12228"/>
                </a:cubicBezTo>
                <a:cubicBezTo>
                  <a:pt x="1367" y="12578"/>
                  <a:pt x="837" y="12953"/>
                  <a:pt x="291" y="13303"/>
                </a:cubicBezTo>
                <a:cubicBezTo>
                  <a:pt x="136" y="13403"/>
                  <a:pt x="124" y="13482"/>
                  <a:pt x="199" y="13643"/>
                </a:cubicBezTo>
                <a:cubicBezTo>
                  <a:pt x="688" y="14705"/>
                  <a:pt x="1172" y="15768"/>
                  <a:pt x="1642" y="16837"/>
                </a:cubicBezTo>
                <a:cubicBezTo>
                  <a:pt x="1728" y="17034"/>
                  <a:pt x="1818" y="17032"/>
                  <a:pt x="1994" y="16982"/>
                </a:cubicBezTo>
                <a:cubicBezTo>
                  <a:pt x="2605" y="16807"/>
                  <a:pt x="3223" y="16651"/>
                  <a:pt x="3839" y="16489"/>
                </a:cubicBezTo>
                <a:cubicBezTo>
                  <a:pt x="3930" y="16465"/>
                  <a:pt x="4023" y="16451"/>
                  <a:pt x="4118" y="16432"/>
                </a:cubicBezTo>
                <a:cubicBezTo>
                  <a:pt x="4164" y="16485"/>
                  <a:pt x="4202" y="16532"/>
                  <a:pt x="4241" y="16576"/>
                </a:cubicBezTo>
                <a:cubicBezTo>
                  <a:pt x="4568" y="16944"/>
                  <a:pt x="4922" y="17287"/>
                  <a:pt x="5319" y="17573"/>
                </a:cubicBezTo>
                <a:cubicBezTo>
                  <a:pt x="5534" y="17728"/>
                  <a:pt x="5572" y="17885"/>
                  <a:pt x="5524" y="18114"/>
                </a:cubicBezTo>
                <a:cubicBezTo>
                  <a:pt x="5398" y="18725"/>
                  <a:pt x="5287" y="19339"/>
                  <a:pt x="5149" y="19947"/>
                </a:cubicBezTo>
                <a:cubicBezTo>
                  <a:pt x="5105" y="20142"/>
                  <a:pt x="5145" y="20229"/>
                  <a:pt x="5331" y="20297"/>
                </a:cubicBezTo>
                <a:cubicBezTo>
                  <a:pt x="6415" y="20698"/>
                  <a:pt x="7497" y="21106"/>
                  <a:pt x="8576" y="21520"/>
                </a:cubicBezTo>
                <a:cubicBezTo>
                  <a:pt x="8757" y="21589"/>
                  <a:pt x="8847" y="21563"/>
                  <a:pt x="8944" y="21383"/>
                </a:cubicBezTo>
                <a:cubicBezTo>
                  <a:pt x="9241" y="20834"/>
                  <a:pt x="9562" y="20299"/>
                  <a:pt x="9871" y="19757"/>
                </a:cubicBezTo>
                <a:cubicBezTo>
                  <a:pt x="9985" y="19558"/>
                  <a:pt x="10110" y="19452"/>
                  <a:pt x="10378" y="19481"/>
                </a:cubicBezTo>
                <a:cubicBezTo>
                  <a:pt x="10828" y="19528"/>
                  <a:pt x="11291" y="19534"/>
                  <a:pt x="11737" y="19445"/>
                </a:cubicBezTo>
                <a:cubicBezTo>
                  <a:pt x="12009" y="19391"/>
                  <a:pt x="12126" y="19505"/>
                  <a:pt x="12252" y="19698"/>
                </a:cubicBezTo>
                <a:cubicBezTo>
                  <a:pt x="12593" y="20221"/>
                  <a:pt x="12952" y="20733"/>
                  <a:pt x="13290" y="21259"/>
                </a:cubicBezTo>
                <a:cubicBezTo>
                  <a:pt x="13387" y="21411"/>
                  <a:pt x="13463" y="21432"/>
                  <a:pt x="13628" y="21356"/>
                </a:cubicBezTo>
                <a:cubicBezTo>
                  <a:pt x="14687" y="20866"/>
                  <a:pt x="15750" y="20382"/>
                  <a:pt x="16819" y="19912"/>
                </a:cubicBezTo>
                <a:cubicBezTo>
                  <a:pt x="17012" y="19827"/>
                  <a:pt x="17018" y="19738"/>
                  <a:pt x="16967" y="19560"/>
                </a:cubicBezTo>
                <a:cubicBezTo>
                  <a:pt x="16791" y="18948"/>
                  <a:pt x="16644" y="18329"/>
                  <a:pt x="16469" y="17716"/>
                </a:cubicBezTo>
                <a:cubicBezTo>
                  <a:pt x="16412" y="17519"/>
                  <a:pt x="16433" y="17386"/>
                  <a:pt x="16600" y="17250"/>
                </a:cubicBezTo>
                <a:cubicBezTo>
                  <a:pt x="16971" y="16946"/>
                  <a:pt x="17305" y="16598"/>
                  <a:pt x="17584" y="16209"/>
                </a:cubicBezTo>
                <a:cubicBezTo>
                  <a:pt x="17730" y="16006"/>
                  <a:pt x="17880" y="15980"/>
                  <a:pt x="18092" y="16024"/>
                </a:cubicBezTo>
                <a:cubicBezTo>
                  <a:pt x="18703" y="16151"/>
                  <a:pt x="19318" y="16260"/>
                  <a:pt x="19926" y="16398"/>
                </a:cubicBezTo>
                <a:cubicBezTo>
                  <a:pt x="20121" y="16442"/>
                  <a:pt x="20207" y="16404"/>
                  <a:pt x="20276" y="16218"/>
                </a:cubicBezTo>
                <a:cubicBezTo>
                  <a:pt x="20676" y="15133"/>
                  <a:pt x="21084" y="14050"/>
                  <a:pt x="21497" y="12970"/>
                </a:cubicBezTo>
                <a:cubicBezTo>
                  <a:pt x="21566" y="12790"/>
                  <a:pt x="21541" y="12697"/>
                  <a:pt x="21361" y="12600"/>
                </a:cubicBezTo>
                <a:cubicBezTo>
                  <a:pt x="20812" y="12303"/>
                  <a:pt x="20278" y="11982"/>
                  <a:pt x="19736" y="11674"/>
                </a:cubicBezTo>
                <a:cubicBezTo>
                  <a:pt x="19535" y="11559"/>
                  <a:pt x="19439" y="11431"/>
                  <a:pt x="19468" y="11163"/>
                </a:cubicBezTo>
                <a:cubicBezTo>
                  <a:pt x="19519" y="10701"/>
                  <a:pt x="19493" y="10230"/>
                  <a:pt x="19416" y="9768"/>
                </a:cubicBezTo>
                <a:cubicBezTo>
                  <a:pt x="19381" y="9559"/>
                  <a:pt x="19443" y="9442"/>
                  <a:pt x="19620" y="9328"/>
                </a:cubicBezTo>
                <a:cubicBezTo>
                  <a:pt x="20166" y="8978"/>
                  <a:pt x="20694" y="8603"/>
                  <a:pt x="21240" y="8252"/>
                </a:cubicBezTo>
                <a:cubicBezTo>
                  <a:pt x="21393" y="8154"/>
                  <a:pt x="21411" y="8075"/>
                  <a:pt x="21336" y="7912"/>
                </a:cubicBezTo>
                <a:cubicBezTo>
                  <a:pt x="20846" y="6851"/>
                  <a:pt x="20362" y="5788"/>
                  <a:pt x="19892" y="4718"/>
                </a:cubicBezTo>
                <a:cubicBezTo>
                  <a:pt x="19806" y="4523"/>
                  <a:pt x="19717" y="4523"/>
                  <a:pt x="19541" y="4574"/>
                </a:cubicBezTo>
                <a:cubicBezTo>
                  <a:pt x="18917" y="4751"/>
                  <a:pt x="18286" y="4905"/>
                  <a:pt x="17662" y="5080"/>
                </a:cubicBezTo>
                <a:cubicBezTo>
                  <a:pt x="17490" y="5129"/>
                  <a:pt x="17378" y="5103"/>
                  <a:pt x="17261" y="4959"/>
                </a:cubicBezTo>
                <a:cubicBezTo>
                  <a:pt x="16959" y="4585"/>
                  <a:pt x="16599" y="4263"/>
                  <a:pt x="16213" y="3983"/>
                </a:cubicBezTo>
                <a:cubicBezTo>
                  <a:pt x="16001" y="3828"/>
                  <a:pt x="15960" y="3672"/>
                  <a:pt x="16008" y="3442"/>
                </a:cubicBezTo>
                <a:cubicBezTo>
                  <a:pt x="16135" y="2831"/>
                  <a:pt x="16245" y="2217"/>
                  <a:pt x="16383" y="1609"/>
                </a:cubicBezTo>
                <a:cubicBezTo>
                  <a:pt x="16428" y="1413"/>
                  <a:pt x="16387" y="1327"/>
                  <a:pt x="16201" y="1258"/>
                </a:cubicBezTo>
                <a:cubicBezTo>
                  <a:pt x="15118" y="858"/>
                  <a:pt x="14036" y="450"/>
                  <a:pt x="12956" y="36"/>
                </a:cubicBezTo>
                <a:cubicBezTo>
                  <a:pt x="12911" y="19"/>
                  <a:pt x="12873" y="7"/>
                  <a:pt x="12837" y="2"/>
                </a:cubicBezTo>
                <a:close/>
                <a:moveTo>
                  <a:pt x="10766" y="5818"/>
                </a:moveTo>
                <a:cubicBezTo>
                  <a:pt x="13503" y="5818"/>
                  <a:pt x="15722" y="8039"/>
                  <a:pt x="15722" y="10778"/>
                </a:cubicBezTo>
                <a:cubicBezTo>
                  <a:pt x="15722" y="13517"/>
                  <a:pt x="13503" y="15738"/>
                  <a:pt x="10766" y="15738"/>
                </a:cubicBezTo>
                <a:cubicBezTo>
                  <a:pt x="8030" y="15738"/>
                  <a:pt x="5810" y="13517"/>
                  <a:pt x="5810" y="10778"/>
                </a:cubicBezTo>
                <a:cubicBezTo>
                  <a:pt x="5810" y="8039"/>
                  <a:pt x="8030" y="5818"/>
                  <a:pt x="10766" y="5818"/>
                </a:cubicBezTo>
                <a:close/>
              </a:path>
            </a:pathLst>
          </a:custGeom>
          <a:solidFill>
            <a:srgbClr val="FFFFFF"/>
          </a:solidFill>
          <a:ln w="12700">
            <a:solidFill>
              <a:schemeClr val="accent6"/>
            </a:solidFill>
            <a:miter/>
          </a:ln>
        </p:spPr>
        <p:txBody>
          <a:bodyPr lIns="45719" rIns="45719" anchor="ctr"/>
          <a:lstStyle/>
          <a:p>
            <a:endParaRPr/>
          </a:p>
        </p:txBody>
      </p:sp>
      <p:pic>
        <p:nvPicPr>
          <p:cNvPr id="1950" name="pasted-movie.png" descr="pasted-movie.png"/>
          <p:cNvPicPr>
            <a:picLocks noChangeAspect="1"/>
          </p:cNvPicPr>
          <p:nvPr/>
        </p:nvPicPr>
        <p:blipFill>
          <a:blip r:embed="rId5"/>
          <a:srcRect l="26216" r="35593" b="40300"/>
          <a:stretch>
            <a:fillRect/>
          </a:stretch>
        </p:blipFill>
        <p:spPr>
          <a:xfrm>
            <a:off x="802413" y="2200617"/>
            <a:ext cx="3280814" cy="1736242"/>
          </a:xfrm>
          <a:prstGeom prst="rect">
            <a:avLst/>
          </a:prstGeom>
          <a:ln w="12700">
            <a:solidFill>
              <a:srgbClr val="535353"/>
            </a:solidFill>
            <a:miter/>
          </a:ln>
        </p:spPr>
      </p:pic>
      <p:sp>
        <p:nvSpPr>
          <p:cNvPr id="1951" name="API"/>
          <p:cNvSpPr txBox="1"/>
          <p:nvPr/>
        </p:nvSpPr>
        <p:spPr>
          <a:xfrm>
            <a:off x="7837898" y="3631586"/>
            <a:ext cx="874106" cy="7518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sz="4100">
                <a:solidFill>
                  <a:schemeClr val="accent6"/>
                </a:solidFill>
              </a:defRPr>
            </a:lvl1pPr>
          </a:lstStyle>
          <a:p>
            <a:r>
              <a:t>API</a:t>
            </a:r>
          </a:p>
        </p:txBody>
      </p:sp>
      <p:sp>
        <p:nvSpPr>
          <p:cNvPr id="1952" name="Double Arrow"/>
          <p:cNvSpPr/>
          <p:nvPr/>
        </p:nvSpPr>
        <p:spPr>
          <a:xfrm>
            <a:off x="4064915" y="2979380"/>
            <a:ext cx="780692" cy="178803"/>
          </a:xfrm>
          <a:prstGeom prst="leftRightArrow">
            <a:avLst>
              <a:gd name="adj1" fmla="val 35738"/>
              <a:gd name="adj2" fmla="val 123602"/>
            </a:avLst>
          </a:prstGeom>
          <a:solidFill>
            <a:srgbClr val="FFFFFF"/>
          </a:solidFill>
          <a:ln w="25400">
            <a:solidFill>
              <a:schemeClr val="accent6"/>
            </a:solidFill>
            <a:miter/>
          </a:ln>
        </p:spPr>
        <p:txBody>
          <a:bodyPr lIns="45719" rIns="45719" anchor="ctr"/>
          <a:lstStyle/>
          <a:p>
            <a:pPr>
              <a:defRPr>
                <a:solidFill>
                  <a:schemeClr val="accent6"/>
                </a:solidFill>
              </a:defRPr>
            </a:pPr>
            <a:endParaRPr/>
          </a:p>
        </p:txBody>
      </p:sp>
      <p:sp>
        <p:nvSpPr>
          <p:cNvPr id="1953" name="Workfront"/>
          <p:cNvSpPr txBox="1"/>
          <p:nvPr/>
        </p:nvSpPr>
        <p:spPr>
          <a:xfrm>
            <a:off x="790653" y="1684902"/>
            <a:ext cx="2626089" cy="4089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sz="2000">
                <a:solidFill>
                  <a:schemeClr val="accent6"/>
                </a:solidFill>
              </a:defRPr>
            </a:lvl1pPr>
          </a:lstStyle>
          <a:p>
            <a:r>
              <a:t>Workfront</a:t>
            </a:r>
          </a:p>
        </p:txBody>
      </p:sp>
      <p:sp>
        <p:nvSpPr>
          <p:cNvPr id="1954" name="Gear"/>
          <p:cNvSpPr/>
          <p:nvPr/>
        </p:nvSpPr>
        <p:spPr>
          <a:xfrm>
            <a:off x="7104802" y="3639761"/>
            <a:ext cx="590805" cy="590920"/>
          </a:xfrm>
          <a:custGeom>
            <a:avLst/>
            <a:gdLst/>
            <a:ahLst/>
            <a:cxnLst>
              <a:cxn ang="0">
                <a:pos x="wd2" y="hd2"/>
              </a:cxn>
              <a:cxn ang="5400000">
                <a:pos x="wd2" y="hd2"/>
              </a:cxn>
              <a:cxn ang="10800000">
                <a:pos x="wd2" y="hd2"/>
              </a:cxn>
              <a:cxn ang="16200000">
                <a:pos x="wd2" y="hd2"/>
              </a:cxn>
            </a:cxnLst>
            <a:rect l="0" t="0" r="r" b="b"/>
            <a:pathLst>
              <a:path w="21532" h="21555" extrusionOk="0">
                <a:moveTo>
                  <a:pt x="12837" y="2"/>
                </a:moveTo>
                <a:cubicBezTo>
                  <a:pt x="12731" y="-11"/>
                  <a:pt x="12661" y="38"/>
                  <a:pt x="12588" y="172"/>
                </a:cubicBezTo>
                <a:cubicBezTo>
                  <a:pt x="12292" y="721"/>
                  <a:pt x="11969" y="1258"/>
                  <a:pt x="11661" y="1801"/>
                </a:cubicBezTo>
                <a:cubicBezTo>
                  <a:pt x="11547" y="2001"/>
                  <a:pt x="11418" y="2099"/>
                  <a:pt x="11153" y="2073"/>
                </a:cubicBezTo>
                <a:cubicBezTo>
                  <a:pt x="10691" y="2028"/>
                  <a:pt x="10220" y="2032"/>
                  <a:pt x="9759" y="2112"/>
                </a:cubicBezTo>
                <a:cubicBezTo>
                  <a:pt x="9550" y="2148"/>
                  <a:pt x="9432" y="2095"/>
                  <a:pt x="9318" y="1917"/>
                </a:cubicBezTo>
                <a:cubicBezTo>
                  <a:pt x="8969" y="1370"/>
                  <a:pt x="8594" y="841"/>
                  <a:pt x="8243" y="295"/>
                </a:cubicBezTo>
                <a:cubicBezTo>
                  <a:pt x="8145" y="142"/>
                  <a:pt x="8068" y="122"/>
                  <a:pt x="7905" y="198"/>
                </a:cubicBezTo>
                <a:cubicBezTo>
                  <a:pt x="6845" y="688"/>
                  <a:pt x="5781" y="1174"/>
                  <a:pt x="4712" y="1644"/>
                </a:cubicBezTo>
                <a:cubicBezTo>
                  <a:pt x="4517" y="1730"/>
                  <a:pt x="4517" y="1820"/>
                  <a:pt x="4567" y="1996"/>
                </a:cubicBezTo>
                <a:cubicBezTo>
                  <a:pt x="4742" y="2608"/>
                  <a:pt x="4890" y="3227"/>
                  <a:pt x="5065" y="3839"/>
                </a:cubicBezTo>
                <a:cubicBezTo>
                  <a:pt x="5122" y="4038"/>
                  <a:pt x="5098" y="4170"/>
                  <a:pt x="4932" y="4306"/>
                </a:cubicBezTo>
                <a:cubicBezTo>
                  <a:pt x="4561" y="4610"/>
                  <a:pt x="4227" y="4959"/>
                  <a:pt x="3950" y="5348"/>
                </a:cubicBezTo>
                <a:cubicBezTo>
                  <a:pt x="3802" y="5555"/>
                  <a:pt x="3648" y="5573"/>
                  <a:pt x="3439" y="5530"/>
                </a:cubicBezTo>
                <a:cubicBezTo>
                  <a:pt x="2827" y="5405"/>
                  <a:pt x="2213" y="5295"/>
                  <a:pt x="1605" y="5156"/>
                </a:cubicBezTo>
                <a:cubicBezTo>
                  <a:pt x="1409" y="5111"/>
                  <a:pt x="1325" y="5153"/>
                  <a:pt x="1257" y="5338"/>
                </a:cubicBezTo>
                <a:cubicBezTo>
                  <a:pt x="856" y="6423"/>
                  <a:pt x="449" y="7506"/>
                  <a:pt x="35" y="8586"/>
                </a:cubicBezTo>
                <a:cubicBezTo>
                  <a:pt x="-34" y="8767"/>
                  <a:pt x="-6" y="8857"/>
                  <a:pt x="173" y="8954"/>
                </a:cubicBezTo>
                <a:cubicBezTo>
                  <a:pt x="722" y="9251"/>
                  <a:pt x="1256" y="9574"/>
                  <a:pt x="1798" y="9882"/>
                </a:cubicBezTo>
                <a:cubicBezTo>
                  <a:pt x="2001" y="9997"/>
                  <a:pt x="2093" y="10127"/>
                  <a:pt x="2064" y="10392"/>
                </a:cubicBezTo>
                <a:cubicBezTo>
                  <a:pt x="2014" y="10855"/>
                  <a:pt x="2039" y="11326"/>
                  <a:pt x="2116" y="11788"/>
                </a:cubicBezTo>
                <a:cubicBezTo>
                  <a:pt x="2151" y="11998"/>
                  <a:pt x="2089" y="12115"/>
                  <a:pt x="1913" y="12228"/>
                </a:cubicBezTo>
                <a:cubicBezTo>
                  <a:pt x="1367" y="12578"/>
                  <a:pt x="837" y="12953"/>
                  <a:pt x="291" y="13303"/>
                </a:cubicBezTo>
                <a:cubicBezTo>
                  <a:pt x="136" y="13403"/>
                  <a:pt x="124" y="13482"/>
                  <a:pt x="199" y="13643"/>
                </a:cubicBezTo>
                <a:cubicBezTo>
                  <a:pt x="688" y="14705"/>
                  <a:pt x="1172" y="15768"/>
                  <a:pt x="1642" y="16837"/>
                </a:cubicBezTo>
                <a:cubicBezTo>
                  <a:pt x="1728" y="17034"/>
                  <a:pt x="1818" y="17032"/>
                  <a:pt x="1994" y="16982"/>
                </a:cubicBezTo>
                <a:cubicBezTo>
                  <a:pt x="2605" y="16807"/>
                  <a:pt x="3223" y="16651"/>
                  <a:pt x="3839" y="16489"/>
                </a:cubicBezTo>
                <a:cubicBezTo>
                  <a:pt x="3930" y="16465"/>
                  <a:pt x="4023" y="16451"/>
                  <a:pt x="4118" y="16432"/>
                </a:cubicBezTo>
                <a:cubicBezTo>
                  <a:pt x="4164" y="16485"/>
                  <a:pt x="4202" y="16532"/>
                  <a:pt x="4241" y="16576"/>
                </a:cubicBezTo>
                <a:cubicBezTo>
                  <a:pt x="4568" y="16944"/>
                  <a:pt x="4922" y="17287"/>
                  <a:pt x="5319" y="17573"/>
                </a:cubicBezTo>
                <a:cubicBezTo>
                  <a:pt x="5534" y="17728"/>
                  <a:pt x="5572" y="17885"/>
                  <a:pt x="5524" y="18114"/>
                </a:cubicBezTo>
                <a:cubicBezTo>
                  <a:pt x="5398" y="18725"/>
                  <a:pt x="5287" y="19339"/>
                  <a:pt x="5149" y="19947"/>
                </a:cubicBezTo>
                <a:cubicBezTo>
                  <a:pt x="5105" y="20142"/>
                  <a:pt x="5145" y="20229"/>
                  <a:pt x="5331" y="20297"/>
                </a:cubicBezTo>
                <a:cubicBezTo>
                  <a:pt x="6415" y="20698"/>
                  <a:pt x="7497" y="21106"/>
                  <a:pt x="8576" y="21520"/>
                </a:cubicBezTo>
                <a:cubicBezTo>
                  <a:pt x="8757" y="21589"/>
                  <a:pt x="8847" y="21563"/>
                  <a:pt x="8944" y="21383"/>
                </a:cubicBezTo>
                <a:cubicBezTo>
                  <a:pt x="9241" y="20834"/>
                  <a:pt x="9562" y="20299"/>
                  <a:pt x="9871" y="19757"/>
                </a:cubicBezTo>
                <a:cubicBezTo>
                  <a:pt x="9985" y="19558"/>
                  <a:pt x="10110" y="19452"/>
                  <a:pt x="10378" y="19481"/>
                </a:cubicBezTo>
                <a:cubicBezTo>
                  <a:pt x="10828" y="19528"/>
                  <a:pt x="11291" y="19534"/>
                  <a:pt x="11737" y="19445"/>
                </a:cubicBezTo>
                <a:cubicBezTo>
                  <a:pt x="12009" y="19391"/>
                  <a:pt x="12126" y="19505"/>
                  <a:pt x="12252" y="19698"/>
                </a:cubicBezTo>
                <a:cubicBezTo>
                  <a:pt x="12593" y="20221"/>
                  <a:pt x="12952" y="20733"/>
                  <a:pt x="13290" y="21259"/>
                </a:cubicBezTo>
                <a:cubicBezTo>
                  <a:pt x="13387" y="21411"/>
                  <a:pt x="13463" y="21432"/>
                  <a:pt x="13628" y="21356"/>
                </a:cubicBezTo>
                <a:cubicBezTo>
                  <a:pt x="14687" y="20866"/>
                  <a:pt x="15750" y="20382"/>
                  <a:pt x="16819" y="19912"/>
                </a:cubicBezTo>
                <a:cubicBezTo>
                  <a:pt x="17012" y="19827"/>
                  <a:pt x="17018" y="19738"/>
                  <a:pt x="16967" y="19560"/>
                </a:cubicBezTo>
                <a:cubicBezTo>
                  <a:pt x="16791" y="18948"/>
                  <a:pt x="16644" y="18329"/>
                  <a:pt x="16469" y="17716"/>
                </a:cubicBezTo>
                <a:cubicBezTo>
                  <a:pt x="16412" y="17519"/>
                  <a:pt x="16433" y="17386"/>
                  <a:pt x="16600" y="17250"/>
                </a:cubicBezTo>
                <a:cubicBezTo>
                  <a:pt x="16971" y="16946"/>
                  <a:pt x="17305" y="16598"/>
                  <a:pt x="17584" y="16209"/>
                </a:cubicBezTo>
                <a:cubicBezTo>
                  <a:pt x="17730" y="16006"/>
                  <a:pt x="17880" y="15980"/>
                  <a:pt x="18092" y="16024"/>
                </a:cubicBezTo>
                <a:cubicBezTo>
                  <a:pt x="18703" y="16151"/>
                  <a:pt x="19318" y="16260"/>
                  <a:pt x="19926" y="16398"/>
                </a:cubicBezTo>
                <a:cubicBezTo>
                  <a:pt x="20121" y="16442"/>
                  <a:pt x="20207" y="16404"/>
                  <a:pt x="20276" y="16218"/>
                </a:cubicBezTo>
                <a:cubicBezTo>
                  <a:pt x="20676" y="15133"/>
                  <a:pt x="21084" y="14050"/>
                  <a:pt x="21497" y="12970"/>
                </a:cubicBezTo>
                <a:cubicBezTo>
                  <a:pt x="21566" y="12790"/>
                  <a:pt x="21541" y="12697"/>
                  <a:pt x="21361" y="12600"/>
                </a:cubicBezTo>
                <a:cubicBezTo>
                  <a:pt x="20812" y="12303"/>
                  <a:pt x="20278" y="11982"/>
                  <a:pt x="19736" y="11674"/>
                </a:cubicBezTo>
                <a:cubicBezTo>
                  <a:pt x="19535" y="11559"/>
                  <a:pt x="19439" y="11431"/>
                  <a:pt x="19468" y="11163"/>
                </a:cubicBezTo>
                <a:cubicBezTo>
                  <a:pt x="19519" y="10701"/>
                  <a:pt x="19493" y="10230"/>
                  <a:pt x="19416" y="9768"/>
                </a:cubicBezTo>
                <a:cubicBezTo>
                  <a:pt x="19381" y="9559"/>
                  <a:pt x="19443" y="9442"/>
                  <a:pt x="19620" y="9328"/>
                </a:cubicBezTo>
                <a:cubicBezTo>
                  <a:pt x="20166" y="8978"/>
                  <a:pt x="20694" y="8603"/>
                  <a:pt x="21240" y="8252"/>
                </a:cubicBezTo>
                <a:cubicBezTo>
                  <a:pt x="21393" y="8154"/>
                  <a:pt x="21411" y="8075"/>
                  <a:pt x="21336" y="7912"/>
                </a:cubicBezTo>
                <a:cubicBezTo>
                  <a:pt x="20846" y="6851"/>
                  <a:pt x="20362" y="5788"/>
                  <a:pt x="19892" y="4718"/>
                </a:cubicBezTo>
                <a:cubicBezTo>
                  <a:pt x="19806" y="4523"/>
                  <a:pt x="19717" y="4523"/>
                  <a:pt x="19541" y="4574"/>
                </a:cubicBezTo>
                <a:cubicBezTo>
                  <a:pt x="18917" y="4751"/>
                  <a:pt x="18286" y="4905"/>
                  <a:pt x="17662" y="5080"/>
                </a:cubicBezTo>
                <a:cubicBezTo>
                  <a:pt x="17490" y="5129"/>
                  <a:pt x="17378" y="5103"/>
                  <a:pt x="17261" y="4959"/>
                </a:cubicBezTo>
                <a:cubicBezTo>
                  <a:pt x="16959" y="4585"/>
                  <a:pt x="16599" y="4263"/>
                  <a:pt x="16213" y="3983"/>
                </a:cubicBezTo>
                <a:cubicBezTo>
                  <a:pt x="16001" y="3828"/>
                  <a:pt x="15960" y="3672"/>
                  <a:pt x="16008" y="3442"/>
                </a:cubicBezTo>
                <a:cubicBezTo>
                  <a:pt x="16135" y="2831"/>
                  <a:pt x="16245" y="2217"/>
                  <a:pt x="16383" y="1609"/>
                </a:cubicBezTo>
                <a:cubicBezTo>
                  <a:pt x="16428" y="1413"/>
                  <a:pt x="16387" y="1327"/>
                  <a:pt x="16201" y="1258"/>
                </a:cubicBezTo>
                <a:cubicBezTo>
                  <a:pt x="15118" y="858"/>
                  <a:pt x="14036" y="450"/>
                  <a:pt x="12956" y="36"/>
                </a:cubicBezTo>
                <a:cubicBezTo>
                  <a:pt x="12911" y="19"/>
                  <a:pt x="12873" y="7"/>
                  <a:pt x="12837" y="2"/>
                </a:cubicBezTo>
                <a:close/>
                <a:moveTo>
                  <a:pt x="10766" y="5818"/>
                </a:moveTo>
                <a:cubicBezTo>
                  <a:pt x="13503" y="5818"/>
                  <a:pt x="15722" y="8039"/>
                  <a:pt x="15722" y="10778"/>
                </a:cubicBezTo>
                <a:cubicBezTo>
                  <a:pt x="15722" y="13517"/>
                  <a:pt x="13503" y="15738"/>
                  <a:pt x="10766" y="15738"/>
                </a:cubicBezTo>
                <a:cubicBezTo>
                  <a:pt x="8030" y="15738"/>
                  <a:pt x="5810" y="13517"/>
                  <a:pt x="5810" y="10778"/>
                </a:cubicBezTo>
                <a:cubicBezTo>
                  <a:pt x="5810" y="8039"/>
                  <a:pt x="8030" y="5818"/>
                  <a:pt x="10766" y="5818"/>
                </a:cubicBezTo>
                <a:close/>
              </a:path>
            </a:pathLst>
          </a:custGeom>
          <a:solidFill>
            <a:srgbClr val="FFFFFF"/>
          </a:solidFill>
          <a:ln w="12700">
            <a:solidFill>
              <a:schemeClr val="accent6"/>
            </a:solidFill>
            <a:miter/>
          </a:ln>
        </p:spPr>
        <p:txBody>
          <a:bodyPr lIns="45719" rIns="45719" anchor="ctr"/>
          <a:lstStyle/>
          <a:p>
            <a:endParaRPr/>
          </a:p>
        </p:txBody>
      </p:sp>
      <p:sp>
        <p:nvSpPr>
          <p:cNvPr id="1955" name="Dynamic Media"/>
          <p:cNvSpPr txBox="1"/>
          <p:nvPr/>
        </p:nvSpPr>
        <p:spPr>
          <a:xfrm>
            <a:off x="6610168" y="1548724"/>
            <a:ext cx="2626089" cy="3708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a:solidFill>
                  <a:schemeClr val="accent6"/>
                </a:solidFill>
              </a:defRPr>
            </a:lvl1pPr>
          </a:lstStyle>
          <a:p>
            <a:r>
              <a:t>Dynamic Media</a:t>
            </a:r>
          </a:p>
        </p:txBody>
      </p:sp>
      <p:sp>
        <p:nvSpPr>
          <p:cNvPr id="1956" name="Arrow"/>
          <p:cNvSpPr/>
          <p:nvPr/>
        </p:nvSpPr>
        <p:spPr>
          <a:xfrm>
            <a:off x="7750977" y="2045994"/>
            <a:ext cx="1402938" cy="236096"/>
          </a:xfrm>
          <a:prstGeom prst="rightArrow">
            <a:avLst>
              <a:gd name="adj1" fmla="val 38822"/>
              <a:gd name="adj2" fmla="val 104731"/>
            </a:avLst>
          </a:prstGeom>
          <a:solidFill>
            <a:srgbClr val="FFFFFF"/>
          </a:solidFill>
          <a:ln w="12700">
            <a:solidFill>
              <a:schemeClr val="accent6"/>
            </a:solidFill>
            <a:miter/>
          </a:ln>
        </p:spPr>
        <p:txBody>
          <a:bodyPr lIns="45719" rIns="45719" anchor="ctr"/>
          <a:lstStyle/>
          <a:p>
            <a:pPr>
              <a:defRPr>
                <a:solidFill>
                  <a:schemeClr val="accent6"/>
                </a:solidFill>
              </a:defRPr>
            </a:pPr>
            <a:endParaRPr/>
          </a:p>
        </p:txBody>
      </p:sp>
      <p:pic>
        <p:nvPicPr>
          <p:cNvPr id="1957" name="pasted-movie.png" descr="pasted-movie.png"/>
          <p:cNvPicPr>
            <a:picLocks noChangeAspect="1"/>
          </p:cNvPicPr>
          <p:nvPr/>
        </p:nvPicPr>
        <p:blipFill>
          <a:blip r:embed="rId6"/>
          <a:srcRect r="41475"/>
          <a:stretch>
            <a:fillRect/>
          </a:stretch>
        </p:blipFill>
        <p:spPr>
          <a:xfrm>
            <a:off x="4808934" y="4617382"/>
            <a:ext cx="2574120" cy="1601008"/>
          </a:xfrm>
          <a:prstGeom prst="rect">
            <a:avLst/>
          </a:prstGeom>
          <a:ln w="12700">
            <a:solidFill>
              <a:srgbClr val="535353"/>
            </a:solidFill>
            <a:miter/>
          </a:ln>
        </p:spPr>
      </p:pic>
      <p:sp>
        <p:nvSpPr>
          <p:cNvPr id="1958" name="Double Arrow"/>
          <p:cNvSpPr/>
          <p:nvPr/>
        </p:nvSpPr>
        <p:spPr>
          <a:xfrm rot="5309207">
            <a:off x="5788474" y="4189172"/>
            <a:ext cx="615052" cy="178803"/>
          </a:xfrm>
          <a:prstGeom prst="leftRightArrow">
            <a:avLst>
              <a:gd name="adj1" fmla="val 35738"/>
              <a:gd name="adj2" fmla="val 123602"/>
            </a:avLst>
          </a:prstGeom>
          <a:solidFill>
            <a:srgbClr val="FFFFFF"/>
          </a:solidFill>
          <a:ln w="25400">
            <a:solidFill>
              <a:schemeClr val="accent6"/>
            </a:solidFill>
            <a:miter/>
          </a:ln>
        </p:spPr>
        <p:txBody>
          <a:bodyPr lIns="45719" rIns="45719" anchor="ctr"/>
          <a:lstStyle/>
          <a:p>
            <a:pPr>
              <a:defRPr>
                <a:solidFill>
                  <a:schemeClr val="accent6"/>
                </a:solidFill>
              </a:defRPr>
            </a:pPr>
            <a:endParaRPr/>
          </a:p>
        </p:txBody>
      </p:sp>
      <p:sp>
        <p:nvSpPr>
          <p:cNvPr id="1959" name="ContentHub"/>
          <p:cNvSpPr txBox="1"/>
          <p:nvPr/>
        </p:nvSpPr>
        <p:spPr>
          <a:xfrm>
            <a:off x="7414230" y="5109886"/>
            <a:ext cx="2626089" cy="3708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a:solidFill>
                  <a:schemeClr val="accent6"/>
                </a:solidFill>
              </a:defRPr>
            </a:lvl1pPr>
          </a:lstStyle>
          <a:p>
            <a:r>
              <a:t>ContentHub</a:t>
            </a:r>
          </a:p>
        </p:txBody>
      </p:sp>
      <p:sp>
        <p:nvSpPr>
          <p:cNvPr id="1960" name="Asset consumer systems"/>
          <p:cNvSpPr/>
          <p:nvPr/>
        </p:nvSpPr>
        <p:spPr>
          <a:xfrm>
            <a:off x="9743861" y="3471667"/>
            <a:ext cx="1446791" cy="927108"/>
          </a:xfrm>
          <a:prstGeom prst="rect">
            <a:avLst/>
          </a:prstGeom>
          <a:solidFill>
            <a:srgbClr val="FFFFFF"/>
          </a:solidFill>
          <a:ln w="12700">
            <a:solidFill>
              <a:srgbClr val="535353"/>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lstStyle>
            <a:lvl1pPr>
              <a:defRPr>
                <a:solidFill>
                  <a:schemeClr val="accent6"/>
                </a:solidFill>
              </a:defRPr>
            </a:lvl1pPr>
          </a:lstStyle>
          <a:p>
            <a:r>
              <a:t>Asset consumer systems</a:t>
            </a:r>
          </a:p>
        </p:txBody>
      </p:sp>
      <p:pic>
        <p:nvPicPr>
          <p:cNvPr id="1961" name="pasted-movie.png" descr="pasted-movie.png"/>
          <p:cNvPicPr>
            <a:picLocks noChangeAspect="1"/>
          </p:cNvPicPr>
          <p:nvPr/>
        </p:nvPicPr>
        <p:blipFill>
          <a:blip r:embed="rId6"/>
          <a:srcRect r="41475"/>
          <a:stretch>
            <a:fillRect/>
          </a:stretch>
        </p:blipFill>
        <p:spPr>
          <a:xfrm>
            <a:off x="9743861" y="3471667"/>
            <a:ext cx="1282124" cy="797434"/>
          </a:xfrm>
          <a:prstGeom prst="rect">
            <a:avLst/>
          </a:prstGeom>
          <a:ln w="12700">
            <a:solidFill>
              <a:srgbClr val="535353"/>
            </a:solidFill>
            <a:miter/>
          </a:ln>
        </p:spPr>
      </p:pic>
      <p:sp>
        <p:nvSpPr>
          <p:cNvPr id="1962" name="Asset sources"/>
          <p:cNvSpPr/>
          <p:nvPr/>
        </p:nvSpPr>
        <p:spPr>
          <a:xfrm>
            <a:off x="9743861" y="4737150"/>
            <a:ext cx="1446791" cy="933690"/>
          </a:xfrm>
          <a:prstGeom prst="rect">
            <a:avLst/>
          </a:prstGeom>
          <a:solidFill>
            <a:srgbClr val="FFFFFF"/>
          </a:solidFill>
          <a:ln w="12700">
            <a:solidFill>
              <a:srgbClr val="535353"/>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lstStyle>
            <a:lvl1pPr>
              <a:defRPr sz="1700">
                <a:solidFill>
                  <a:schemeClr val="accent6"/>
                </a:solidFill>
              </a:defRPr>
            </a:lvl1pPr>
          </a:lstStyle>
          <a:p>
            <a:r>
              <a:t>Asset sources</a:t>
            </a:r>
          </a:p>
        </p:txBody>
      </p:sp>
      <p:pic>
        <p:nvPicPr>
          <p:cNvPr id="1963" name="pasted-movie.png" descr="pasted-movie.png"/>
          <p:cNvPicPr>
            <a:picLocks noChangeAspect="1"/>
          </p:cNvPicPr>
          <p:nvPr/>
        </p:nvPicPr>
        <p:blipFill>
          <a:blip r:embed="rId6"/>
          <a:srcRect r="41475"/>
          <a:stretch>
            <a:fillRect/>
          </a:stretch>
        </p:blipFill>
        <p:spPr>
          <a:xfrm>
            <a:off x="9743861" y="4737150"/>
            <a:ext cx="1302543" cy="810134"/>
          </a:xfrm>
          <a:prstGeom prst="rect">
            <a:avLst/>
          </a:prstGeom>
          <a:ln w="12700">
            <a:solidFill>
              <a:srgbClr val="535353"/>
            </a:solidFill>
            <a:miter/>
          </a:ln>
        </p:spPr>
      </p:pic>
      <p:sp>
        <p:nvSpPr>
          <p:cNvPr id="1964" name="Arrow"/>
          <p:cNvSpPr/>
          <p:nvPr/>
        </p:nvSpPr>
        <p:spPr>
          <a:xfrm>
            <a:off x="8741003" y="3889458"/>
            <a:ext cx="959120" cy="236096"/>
          </a:xfrm>
          <a:prstGeom prst="rightArrow">
            <a:avLst>
              <a:gd name="adj1" fmla="val 38822"/>
              <a:gd name="adj2" fmla="val 104731"/>
            </a:avLst>
          </a:prstGeom>
          <a:solidFill>
            <a:srgbClr val="FFFFFF"/>
          </a:solidFill>
          <a:ln w="12700">
            <a:solidFill>
              <a:schemeClr val="accent6"/>
            </a:solidFill>
            <a:miter/>
          </a:ln>
        </p:spPr>
        <p:txBody>
          <a:bodyPr lIns="45719" rIns="45719" anchor="ctr"/>
          <a:lstStyle/>
          <a:p>
            <a:pPr>
              <a:defRPr>
                <a:solidFill>
                  <a:schemeClr val="accent6"/>
                </a:solidFill>
              </a:defRPr>
            </a:pPr>
            <a:endParaRPr/>
          </a:p>
        </p:txBody>
      </p:sp>
      <p:sp>
        <p:nvSpPr>
          <p:cNvPr id="1965" name="Arrow"/>
          <p:cNvSpPr/>
          <p:nvPr/>
        </p:nvSpPr>
        <p:spPr>
          <a:xfrm rot="12401031">
            <a:off x="8626920" y="4460951"/>
            <a:ext cx="1090889" cy="236096"/>
          </a:xfrm>
          <a:prstGeom prst="rightArrow">
            <a:avLst>
              <a:gd name="adj1" fmla="val 38822"/>
              <a:gd name="adj2" fmla="val 104731"/>
            </a:avLst>
          </a:prstGeom>
          <a:solidFill>
            <a:srgbClr val="FFFFFF"/>
          </a:solidFill>
          <a:ln w="12700">
            <a:solidFill>
              <a:schemeClr val="accent6"/>
            </a:solidFill>
            <a:miter/>
          </a:ln>
        </p:spPr>
        <p:txBody>
          <a:bodyPr lIns="45719" rIns="45719" anchor="ctr"/>
          <a:lstStyle/>
          <a:p>
            <a:pPr>
              <a:defRPr>
                <a:solidFill>
                  <a:schemeClr val="accent6"/>
                </a:solidFill>
              </a:defRPr>
            </a:pPr>
            <a:endParaRPr/>
          </a:p>
        </p:txBody>
      </p:sp>
      <p:sp>
        <p:nvSpPr>
          <p:cNvPr id="1966" name="Gear"/>
          <p:cNvSpPr/>
          <p:nvPr/>
        </p:nvSpPr>
        <p:spPr>
          <a:xfrm>
            <a:off x="2904390" y="4697179"/>
            <a:ext cx="590805" cy="590920"/>
          </a:xfrm>
          <a:custGeom>
            <a:avLst/>
            <a:gdLst/>
            <a:ahLst/>
            <a:cxnLst>
              <a:cxn ang="0">
                <a:pos x="wd2" y="hd2"/>
              </a:cxn>
              <a:cxn ang="5400000">
                <a:pos x="wd2" y="hd2"/>
              </a:cxn>
              <a:cxn ang="10800000">
                <a:pos x="wd2" y="hd2"/>
              </a:cxn>
              <a:cxn ang="16200000">
                <a:pos x="wd2" y="hd2"/>
              </a:cxn>
            </a:cxnLst>
            <a:rect l="0" t="0" r="r" b="b"/>
            <a:pathLst>
              <a:path w="21532" h="21555" extrusionOk="0">
                <a:moveTo>
                  <a:pt x="12837" y="2"/>
                </a:moveTo>
                <a:cubicBezTo>
                  <a:pt x="12731" y="-11"/>
                  <a:pt x="12661" y="38"/>
                  <a:pt x="12588" y="172"/>
                </a:cubicBezTo>
                <a:cubicBezTo>
                  <a:pt x="12292" y="721"/>
                  <a:pt x="11969" y="1258"/>
                  <a:pt x="11661" y="1801"/>
                </a:cubicBezTo>
                <a:cubicBezTo>
                  <a:pt x="11547" y="2001"/>
                  <a:pt x="11418" y="2099"/>
                  <a:pt x="11153" y="2073"/>
                </a:cubicBezTo>
                <a:cubicBezTo>
                  <a:pt x="10691" y="2028"/>
                  <a:pt x="10220" y="2032"/>
                  <a:pt x="9759" y="2112"/>
                </a:cubicBezTo>
                <a:cubicBezTo>
                  <a:pt x="9550" y="2148"/>
                  <a:pt x="9432" y="2095"/>
                  <a:pt x="9318" y="1917"/>
                </a:cubicBezTo>
                <a:cubicBezTo>
                  <a:pt x="8969" y="1370"/>
                  <a:pt x="8594" y="841"/>
                  <a:pt x="8243" y="295"/>
                </a:cubicBezTo>
                <a:cubicBezTo>
                  <a:pt x="8145" y="142"/>
                  <a:pt x="8068" y="122"/>
                  <a:pt x="7905" y="198"/>
                </a:cubicBezTo>
                <a:cubicBezTo>
                  <a:pt x="6845" y="688"/>
                  <a:pt x="5781" y="1174"/>
                  <a:pt x="4712" y="1644"/>
                </a:cubicBezTo>
                <a:cubicBezTo>
                  <a:pt x="4517" y="1730"/>
                  <a:pt x="4517" y="1820"/>
                  <a:pt x="4567" y="1996"/>
                </a:cubicBezTo>
                <a:cubicBezTo>
                  <a:pt x="4742" y="2608"/>
                  <a:pt x="4890" y="3227"/>
                  <a:pt x="5065" y="3839"/>
                </a:cubicBezTo>
                <a:cubicBezTo>
                  <a:pt x="5122" y="4038"/>
                  <a:pt x="5098" y="4170"/>
                  <a:pt x="4932" y="4306"/>
                </a:cubicBezTo>
                <a:cubicBezTo>
                  <a:pt x="4561" y="4610"/>
                  <a:pt x="4227" y="4959"/>
                  <a:pt x="3950" y="5348"/>
                </a:cubicBezTo>
                <a:cubicBezTo>
                  <a:pt x="3802" y="5555"/>
                  <a:pt x="3648" y="5573"/>
                  <a:pt x="3439" y="5530"/>
                </a:cubicBezTo>
                <a:cubicBezTo>
                  <a:pt x="2827" y="5405"/>
                  <a:pt x="2213" y="5295"/>
                  <a:pt x="1605" y="5156"/>
                </a:cubicBezTo>
                <a:cubicBezTo>
                  <a:pt x="1409" y="5111"/>
                  <a:pt x="1325" y="5153"/>
                  <a:pt x="1257" y="5338"/>
                </a:cubicBezTo>
                <a:cubicBezTo>
                  <a:pt x="856" y="6423"/>
                  <a:pt x="449" y="7506"/>
                  <a:pt x="35" y="8586"/>
                </a:cubicBezTo>
                <a:cubicBezTo>
                  <a:pt x="-34" y="8767"/>
                  <a:pt x="-6" y="8857"/>
                  <a:pt x="173" y="8954"/>
                </a:cubicBezTo>
                <a:cubicBezTo>
                  <a:pt x="722" y="9251"/>
                  <a:pt x="1256" y="9574"/>
                  <a:pt x="1798" y="9882"/>
                </a:cubicBezTo>
                <a:cubicBezTo>
                  <a:pt x="2001" y="9997"/>
                  <a:pt x="2093" y="10127"/>
                  <a:pt x="2064" y="10392"/>
                </a:cubicBezTo>
                <a:cubicBezTo>
                  <a:pt x="2014" y="10855"/>
                  <a:pt x="2039" y="11326"/>
                  <a:pt x="2116" y="11788"/>
                </a:cubicBezTo>
                <a:cubicBezTo>
                  <a:pt x="2151" y="11998"/>
                  <a:pt x="2089" y="12115"/>
                  <a:pt x="1913" y="12228"/>
                </a:cubicBezTo>
                <a:cubicBezTo>
                  <a:pt x="1367" y="12578"/>
                  <a:pt x="837" y="12953"/>
                  <a:pt x="291" y="13303"/>
                </a:cubicBezTo>
                <a:cubicBezTo>
                  <a:pt x="136" y="13403"/>
                  <a:pt x="124" y="13482"/>
                  <a:pt x="199" y="13643"/>
                </a:cubicBezTo>
                <a:cubicBezTo>
                  <a:pt x="688" y="14705"/>
                  <a:pt x="1172" y="15768"/>
                  <a:pt x="1642" y="16837"/>
                </a:cubicBezTo>
                <a:cubicBezTo>
                  <a:pt x="1728" y="17034"/>
                  <a:pt x="1818" y="17032"/>
                  <a:pt x="1994" y="16982"/>
                </a:cubicBezTo>
                <a:cubicBezTo>
                  <a:pt x="2605" y="16807"/>
                  <a:pt x="3223" y="16651"/>
                  <a:pt x="3839" y="16489"/>
                </a:cubicBezTo>
                <a:cubicBezTo>
                  <a:pt x="3930" y="16465"/>
                  <a:pt x="4023" y="16451"/>
                  <a:pt x="4118" y="16432"/>
                </a:cubicBezTo>
                <a:cubicBezTo>
                  <a:pt x="4164" y="16485"/>
                  <a:pt x="4202" y="16532"/>
                  <a:pt x="4241" y="16576"/>
                </a:cubicBezTo>
                <a:cubicBezTo>
                  <a:pt x="4568" y="16944"/>
                  <a:pt x="4922" y="17287"/>
                  <a:pt x="5319" y="17573"/>
                </a:cubicBezTo>
                <a:cubicBezTo>
                  <a:pt x="5534" y="17728"/>
                  <a:pt x="5572" y="17885"/>
                  <a:pt x="5524" y="18114"/>
                </a:cubicBezTo>
                <a:cubicBezTo>
                  <a:pt x="5398" y="18725"/>
                  <a:pt x="5287" y="19339"/>
                  <a:pt x="5149" y="19947"/>
                </a:cubicBezTo>
                <a:cubicBezTo>
                  <a:pt x="5105" y="20142"/>
                  <a:pt x="5145" y="20229"/>
                  <a:pt x="5331" y="20297"/>
                </a:cubicBezTo>
                <a:cubicBezTo>
                  <a:pt x="6415" y="20698"/>
                  <a:pt x="7497" y="21106"/>
                  <a:pt x="8576" y="21520"/>
                </a:cubicBezTo>
                <a:cubicBezTo>
                  <a:pt x="8757" y="21589"/>
                  <a:pt x="8847" y="21563"/>
                  <a:pt x="8944" y="21383"/>
                </a:cubicBezTo>
                <a:cubicBezTo>
                  <a:pt x="9241" y="20834"/>
                  <a:pt x="9562" y="20299"/>
                  <a:pt x="9871" y="19757"/>
                </a:cubicBezTo>
                <a:cubicBezTo>
                  <a:pt x="9985" y="19558"/>
                  <a:pt x="10110" y="19452"/>
                  <a:pt x="10378" y="19481"/>
                </a:cubicBezTo>
                <a:cubicBezTo>
                  <a:pt x="10828" y="19528"/>
                  <a:pt x="11291" y="19534"/>
                  <a:pt x="11737" y="19445"/>
                </a:cubicBezTo>
                <a:cubicBezTo>
                  <a:pt x="12009" y="19391"/>
                  <a:pt x="12126" y="19505"/>
                  <a:pt x="12252" y="19698"/>
                </a:cubicBezTo>
                <a:cubicBezTo>
                  <a:pt x="12593" y="20221"/>
                  <a:pt x="12952" y="20733"/>
                  <a:pt x="13290" y="21259"/>
                </a:cubicBezTo>
                <a:cubicBezTo>
                  <a:pt x="13387" y="21411"/>
                  <a:pt x="13463" y="21432"/>
                  <a:pt x="13628" y="21356"/>
                </a:cubicBezTo>
                <a:cubicBezTo>
                  <a:pt x="14687" y="20866"/>
                  <a:pt x="15750" y="20382"/>
                  <a:pt x="16819" y="19912"/>
                </a:cubicBezTo>
                <a:cubicBezTo>
                  <a:pt x="17012" y="19827"/>
                  <a:pt x="17018" y="19738"/>
                  <a:pt x="16967" y="19560"/>
                </a:cubicBezTo>
                <a:cubicBezTo>
                  <a:pt x="16791" y="18948"/>
                  <a:pt x="16644" y="18329"/>
                  <a:pt x="16469" y="17716"/>
                </a:cubicBezTo>
                <a:cubicBezTo>
                  <a:pt x="16412" y="17519"/>
                  <a:pt x="16433" y="17386"/>
                  <a:pt x="16600" y="17250"/>
                </a:cubicBezTo>
                <a:cubicBezTo>
                  <a:pt x="16971" y="16946"/>
                  <a:pt x="17305" y="16598"/>
                  <a:pt x="17584" y="16209"/>
                </a:cubicBezTo>
                <a:cubicBezTo>
                  <a:pt x="17730" y="16006"/>
                  <a:pt x="17880" y="15980"/>
                  <a:pt x="18092" y="16024"/>
                </a:cubicBezTo>
                <a:cubicBezTo>
                  <a:pt x="18703" y="16151"/>
                  <a:pt x="19318" y="16260"/>
                  <a:pt x="19926" y="16398"/>
                </a:cubicBezTo>
                <a:cubicBezTo>
                  <a:pt x="20121" y="16442"/>
                  <a:pt x="20207" y="16404"/>
                  <a:pt x="20276" y="16218"/>
                </a:cubicBezTo>
                <a:cubicBezTo>
                  <a:pt x="20676" y="15133"/>
                  <a:pt x="21084" y="14050"/>
                  <a:pt x="21497" y="12970"/>
                </a:cubicBezTo>
                <a:cubicBezTo>
                  <a:pt x="21566" y="12790"/>
                  <a:pt x="21541" y="12697"/>
                  <a:pt x="21361" y="12600"/>
                </a:cubicBezTo>
                <a:cubicBezTo>
                  <a:pt x="20812" y="12303"/>
                  <a:pt x="20278" y="11982"/>
                  <a:pt x="19736" y="11674"/>
                </a:cubicBezTo>
                <a:cubicBezTo>
                  <a:pt x="19535" y="11559"/>
                  <a:pt x="19439" y="11431"/>
                  <a:pt x="19468" y="11163"/>
                </a:cubicBezTo>
                <a:cubicBezTo>
                  <a:pt x="19519" y="10701"/>
                  <a:pt x="19493" y="10230"/>
                  <a:pt x="19416" y="9768"/>
                </a:cubicBezTo>
                <a:cubicBezTo>
                  <a:pt x="19381" y="9559"/>
                  <a:pt x="19443" y="9442"/>
                  <a:pt x="19620" y="9328"/>
                </a:cubicBezTo>
                <a:cubicBezTo>
                  <a:pt x="20166" y="8978"/>
                  <a:pt x="20694" y="8603"/>
                  <a:pt x="21240" y="8252"/>
                </a:cubicBezTo>
                <a:cubicBezTo>
                  <a:pt x="21393" y="8154"/>
                  <a:pt x="21411" y="8075"/>
                  <a:pt x="21336" y="7912"/>
                </a:cubicBezTo>
                <a:cubicBezTo>
                  <a:pt x="20846" y="6851"/>
                  <a:pt x="20362" y="5788"/>
                  <a:pt x="19892" y="4718"/>
                </a:cubicBezTo>
                <a:cubicBezTo>
                  <a:pt x="19806" y="4523"/>
                  <a:pt x="19717" y="4523"/>
                  <a:pt x="19541" y="4574"/>
                </a:cubicBezTo>
                <a:cubicBezTo>
                  <a:pt x="18917" y="4751"/>
                  <a:pt x="18286" y="4905"/>
                  <a:pt x="17662" y="5080"/>
                </a:cubicBezTo>
                <a:cubicBezTo>
                  <a:pt x="17490" y="5129"/>
                  <a:pt x="17378" y="5103"/>
                  <a:pt x="17261" y="4959"/>
                </a:cubicBezTo>
                <a:cubicBezTo>
                  <a:pt x="16959" y="4585"/>
                  <a:pt x="16599" y="4263"/>
                  <a:pt x="16213" y="3983"/>
                </a:cubicBezTo>
                <a:cubicBezTo>
                  <a:pt x="16001" y="3828"/>
                  <a:pt x="15960" y="3672"/>
                  <a:pt x="16008" y="3442"/>
                </a:cubicBezTo>
                <a:cubicBezTo>
                  <a:pt x="16135" y="2831"/>
                  <a:pt x="16245" y="2217"/>
                  <a:pt x="16383" y="1609"/>
                </a:cubicBezTo>
                <a:cubicBezTo>
                  <a:pt x="16428" y="1413"/>
                  <a:pt x="16387" y="1327"/>
                  <a:pt x="16201" y="1258"/>
                </a:cubicBezTo>
                <a:cubicBezTo>
                  <a:pt x="15118" y="858"/>
                  <a:pt x="14036" y="450"/>
                  <a:pt x="12956" y="36"/>
                </a:cubicBezTo>
                <a:cubicBezTo>
                  <a:pt x="12911" y="19"/>
                  <a:pt x="12873" y="7"/>
                  <a:pt x="12837" y="2"/>
                </a:cubicBezTo>
                <a:close/>
                <a:moveTo>
                  <a:pt x="10766" y="5818"/>
                </a:moveTo>
                <a:cubicBezTo>
                  <a:pt x="13503" y="5818"/>
                  <a:pt x="15722" y="8039"/>
                  <a:pt x="15722" y="10778"/>
                </a:cubicBezTo>
                <a:cubicBezTo>
                  <a:pt x="15722" y="13517"/>
                  <a:pt x="13503" y="15738"/>
                  <a:pt x="10766" y="15738"/>
                </a:cubicBezTo>
                <a:cubicBezTo>
                  <a:pt x="8030" y="15738"/>
                  <a:pt x="5810" y="13517"/>
                  <a:pt x="5810" y="10778"/>
                </a:cubicBezTo>
                <a:cubicBezTo>
                  <a:pt x="5810" y="8039"/>
                  <a:pt x="8030" y="5818"/>
                  <a:pt x="10766" y="5818"/>
                </a:cubicBezTo>
                <a:close/>
              </a:path>
            </a:pathLst>
          </a:custGeom>
          <a:solidFill>
            <a:srgbClr val="FFFFFF"/>
          </a:solidFill>
          <a:ln w="12700">
            <a:solidFill>
              <a:schemeClr val="accent6"/>
            </a:solidFill>
            <a:miter/>
          </a:ln>
        </p:spPr>
        <p:txBody>
          <a:bodyPr lIns="45719" rIns="45719" anchor="ctr"/>
          <a:lstStyle/>
          <a:p>
            <a:endParaRPr/>
          </a:p>
        </p:txBody>
      </p:sp>
      <p:sp>
        <p:nvSpPr>
          <p:cNvPr id="1967" name="Spanner"/>
          <p:cNvSpPr/>
          <p:nvPr/>
        </p:nvSpPr>
        <p:spPr>
          <a:xfrm rot="1630733">
            <a:off x="7147093" y="2681307"/>
            <a:ext cx="274474" cy="959255"/>
          </a:xfrm>
          <a:custGeom>
            <a:avLst/>
            <a:gdLst/>
            <a:ahLst/>
            <a:cxnLst>
              <a:cxn ang="0">
                <a:pos x="wd2" y="hd2"/>
              </a:cxn>
              <a:cxn ang="5400000">
                <a:pos x="wd2" y="hd2"/>
              </a:cxn>
              <a:cxn ang="10800000">
                <a:pos x="wd2" y="hd2"/>
              </a:cxn>
              <a:cxn ang="16200000">
                <a:pos x="wd2" y="hd2"/>
              </a:cxn>
            </a:cxnLst>
            <a:rect l="0" t="0" r="r" b="b"/>
            <a:pathLst>
              <a:path w="21351" h="21089" extrusionOk="0">
                <a:moveTo>
                  <a:pt x="10495" y="1"/>
                </a:moveTo>
                <a:cubicBezTo>
                  <a:pt x="5537" y="237"/>
                  <a:pt x="2663" y="1178"/>
                  <a:pt x="1749" y="2267"/>
                </a:cubicBezTo>
                <a:cubicBezTo>
                  <a:pt x="1263" y="2301"/>
                  <a:pt x="679" y="2339"/>
                  <a:pt x="433" y="2354"/>
                </a:cubicBezTo>
                <a:cubicBezTo>
                  <a:pt x="-23" y="2381"/>
                  <a:pt x="-170" y="2869"/>
                  <a:pt x="241" y="2922"/>
                </a:cubicBezTo>
                <a:cubicBezTo>
                  <a:pt x="457" y="2950"/>
                  <a:pt x="979" y="3018"/>
                  <a:pt x="1429" y="3077"/>
                </a:cubicBezTo>
                <a:cubicBezTo>
                  <a:pt x="1447" y="3792"/>
                  <a:pt x="2245" y="4513"/>
                  <a:pt x="3787" y="5096"/>
                </a:cubicBezTo>
                <a:cubicBezTo>
                  <a:pt x="6520" y="6130"/>
                  <a:pt x="7537" y="7410"/>
                  <a:pt x="7537" y="8611"/>
                </a:cubicBezTo>
                <a:cubicBezTo>
                  <a:pt x="7537" y="9390"/>
                  <a:pt x="5738" y="18573"/>
                  <a:pt x="5738" y="19703"/>
                </a:cubicBezTo>
                <a:cubicBezTo>
                  <a:pt x="5738" y="21590"/>
                  <a:pt x="15503" y="21512"/>
                  <a:pt x="15503" y="19703"/>
                </a:cubicBezTo>
                <a:cubicBezTo>
                  <a:pt x="15503" y="18645"/>
                  <a:pt x="14559" y="11348"/>
                  <a:pt x="14559" y="8655"/>
                </a:cubicBezTo>
                <a:cubicBezTo>
                  <a:pt x="14559" y="6354"/>
                  <a:pt x="19684" y="4736"/>
                  <a:pt x="21238" y="4314"/>
                </a:cubicBezTo>
                <a:cubicBezTo>
                  <a:pt x="21430" y="4262"/>
                  <a:pt x="21367" y="4172"/>
                  <a:pt x="21122" y="4143"/>
                </a:cubicBezTo>
                <a:lnTo>
                  <a:pt x="8981" y="2738"/>
                </a:lnTo>
                <a:lnTo>
                  <a:pt x="7956" y="2069"/>
                </a:lnTo>
                <a:cubicBezTo>
                  <a:pt x="7956" y="2069"/>
                  <a:pt x="9739" y="792"/>
                  <a:pt x="10809" y="114"/>
                </a:cubicBezTo>
                <a:cubicBezTo>
                  <a:pt x="10903" y="55"/>
                  <a:pt x="10723" y="-10"/>
                  <a:pt x="10495" y="1"/>
                </a:cubicBezTo>
                <a:close/>
                <a:moveTo>
                  <a:pt x="15555" y="549"/>
                </a:moveTo>
                <a:cubicBezTo>
                  <a:pt x="15455" y="559"/>
                  <a:pt x="15369" y="582"/>
                  <a:pt x="15322" y="611"/>
                </a:cubicBezTo>
                <a:cubicBezTo>
                  <a:pt x="14260" y="1278"/>
                  <a:pt x="12673" y="2415"/>
                  <a:pt x="12673" y="2415"/>
                </a:cubicBezTo>
                <a:lnTo>
                  <a:pt x="13511" y="3001"/>
                </a:lnTo>
                <a:lnTo>
                  <a:pt x="17977" y="3519"/>
                </a:lnTo>
                <a:cubicBezTo>
                  <a:pt x="18982" y="1431"/>
                  <a:pt x="16932" y="699"/>
                  <a:pt x="15869" y="554"/>
                </a:cubicBezTo>
                <a:cubicBezTo>
                  <a:pt x="15765" y="540"/>
                  <a:pt x="15655" y="539"/>
                  <a:pt x="15555" y="549"/>
                </a:cubicBezTo>
                <a:close/>
                <a:moveTo>
                  <a:pt x="8899" y="4831"/>
                </a:moveTo>
                <a:cubicBezTo>
                  <a:pt x="8932" y="4832"/>
                  <a:pt x="8962" y="4838"/>
                  <a:pt x="8969" y="4849"/>
                </a:cubicBezTo>
                <a:lnTo>
                  <a:pt x="9190" y="5208"/>
                </a:lnTo>
                <a:cubicBezTo>
                  <a:pt x="9224" y="5263"/>
                  <a:pt x="9450" y="5291"/>
                  <a:pt x="9610" y="5257"/>
                </a:cubicBezTo>
                <a:lnTo>
                  <a:pt x="10553" y="5058"/>
                </a:lnTo>
                <a:cubicBezTo>
                  <a:pt x="10713" y="5025"/>
                  <a:pt x="10944" y="5050"/>
                  <a:pt x="10978" y="5106"/>
                </a:cubicBezTo>
                <a:lnTo>
                  <a:pt x="11176" y="5433"/>
                </a:lnTo>
                <a:cubicBezTo>
                  <a:pt x="11210" y="5489"/>
                  <a:pt x="11442" y="5514"/>
                  <a:pt x="11601" y="5481"/>
                </a:cubicBezTo>
                <a:lnTo>
                  <a:pt x="12544" y="5283"/>
                </a:lnTo>
                <a:cubicBezTo>
                  <a:pt x="12704" y="5250"/>
                  <a:pt x="12930" y="5276"/>
                  <a:pt x="12964" y="5331"/>
                </a:cubicBezTo>
                <a:lnTo>
                  <a:pt x="13168" y="5659"/>
                </a:lnTo>
                <a:cubicBezTo>
                  <a:pt x="13201" y="5714"/>
                  <a:pt x="13427" y="5740"/>
                  <a:pt x="13587" y="5706"/>
                </a:cubicBezTo>
                <a:lnTo>
                  <a:pt x="14623" y="5489"/>
                </a:lnTo>
                <a:cubicBezTo>
                  <a:pt x="14688" y="5476"/>
                  <a:pt x="14776" y="5494"/>
                  <a:pt x="14746" y="5516"/>
                </a:cubicBezTo>
                <a:lnTo>
                  <a:pt x="14134" y="5948"/>
                </a:lnTo>
                <a:cubicBezTo>
                  <a:pt x="14053" y="6006"/>
                  <a:pt x="13820" y="6034"/>
                  <a:pt x="13616" y="6011"/>
                </a:cubicBezTo>
                <a:lnTo>
                  <a:pt x="8422" y="5423"/>
                </a:lnTo>
                <a:cubicBezTo>
                  <a:pt x="8218" y="5400"/>
                  <a:pt x="8119" y="5335"/>
                  <a:pt x="8201" y="5277"/>
                </a:cubicBezTo>
                <a:lnTo>
                  <a:pt x="8818" y="4844"/>
                </a:lnTo>
                <a:cubicBezTo>
                  <a:pt x="8833" y="4833"/>
                  <a:pt x="8866" y="4830"/>
                  <a:pt x="8899" y="4831"/>
                </a:cubicBezTo>
                <a:close/>
                <a:moveTo>
                  <a:pt x="10576" y="18867"/>
                </a:moveTo>
                <a:cubicBezTo>
                  <a:pt x="12209" y="18867"/>
                  <a:pt x="13529" y="19241"/>
                  <a:pt x="13529" y="19703"/>
                </a:cubicBezTo>
                <a:cubicBezTo>
                  <a:pt x="13529" y="20164"/>
                  <a:pt x="12209" y="20539"/>
                  <a:pt x="10576" y="20539"/>
                </a:cubicBezTo>
                <a:cubicBezTo>
                  <a:pt x="8944" y="20539"/>
                  <a:pt x="7618" y="20164"/>
                  <a:pt x="7618" y="19703"/>
                </a:cubicBezTo>
                <a:cubicBezTo>
                  <a:pt x="7618" y="19241"/>
                  <a:pt x="8944" y="18867"/>
                  <a:pt x="10576" y="18867"/>
                </a:cubicBezTo>
                <a:close/>
              </a:path>
            </a:pathLst>
          </a:custGeom>
          <a:solidFill>
            <a:srgbClr val="FFFFFF"/>
          </a:solidFill>
          <a:ln w="12700">
            <a:solidFill>
              <a:schemeClr val="accent6"/>
            </a:solidFill>
            <a:miter/>
          </a:ln>
        </p:spPr>
        <p:txBody>
          <a:bodyPr lIns="45719" rIns="45719" anchor="ctr"/>
          <a:lstStyle/>
          <a:p>
            <a:endParaRPr/>
          </a:p>
        </p:txBody>
      </p:sp>
      <p:sp>
        <p:nvSpPr>
          <p:cNvPr id="1968" name="Customisation"/>
          <p:cNvSpPr txBox="1"/>
          <p:nvPr/>
        </p:nvSpPr>
        <p:spPr>
          <a:xfrm>
            <a:off x="7524369" y="2938081"/>
            <a:ext cx="2626089" cy="3708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a:solidFill>
                  <a:schemeClr val="accent6"/>
                </a:solidFill>
              </a:defRPr>
            </a:lvl1pPr>
          </a:lstStyle>
          <a:p>
            <a:r>
              <a:t>Customisation</a:t>
            </a:r>
          </a:p>
        </p:txBody>
      </p:sp>
      <p:sp>
        <p:nvSpPr>
          <p:cNvPr id="1969" name="Advanced processing"/>
          <p:cNvSpPr txBox="1"/>
          <p:nvPr/>
        </p:nvSpPr>
        <p:spPr>
          <a:xfrm>
            <a:off x="2153846" y="5426633"/>
            <a:ext cx="2626089" cy="3708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a:solidFill>
                  <a:schemeClr val="accent6"/>
                </a:solidFill>
              </a:defRPr>
            </a:lvl1pPr>
          </a:lstStyle>
          <a:p>
            <a:r>
              <a:t>Advanced processing</a:t>
            </a:r>
          </a:p>
        </p:txBody>
      </p:sp>
      <p:sp>
        <p:nvSpPr>
          <p:cNvPr id="1970" name="Double Arrow"/>
          <p:cNvSpPr/>
          <p:nvPr/>
        </p:nvSpPr>
        <p:spPr>
          <a:xfrm rot="19441318">
            <a:off x="3589726" y="4288286"/>
            <a:ext cx="1285403" cy="178803"/>
          </a:xfrm>
          <a:prstGeom prst="leftRightArrow">
            <a:avLst>
              <a:gd name="adj1" fmla="val 35738"/>
              <a:gd name="adj2" fmla="val 123602"/>
            </a:avLst>
          </a:prstGeom>
          <a:solidFill>
            <a:srgbClr val="FFFFFF"/>
          </a:solidFill>
          <a:ln w="25400">
            <a:solidFill>
              <a:schemeClr val="accent6"/>
            </a:solidFill>
            <a:miter/>
          </a:ln>
        </p:spPr>
        <p:txBody>
          <a:bodyPr lIns="45719" rIns="45719" anchor="ctr"/>
          <a:lstStyle/>
          <a:p>
            <a:pPr>
              <a:defRPr>
                <a:solidFill>
                  <a:schemeClr val="accent6"/>
                </a:solidFill>
              </a:defRPr>
            </a:pPr>
            <a:endParaRPr/>
          </a:p>
        </p:txBody>
      </p:sp>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4" name="The two UIs - Admin View and Assets View"/>
          <p:cNvSpPr txBox="1">
            <a:spLocks noGrp="1"/>
          </p:cNvSpPr>
          <p:nvPr>
            <p:ph type="title"/>
          </p:nvPr>
        </p:nvSpPr>
        <p:spPr>
          <a:xfrm>
            <a:off x="609600" y="264084"/>
            <a:ext cx="10972800" cy="946391"/>
          </a:xfrm>
          <a:prstGeom prst="rect">
            <a:avLst/>
          </a:prstGeom>
        </p:spPr>
        <p:txBody>
          <a:bodyPr/>
          <a:lstStyle/>
          <a:p>
            <a:r>
              <a:t>The two UIs - Admin View and Assets View</a:t>
            </a:r>
          </a:p>
        </p:txBody>
      </p:sp>
      <p:pic>
        <p:nvPicPr>
          <p:cNvPr id="1975" name="Screenshot 2025-06-17 at 10.23.40.png" descr="Screenshot 2025-06-17 at 10.23.40.png"/>
          <p:cNvPicPr>
            <a:picLocks noChangeAspect="1"/>
          </p:cNvPicPr>
          <p:nvPr/>
        </p:nvPicPr>
        <p:blipFill>
          <a:blip r:embed="rId3"/>
          <a:srcRect l="866"/>
          <a:stretch>
            <a:fillRect/>
          </a:stretch>
        </p:blipFill>
        <p:spPr>
          <a:xfrm>
            <a:off x="712692" y="1282553"/>
            <a:ext cx="11077907" cy="5089721"/>
          </a:xfrm>
          <a:prstGeom prst="rect">
            <a:avLst/>
          </a:prstGeom>
          <a:ln w="12700">
            <a:miter lim="400000"/>
          </a:ln>
        </p:spPr>
      </p:pic>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9" name="Title 1"/>
          <p:cNvSpPr txBox="1">
            <a:spLocks noGrp="1"/>
          </p:cNvSpPr>
          <p:nvPr>
            <p:ph type="title"/>
          </p:nvPr>
        </p:nvSpPr>
        <p:spPr>
          <a:xfrm>
            <a:off x="609599" y="264084"/>
            <a:ext cx="4937762" cy="946391"/>
          </a:xfrm>
          <a:prstGeom prst="rect">
            <a:avLst/>
          </a:prstGeom>
        </p:spPr>
        <p:txBody>
          <a:bodyPr/>
          <a:lstStyle/>
          <a:p>
            <a:r>
              <a:t>Quick Facts – Assets View</a:t>
            </a:r>
          </a:p>
        </p:txBody>
      </p:sp>
      <p:sp>
        <p:nvSpPr>
          <p:cNvPr id="1980" name="Content Placeholder 2"/>
          <p:cNvSpPr txBox="1">
            <a:spLocks noGrp="1"/>
          </p:cNvSpPr>
          <p:nvPr>
            <p:ph type="body" sz="half" idx="1"/>
          </p:nvPr>
        </p:nvSpPr>
        <p:spPr>
          <a:xfrm>
            <a:off x="609598" y="1334323"/>
            <a:ext cx="5207519" cy="4992625"/>
          </a:xfrm>
          <a:prstGeom prst="rect">
            <a:avLst/>
          </a:prstGeom>
        </p:spPr>
        <p:txBody>
          <a:bodyPr/>
          <a:lstStyle/>
          <a:p>
            <a:r>
              <a:t>More modern, responsive UI</a:t>
            </a:r>
          </a:p>
          <a:p>
            <a:r>
              <a:t>Shared between environments (</a:t>
            </a:r>
            <a:r>
              <a:rPr i="1"/>
              <a:t>select repository </a:t>
            </a:r>
            <a:r>
              <a:t>from available environments)</a:t>
            </a:r>
          </a:p>
          <a:p>
            <a:r>
              <a:t>AEMaaCS only</a:t>
            </a:r>
          </a:p>
          <a:p>
            <a:r>
              <a:t>Easy adoption for those wilth AEM Assets experience</a:t>
            </a:r>
          </a:p>
          <a:p>
            <a:r>
              <a:t>Fewer configuration and customization options than Admin View.</a:t>
            </a:r>
          </a:p>
        </p:txBody>
      </p:sp>
      <p:pic>
        <p:nvPicPr>
          <p:cNvPr id="1981" name="Picture Placeholder 18" descr="Picture Placeholder 18"/>
          <p:cNvPicPr>
            <a:picLocks noGrp="1" noChangeAspect="1"/>
          </p:cNvPicPr>
          <p:nvPr>
            <p:ph type="pic" idx="21"/>
          </p:nvPr>
        </p:nvPicPr>
        <p:blipFill>
          <a:blip r:embed="rId3"/>
          <a:stretch>
            <a:fillRect/>
          </a:stretch>
        </p:blipFill>
        <p:spPr>
          <a:xfrm>
            <a:off x="6374884" y="0"/>
            <a:ext cx="6096001" cy="6858000"/>
          </a:xfrm>
          <a:prstGeom prst="rect">
            <a:avLst/>
          </a:prstGeom>
        </p:spPr>
      </p:pic>
      <p:pic>
        <p:nvPicPr>
          <p:cNvPr id="1982" name="Graphic 6" descr="Graphic 6"/>
          <p:cNvPicPr>
            <a:picLocks noChangeAspect="1"/>
          </p:cNvPicPr>
          <p:nvPr/>
        </p:nvPicPr>
        <p:blipFill>
          <a:blip r:embed="rId4"/>
          <a:stretch>
            <a:fillRect/>
          </a:stretch>
        </p:blipFill>
        <p:spPr>
          <a:xfrm>
            <a:off x="11527480" y="0"/>
            <a:ext cx="761299" cy="761299"/>
          </a:xfrm>
          <a:prstGeom prst="rect">
            <a:avLst/>
          </a:prstGeom>
          <a:ln w="12700">
            <a:miter lim="400000"/>
          </a:ln>
        </p:spPr>
      </p:pic>
      <p:pic>
        <p:nvPicPr>
          <p:cNvPr id="1983" name="Picture 17" descr="Picture 17"/>
          <p:cNvPicPr>
            <a:picLocks noChangeAspect="1"/>
          </p:cNvPicPr>
          <p:nvPr/>
        </p:nvPicPr>
        <p:blipFill>
          <a:blip r:embed="rId5"/>
          <a:stretch>
            <a:fillRect/>
          </a:stretch>
        </p:blipFill>
        <p:spPr>
          <a:xfrm>
            <a:off x="6374884" y="0"/>
            <a:ext cx="6289557" cy="6858000"/>
          </a:xfrm>
          <a:prstGeom prst="rect">
            <a:avLst/>
          </a:prstGeom>
          <a:ln w="12700">
            <a:miter lim="400000"/>
          </a:ln>
        </p:spPr>
      </p:pic>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1980">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1980">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iterate>
                                    <p:tmAbs val="0"/>
                                  </p:iterate>
                                  <p:childTnLst>
                                    <p:set>
                                      <p:cBhvr>
                                        <p:cTn id="12" fill="hold"/>
                                        <p:tgtEl>
                                          <p:spTgt spid="1980">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iterate>
                                    <p:tmAbs val="0"/>
                                  </p:iterate>
                                  <p:childTnLst>
                                    <p:set>
                                      <p:cBhvr>
                                        <p:cTn id="16" fill="hold"/>
                                        <p:tgtEl>
                                          <p:spTgt spid="1980">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iterate>
                                    <p:tmAbs val="0"/>
                                  </p:iterate>
                                  <p:childTnLst>
                                    <p:set>
                                      <p:cBhvr>
                                        <p:cTn id="20" fill="hold"/>
                                        <p:tgtEl>
                                          <p:spTgt spid="1980">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iterate>
                                    <p:tmAbs val="0"/>
                                  </p:iterate>
                                  <p:childTnLst>
                                    <p:set>
                                      <p:cBhvr>
                                        <p:cTn id="24" fill="hold"/>
                                        <p:tgtEl>
                                          <p:spTgt spid="1980">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80" grpId="0" build="p" bldLvl="5" animBg="1" advAuto="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7" name="Title 1"/>
          <p:cNvSpPr txBox="1">
            <a:spLocks noGrp="1"/>
          </p:cNvSpPr>
          <p:nvPr>
            <p:ph type="title"/>
          </p:nvPr>
        </p:nvSpPr>
        <p:spPr>
          <a:prstGeom prst="rect">
            <a:avLst/>
          </a:prstGeom>
        </p:spPr>
        <p:txBody>
          <a:bodyPr>
            <a:noAutofit/>
          </a:bodyPr>
          <a:lstStyle/>
          <a:p>
            <a:r>
              <a:t>Section 1</a:t>
            </a:r>
          </a:p>
          <a:p>
            <a:r>
              <a:t>UI Foundations</a:t>
            </a:r>
            <a:br/>
            <a:endParaRPr/>
          </a:p>
        </p:txBody>
      </p:sp>
    </p:spTree>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1" name="Title 1"/>
          <p:cNvSpPr txBox="1">
            <a:spLocks noGrp="1"/>
          </p:cNvSpPr>
          <p:nvPr>
            <p:ph type="title"/>
          </p:nvPr>
        </p:nvSpPr>
        <p:spPr>
          <a:xfrm>
            <a:off x="609600" y="264084"/>
            <a:ext cx="10972800" cy="946391"/>
          </a:xfrm>
          <a:prstGeom prst="rect">
            <a:avLst/>
          </a:prstGeom>
        </p:spPr>
        <p:txBody>
          <a:bodyPr/>
          <a:lstStyle/>
          <a:p>
            <a:r>
              <a:t>Use Assets View when…</a:t>
            </a:r>
          </a:p>
        </p:txBody>
      </p:sp>
      <p:sp>
        <p:nvSpPr>
          <p:cNvPr id="1992" name="Content Placeholder 2"/>
          <p:cNvSpPr txBox="1">
            <a:spLocks noGrp="1"/>
          </p:cNvSpPr>
          <p:nvPr>
            <p:ph type="body" idx="1"/>
          </p:nvPr>
        </p:nvSpPr>
        <p:spPr>
          <a:xfrm>
            <a:off x="609601" y="1249216"/>
            <a:ext cx="6815878" cy="4992625"/>
          </a:xfrm>
          <a:prstGeom prst="rect">
            <a:avLst/>
          </a:prstGeom>
        </p:spPr>
        <p:txBody>
          <a:bodyPr/>
          <a:lstStyle/>
          <a:p>
            <a:r>
              <a:t>Work in a </a:t>
            </a:r>
            <a:r>
              <a:rPr b="1"/>
              <a:t>marketer-friendly interface</a:t>
            </a:r>
          </a:p>
          <a:p>
            <a:pPr>
              <a:defRPr b="1"/>
            </a:pPr>
            <a:r>
              <a:t>Quickly</a:t>
            </a:r>
            <a:r>
              <a:rPr b="0"/>
              <a:t> find, annotate, download, collect, and share assets</a:t>
            </a:r>
          </a:p>
          <a:p>
            <a:r>
              <a:t>Leverage workspace </a:t>
            </a:r>
            <a:r>
              <a:rPr b="1"/>
              <a:t>insights</a:t>
            </a:r>
            <a:r>
              <a:t>, pinning, and notifications</a:t>
            </a:r>
          </a:p>
          <a:p>
            <a:r>
              <a:t>Use smart crop and DM renditions (for configured assets)</a:t>
            </a:r>
          </a:p>
          <a:p>
            <a:r>
              <a:t>Using new Dynamic Media templates</a:t>
            </a:r>
          </a:p>
        </p:txBody>
      </p:sp>
      <p:pic>
        <p:nvPicPr>
          <p:cNvPr id="1993" name="Graphic 5" descr="Graphic 5"/>
          <p:cNvPicPr>
            <a:picLocks noChangeAspect="1"/>
          </p:cNvPicPr>
          <p:nvPr/>
        </p:nvPicPr>
        <p:blipFill>
          <a:blip r:embed="rId3"/>
          <a:stretch>
            <a:fillRect/>
          </a:stretch>
        </p:blipFill>
        <p:spPr>
          <a:xfrm>
            <a:off x="7425477" y="531188"/>
            <a:ext cx="7628300" cy="4767688"/>
          </a:xfrm>
          <a:prstGeom prst="rect">
            <a:avLst/>
          </a:prstGeom>
          <a:ln w="12700">
            <a:miter lim="400000"/>
          </a:ln>
        </p:spPr>
      </p:pic>
      <p:pic>
        <p:nvPicPr>
          <p:cNvPr id="1994" name="Screenshot 2025-06-16 at 17.46.10.png" descr="Screenshot 2025-06-16 at 17.46.10.png"/>
          <p:cNvPicPr>
            <a:picLocks noChangeAspect="1"/>
          </p:cNvPicPr>
          <p:nvPr/>
        </p:nvPicPr>
        <p:blipFill>
          <a:blip r:embed="rId4"/>
          <a:srcRect r="40345"/>
          <a:stretch>
            <a:fillRect/>
          </a:stretch>
        </p:blipFill>
        <p:spPr>
          <a:xfrm>
            <a:off x="8272025" y="1356517"/>
            <a:ext cx="3919977" cy="3228931"/>
          </a:xfrm>
          <a:prstGeom prst="rect">
            <a:avLst/>
          </a:prstGeom>
          <a:ln w="12700">
            <a:miter lim="400000"/>
          </a:ln>
        </p:spPr>
      </p:pic>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1992">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1992">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iterate>
                                    <p:tmAbs val="0"/>
                                  </p:iterate>
                                  <p:childTnLst>
                                    <p:set>
                                      <p:cBhvr>
                                        <p:cTn id="12" fill="hold"/>
                                        <p:tgtEl>
                                          <p:spTgt spid="1992">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iterate>
                                    <p:tmAbs val="0"/>
                                  </p:iterate>
                                  <p:childTnLst>
                                    <p:set>
                                      <p:cBhvr>
                                        <p:cTn id="16" fill="hold"/>
                                        <p:tgtEl>
                                          <p:spTgt spid="1992">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iterate>
                                    <p:tmAbs val="0"/>
                                  </p:iterate>
                                  <p:childTnLst>
                                    <p:set>
                                      <p:cBhvr>
                                        <p:cTn id="20" fill="hold"/>
                                        <p:tgtEl>
                                          <p:spTgt spid="1992">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iterate>
                                    <p:tmAbs val="0"/>
                                  </p:iterate>
                                  <p:childTnLst>
                                    <p:set>
                                      <p:cBhvr>
                                        <p:cTn id="24" fill="hold"/>
                                        <p:tgtEl>
                                          <p:spTgt spid="199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92" grpId="0" build="p" bldLvl="5" animBg="1" advAuto="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8" name="Title 1"/>
          <p:cNvSpPr txBox="1">
            <a:spLocks noGrp="1"/>
          </p:cNvSpPr>
          <p:nvPr>
            <p:ph type="title"/>
          </p:nvPr>
        </p:nvSpPr>
        <p:spPr>
          <a:xfrm>
            <a:off x="609600" y="264084"/>
            <a:ext cx="10972800" cy="946391"/>
          </a:xfrm>
          <a:prstGeom prst="rect">
            <a:avLst/>
          </a:prstGeom>
        </p:spPr>
        <p:txBody>
          <a:bodyPr/>
          <a:lstStyle/>
          <a:p>
            <a:r>
              <a:t>Use Admin View when….</a:t>
            </a:r>
          </a:p>
        </p:txBody>
      </p:sp>
      <p:sp>
        <p:nvSpPr>
          <p:cNvPr id="1999" name="Content Placeholder 2"/>
          <p:cNvSpPr txBox="1">
            <a:spLocks noGrp="1"/>
          </p:cNvSpPr>
          <p:nvPr>
            <p:ph type="body" idx="1"/>
          </p:nvPr>
        </p:nvSpPr>
        <p:spPr>
          <a:xfrm>
            <a:off x="609599" y="1210473"/>
            <a:ext cx="6947649" cy="4992625"/>
          </a:xfrm>
          <a:prstGeom prst="rect">
            <a:avLst/>
          </a:prstGeom>
        </p:spPr>
        <p:txBody>
          <a:bodyPr/>
          <a:lstStyle/>
          <a:p>
            <a:r>
              <a:t>Configuring advanced DAM settings </a:t>
            </a:r>
          </a:p>
          <a:p>
            <a:r>
              <a:t>Performing bulk operations like metadata import/export</a:t>
            </a:r>
          </a:p>
          <a:p>
            <a:r>
              <a:t>Assigning granular permissions and user roles</a:t>
            </a:r>
          </a:p>
          <a:p>
            <a:r>
              <a:t>Building or controlling custom workflows and workflow models</a:t>
            </a:r>
          </a:p>
          <a:p>
            <a:r>
              <a:t>Generating comprehensive asset and system reports</a:t>
            </a:r>
          </a:p>
          <a:p>
            <a:br/>
            <a:endParaRPr/>
          </a:p>
        </p:txBody>
      </p:sp>
      <p:pic>
        <p:nvPicPr>
          <p:cNvPr id="2000" name="Graphic 3" descr="Graphic 3"/>
          <p:cNvPicPr>
            <a:picLocks noChangeAspect="1"/>
          </p:cNvPicPr>
          <p:nvPr/>
        </p:nvPicPr>
        <p:blipFill>
          <a:blip r:embed="rId3"/>
          <a:stretch>
            <a:fillRect/>
          </a:stretch>
        </p:blipFill>
        <p:spPr>
          <a:xfrm>
            <a:off x="7425477" y="531188"/>
            <a:ext cx="7628300" cy="4767688"/>
          </a:xfrm>
          <a:prstGeom prst="rect">
            <a:avLst/>
          </a:prstGeom>
          <a:ln w="12700">
            <a:miter lim="400000"/>
          </a:ln>
        </p:spPr>
      </p:pic>
      <p:pic>
        <p:nvPicPr>
          <p:cNvPr id="2001" name="Picture 7" descr="Picture 7"/>
          <p:cNvPicPr>
            <a:picLocks noChangeAspect="1"/>
          </p:cNvPicPr>
          <p:nvPr/>
        </p:nvPicPr>
        <p:blipFill>
          <a:blip r:embed="rId4"/>
          <a:srcRect r="14574" b="14574"/>
          <a:stretch>
            <a:fillRect/>
          </a:stretch>
        </p:blipFill>
        <p:spPr>
          <a:xfrm>
            <a:off x="8225236" y="1317537"/>
            <a:ext cx="3966764" cy="3388934"/>
          </a:xfrm>
          <a:prstGeom prst="rect">
            <a:avLst/>
          </a:prstGeom>
          <a:ln w="12700">
            <a:miter lim="400000"/>
          </a:ln>
        </p:spPr>
      </p:pic>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1999">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1999">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iterate>
                                    <p:tmAbs val="0"/>
                                  </p:iterate>
                                  <p:childTnLst>
                                    <p:set>
                                      <p:cBhvr>
                                        <p:cTn id="12" fill="hold"/>
                                        <p:tgtEl>
                                          <p:spTgt spid="1999">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iterate>
                                    <p:tmAbs val="0"/>
                                  </p:iterate>
                                  <p:childTnLst>
                                    <p:set>
                                      <p:cBhvr>
                                        <p:cTn id="16" fill="hold"/>
                                        <p:tgtEl>
                                          <p:spTgt spid="1999">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iterate>
                                    <p:tmAbs val="0"/>
                                  </p:iterate>
                                  <p:childTnLst>
                                    <p:set>
                                      <p:cBhvr>
                                        <p:cTn id="20" fill="hold"/>
                                        <p:tgtEl>
                                          <p:spTgt spid="1999">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iterate>
                                    <p:tmAbs val="0"/>
                                  </p:iterate>
                                  <p:childTnLst>
                                    <p:set>
                                      <p:cBhvr>
                                        <p:cTn id="24" fill="hold"/>
                                        <p:tgtEl>
                                          <p:spTgt spid="1999">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iterate>
                                    <p:tmAbs val="0"/>
                                  </p:iterate>
                                  <p:childTnLst>
                                    <p:set>
                                      <p:cBhvr>
                                        <p:cTn id="28" fill="hold"/>
                                        <p:tgtEl>
                                          <p:spTgt spid="199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99" grpId="0" build="p" bldLvl="5" animBg="1" advAuto="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5" name="Assets View UI Intro"/>
          <p:cNvSpPr txBox="1">
            <a:spLocks noGrp="1"/>
          </p:cNvSpPr>
          <p:nvPr>
            <p:ph type="title"/>
          </p:nvPr>
        </p:nvSpPr>
        <p:spPr>
          <a:prstGeom prst="rect">
            <a:avLst/>
          </a:prstGeom>
        </p:spPr>
        <p:txBody>
          <a:bodyPr/>
          <a:lstStyle/>
          <a:p>
            <a:r>
              <a:t>Assets View UI Intro</a:t>
            </a:r>
          </a:p>
        </p:txBody>
      </p:sp>
      <p:pic>
        <p:nvPicPr>
          <p:cNvPr id="2006" name="Screenshot 2025-12-19 at 20.31.22.png" descr="Screenshot 2025-12-19 at 20.31.22.png"/>
          <p:cNvPicPr>
            <a:picLocks noChangeAspect="1"/>
          </p:cNvPicPr>
          <p:nvPr/>
        </p:nvPicPr>
        <p:blipFill>
          <a:blip r:embed="rId3"/>
          <a:stretch>
            <a:fillRect/>
          </a:stretch>
        </p:blipFill>
        <p:spPr>
          <a:xfrm>
            <a:off x="1716702" y="1170969"/>
            <a:ext cx="9258622" cy="5094620"/>
          </a:xfrm>
          <a:prstGeom prst="rect">
            <a:avLst/>
          </a:prstGeom>
          <a:ln w="12700">
            <a:solidFill>
              <a:srgbClr val="535353"/>
            </a:solidFill>
            <a:miter lim="400000"/>
          </a:ln>
        </p:spPr>
      </p:pic>
      <p:sp>
        <p:nvSpPr>
          <p:cNvPr id="2007" name="Rectangle"/>
          <p:cNvSpPr/>
          <p:nvPr/>
        </p:nvSpPr>
        <p:spPr>
          <a:xfrm>
            <a:off x="1756317" y="1195658"/>
            <a:ext cx="1511852" cy="5045242"/>
          </a:xfrm>
          <a:prstGeom prst="rect">
            <a:avLst/>
          </a:prstGeom>
          <a:ln w="25400">
            <a:solidFill>
              <a:srgbClr val="FF001A"/>
            </a:solidFill>
            <a:miter/>
          </a:ln>
        </p:spPr>
        <p:txBody>
          <a:bodyPr lIns="45719" rIns="45719" anchor="ctr"/>
          <a:lstStyle/>
          <a:p>
            <a:endParaRPr/>
          </a:p>
        </p:txBody>
      </p:sp>
      <p:sp>
        <p:nvSpPr>
          <p:cNvPr id="2008" name="Rectangle"/>
          <p:cNvSpPr/>
          <p:nvPr/>
        </p:nvSpPr>
        <p:spPr>
          <a:xfrm>
            <a:off x="1698283" y="1111923"/>
            <a:ext cx="403156" cy="466880"/>
          </a:xfrm>
          <a:prstGeom prst="rect">
            <a:avLst/>
          </a:prstGeom>
          <a:ln w="25400">
            <a:solidFill>
              <a:srgbClr val="FF001A"/>
            </a:solidFill>
            <a:miter/>
          </a:ln>
        </p:spPr>
        <p:txBody>
          <a:bodyPr lIns="45719" rIns="45719" anchor="ctr"/>
          <a:lstStyle/>
          <a:p>
            <a:endParaRPr/>
          </a:p>
        </p:txBody>
      </p:sp>
      <p:sp>
        <p:nvSpPr>
          <p:cNvPr id="2009" name="Rectangle"/>
          <p:cNvSpPr/>
          <p:nvPr/>
        </p:nvSpPr>
        <p:spPr>
          <a:xfrm>
            <a:off x="7892585" y="1195658"/>
            <a:ext cx="3103660" cy="299410"/>
          </a:xfrm>
          <a:prstGeom prst="rect">
            <a:avLst/>
          </a:prstGeom>
          <a:ln w="25400">
            <a:solidFill>
              <a:srgbClr val="FF001A"/>
            </a:solidFill>
            <a:miter/>
          </a:ln>
        </p:spPr>
        <p:txBody>
          <a:bodyPr lIns="45719" rIns="45719" anchor="ctr"/>
          <a:lstStyle/>
          <a:p>
            <a:endParaRPr/>
          </a:p>
        </p:txBody>
      </p:sp>
      <p:sp>
        <p:nvSpPr>
          <p:cNvPr id="2010" name="Rectangle"/>
          <p:cNvSpPr/>
          <p:nvPr/>
        </p:nvSpPr>
        <p:spPr>
          <a:xfrm>
            <a:off x="3313605" y="1892983"/>
            <a:ext cx="1511853" cy="4363937"/>
          </a:xfrm>
          <a:prstGeom prst="rect">
            <a:avLst/>
          </a:prstGeom>
          <a:ln w="25400">
            <a:solidFill>
              <a:srgbClr val="FF001A"/>
            </a:solidFill>
            <a:miter/>
          </a:ln>
        </p:spPr>
        <p:txBody>
          <a:bodyPr lIns="45719" rIns="45719" anchor="ctr"/>
          <a:lstStyle/>
          <a:p>
            <a:endParaRPr/>
          </a:p>
        </p:txBody>
      </p:sp>
      <p:sp>
        <p:nvSpPr>
          <p:cNvPr id="2011" name="Rectangle"/>
          <p:cNvSpPr/>
          <p:nvPr/>
        </p:nvSpPr>
        <p:spPr>
          <a:xfrm>
            <a:off x="3296511" y="1552699"/>
            <a:ext cx="403156" cy="314177"/>
          </a:xfrm>
          <a:prstGeom prst="rect">
            <a:avLst/>
          </a:prstGeom>
          <a:ln w="25400">
            <a:solidFill>
              <a:srgbClr val="FF001A"/>
            </a:solidFill>
            <a:miter/>
          </a:ln>
        </p:spPr>
        <p:txBody>
          <a:bodyPr lIns="45719" rIns="45719" anchor="ctr"/>
          <a:lstStyle/>
          <a:p>
            <a:endParaRPr/>
          </a:p>
        </p:txBody>
      </p:sp>
      <p:sp>
        <p:nvSpPr>
          <p:cNvPr id="2012" name="Rectangle"/>
          <p:cNvSpPr/>
          <p:nvPr/>
        </p:nvSpPr>
        <p:spPr>
          <a:xfrm>
            <a:off x="5596092" y="1892983"/>
            <a:ext cx="5346923" cy="4396690"/>
          </a:xfrm>
          <a:prstGeom prst="rect">
            <a:avLst/>
          </a:prstGeom>
          <a:ln w="25400">
            <a:solidFill>
              <a:srgbClr val="FF001A"/>
            </a:solidFill>
            <a:miter/>
          </a:ln>
        </p:spPr>
        <p:txBody>
          <a:bodyPr lIns="45719" rIns="45719" anchor="ctr"/>
          <a:lstStyle/>
          <a:p>
            <a:endParaRPr/>
          </a:p>
        </p:txBody>
      </p:sp>
      <p:sp>
        <p:nvSpPr>
          <p:cNvPr id="2013" name="Rectangle"/>
          <p:cNvSpPr/>
          <p:nvPr/>
        </p:nvSpPr>
        <p:spPr>
          <a:xfrm>
            <a:off x="10351461" y="1915215"/>
            <a:ext cx="554522" cy="466880"/>
          </a:xfrm>
          <a:prstGeom prst="rect">
            <a:avLst/>
          </a:prstGeom>
          <a:ln w="25400">
            <a:solidFill>
              <a:srgbClr val="FF001A"/>
            </a:solidFill>
            <a:miter/>
          </a:ln>
        </p:spPr>
        <p:txBody>
          <a:bodyPr lIns="45719" rIns="45719" anchor="ctr"/>
          <a:lstStyle/>
          <a:p>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2008"/>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iterate>
                                    <p:tmAbs val="0"/>
                                  </p:iterate>
                                  <p:childTnLst>
                                    <p:set>
                                      <p:cBhvr>
                                        <p:cTn id="9" fill="hold"/>
                                        <p:tgtEl>
                                          <p:spTgt spid="2007"/>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xit" presetSubtype="0" fill="hold" grpId="1" nodeType="clickEffect">
                                  <p:stCondLst>
                                    <p:cond delay="0"/>
                                  </p:stCondLst>
                                  <p:iterate>
                                    <p:tmAbs val="0"/>
                                  </p:iterate>
                                  <p:childTnLst>
                                    <p:set>
                                      <p:cBhvr>
                                        <p:cTn id="13" fill="hold">
                                          <p:stCondLst>
                                            <p:cond delay="0"/>
                                          </p:stCondLst>
                                        </p:cTn>
                                        <p:tgtEl>
                                          <p:spTgt spid="2008"/>
                                        </p:tgtEl>
                                        <p:attrNameLst>
                                          <p:attrName>style.visibility</p:attrName>
                                        </p:attrNameLst>
                                      </p:cBhvr>
                                      <p:to>
                                        <p:strVal val="hidden"/>
                                      </p:to>
                                    </p:set>
                                  </p:childTnLst>
                                </p:cTn>
                              </p:par>
                            </p:childTnLst>
                          </p:cTn>
                        </p:par>
                        <p:par>
                          <p:cTn id="14" fill="hold">
                            <p:stCondLst>
                              <p:cond delay="0"/>
                            </p:stCondLst>
                            <p:childTnLst>
                              <p:par>
                                <p:cTn id="15" presetID="1" presetClass="exit" presetSubtype="0" fill="hold" grpId="1" nodeType="afterEffect">
                                  <p:stCondLst>
                                    <p:cond delay="0"/>
                                  </p:stCondLst>
                                  <p:iterate>
                                    <p:tmAbs val="0"/>
                                  </p:iterate>
                                  <p:childTnLst>
                                    <p:set>
                                      <p:cBhvr>
                                        <p:cTn id="16" fill="hold">
                                          <p:stCondLst>
                                            <p:cond delay="0"/>
                                          </p:stCondLst>
                                        </p:cTn>
                                        <p:tgtEl>
                                          <p:spTgt spid="2007"/>
                                        </p:tgtEl>
                                        <p:attrNameLst>
                                          <p:attrName>style.visibility</p:attrName>
                                        </p:attrNameLst>
                                      </p:cBhvr>
                                      <p:to>
                                        <p:strVal val="hidden"/>
                                      </p:to>
                                    </p:set>
                                  </p:childTnLst>
                                </p:cTn>
                              </p:par>
                            </p:childTnLst>
                          </p:cTn>
                        </p:par>
                        <p:par>
                          <p:cTn id="17" fill="hold">
                            <p:stCondLst>
                              <p:cond delay="0"/>
                            </p:stCondLst>
                            <p:childTnLst>
                              <p:par>
                                <p:cTn id="18" presetID="1" presetClass="entr" presetSubtype="0" fill="hold" grpId="0" nodeType="afterEffect">
                                  <p:stCondLst>
                                    <p:cond delay="0"/>
                                  </p:stCondLst>
                                  <p:iterate>
                                    <p:tmAbs val="0"/>
                                  </p:iterate>
                                  <p:childTnLst>
                                    <p:set>
                                      <p:cBhvr>
                                        <p:cTn id="19" fill="hold"/>
                                        <p:tgtEl>
                                          <p:spTgt spid="2009"/>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xit" presetSubtype="0" fill="hold" grpId="1" nodeType="clickEffect">
                                  <p:stCondLst>
                                    <p:cond delay="0"/>
                                  </p:stCondLst>
                                  <p:iterate>
                                    <p:tmAbs val="0"/>
                                  </p:iterate>
                                  <p:childTnLst>
                                    <p:set>
                                      <p:cBhvr>
                                        <p:cTn id="23" fill="hold">
                                          <p:stCondLst>
                                            <p:cond delay="0"/>
                                          </p:stCondLst>
                                        </p:cTn>
                                        <p:tgtEl>
                                          <p:spTgt spid="2009"/>
                                        </p:tgtEl>
                                        <p:attrNameLst>
                                          <p:attrName>style.visibility</p:attrName>
                                        </p:attrNameLst>
                                      </p:cBhvr>
                                      <p:to>
                                        <p:strVal val="hidden"/>
                                      </p:to>
                                    </p:set>
                                  </p:childTnLst>
                                </p:cTn>
                              </p:par>
                            </p:childTnLst>
                          </p:cTn>
                        </p:par>
                        <p:par>
                          <p:cTn id="24" fill="hold">
                            <p:stCondLst>
                              <p:cond delay="0"/>
                            </p:stCondLst>
                            <p:childTnLst>
                              <p:par>
                                <p:cTn id="25" presetID="1" presetClass="entr" presetSubtype="0" fill="hold" grpId="0" nodeType="afterEffect">
                                  <p:stCondLst>
                                    <p:cond delay="0"/>
                                  </p:stCondLst>
                                  <p:iterate>
                                    <p:tmAbs val="0"/>
                                  </p:iterate>
                                  <p:childTnLst>
                                    <p:set>
                                      <p:cBhvr>
                                        <p:cTn id="26" fill="hold"/>
                                        <p:tgtEl>
                                          <p:spTgt spid="2010"/>
                                        </p:tgtEl>
                                        <p:attrNameLst>
                                          <p:attrName>style.visibility</p:attrName>
                                        </p:attrNameLst>
                                      </p:cBhvr>
                                      <p:to>
                                        <p:strVal val="visible"/>
                                      </p:to>
                                    </p:set>
                                  </p:childTnLst>
                                </p:cTn>
                              </p:par>
                            </p:childTnLst>
                          </p:cTn>
                        </p:par>
                        <p:par>
                          <p:cTn id="27" fill="hold">
                            <p:stCondLst>
                              <p:cond delay="0"/>
                            </p:stCondLst>
                            <p:childTnLst>
                              <p:par>
                                <p:cTn id="28" presetID="1" presetClass="entr" presetSubtype="0" fill="hold" grpId="0" nodeType="afterEffect">
                                  <p:stCondLst>
                                    <p:cond delay="0"/>
                                  </p:stCondLst>
                                  <p:iterate>
                                    <p:tmAbs val="0"/>
                                  </p:iterate>
                                  <p:childTnLst>
                                    <p:set>
                                      <p:cBhvr>
                                        <p:cTn id="29" fill="hold"/>
                                        <p:tgtEl>
                                          <p:spTgt spid="2011"/>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xit" presetSubtype="0" fill="hold" grpId="1" nodeType="clickEffect">
                                  <p:stCondLst>
                                    <p:cond delay="0"/>
                                  </p:stCondLst>
                                  <p:iterate>
                                    <p:tmAbs val="0"/>
                                  </p:iterate>
                                  <p:childTnLst>
                                    <p:set>
                                      <p:cBhvr>
                                        <p:cTn id="33" fill="hold">
                                          <p:stCondLst>
                                            <p:cond delay="0"/>
                                          </p:stCondLst>
                                        </p:cTn>
                                        <p:tgtEl>
                                          <p:spTgt spid="2011"/>
                                        </p:tgtEl>
                                        <p:attrNameLst>
                                          <p:attrName>style.visibility</p:attrName>
                                        </p:attrNameLst>
                                      </p:cBhvr>
                                      <p:to>
                                        <p:strVal val="hidden"/>
                                      </p:to>
                                    </p:set>
                                  </p:childTnLst>
                                </p:cTn>
                              </p:par>
                            </p:childTnLst>
                          </p:cTn>
                        </p:par>
                        <p:par>
                          <p:cTn id="34" fill="hold">
                            <p:stCondLst>
                              <p:cond delay="0"/>
                            </p:stCondLst>
                            <p:childTnLst>
                              <p:par>
                                <p:cTn id="35" presetID="1" presetClass="exit" presetSubtype="0" fill="hold" grpId="1" nodeType="afterEffect">
                                  <p:stCondLst>
                                    <p:cond delay="0"/>
                                  </p:stCondLst>
                                  <p:iterate>
                                    <p:tmAbs val="0"/>
                                  </p:iterate>
                                  <p:childTnLst>
                                    <p:set>
                                      <p:cBhvr>
                                        <p:cTn id="36" fill="hold">
                                          <p:stCondLst>
                                            <p:cond delay="0"/>
                                          </p:stCondLst>
                                        </p:cTn>
                                        <p:tgtEl>
                                          <p:spTgt spid="2010"/>
                                        </p:tgtEl>
                                        <p:attrNameLst>
                                          <p:attrName>style.visibility</p:attrName>
                                        </p:attrNameLst>
                                      </p:cBhvr>
                                      <p:to>
                                        <p:strVal val="hidden"/>
                                      </p:to>
                                    </p:set>
                                  </p:childTnLst>
                                </p:cTn>
                              </p:par>
                            </p:childTnLst>
                          </p:cTn>
                        </p:par>
                        <p:par>
                          <p:cTn id="37" fill="hold">
                            <p:stCondLst>
                              <p:cond delay="0"/>
                            </p:stCondLst>
                            <p:childTnLst>
                              <p:par>
                                <p:cTn id="38" presetID="1" presetClass="entr" presetSubtype="0" fill="hold" grpId="0" nodeType="afterEffect">
                                  <p:stCondLst>
                                    <p:cond delay="0"/>
                                  </p:stCondLst>
                                  <p:iterate>
                                    <p:tmAbs val="0"/>
                                  </p:iterate>
                                  <p:childTnLst>
                                    <p:set>
                                      <p:cBhvr>
                                        <p:cTn id="39" fill="hold"/>
                                        <p:tgtEl>
                                          <p:spTgt spid="2012"/>
                                        </p:tgtEl>
                                        <p:attrNameLst>
                                          <p:attrName>style.visibility</p:attrName>
                                        </p:attrNameLst>
                                      </p:cBhvr>
                                      <p:to>
                                        <p:strVal val="visible"/>
                                      </p:to>
                                    </p:set>
                                  </p:childTnLst>
                                </p:cTn>
                              </p:par>
                            </p:childTnLst>
                          </p:cTn>
                        </p:par>
                        <p:par>
                          <p:cTn id="40" fill="hold">
                            <p:stCondLst>
                              <p:cond delay="0"/>
                            </p:stCondLst>
                            <p:childTnLst>
                              <p:par>
                                <p:cTn id="41" presetID="1" presetClass="entr" presetSubtype="0" fill="hold" grpId="0" nodeType="afterEffect">
                                  <p:stCondLst>
                                    <p:cond delay="0"/>
                                  </p:stCondLst>
                                  <p:iterate>
                                    <p:tmAbs val="0"/>
                                  </p:iterate>
                                  <p:childTnLst>
                                    <p:set>
                                      <p:cBhvr>
                                        <p:cTn id="42" fill="hold"/>
                                        <p:tgtEl>
                                          <p:spTgt spid="20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07" grpId="0" animBg="1" advAuto="0"/>
      <p:bldP spid="2007" grpId="1" animBg="1" advAuto="0"/>
      <p:bldP spid="2008" grpId="0" animBg="1" advAuto="0"/>
      <p:bldP spid="2008" grpId="1" animBg="1" advAuto="0"/>
      <p:bldP spid="2009" grpId="0" animBg="1" advAuto="0"/>
      <p:bldP spid="2009" grpId="1" animBg="1" advAuto="0"/>
      <p:bldP spid="2010" grpId="0" animBg="1" advAuto="0"/>
      <p:bldP spid="2010" grpId="1" animBg="1" advAuto="0"/>
      <p:bldP spid="2011" grpId="0" animBg="1" advAuto="0"/>
      <p:bldP spid="2011" grpId="1" animBg="1" advAuto="0"/>
      <p:bldP spid="2012" grpId="0" animBg="1" advAuto="0"/>
      <p:bldP spid="2013" grpId="0" animBg="1" advAuto="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17" name="Assets View UI Intro 2"/>
          <p:cNvSpPr txBox="1">
            <a:spLocks noGrp="1"/>
          </p:cNvSpPr>
          <p:nvPr>
            <p:ph type="title"/>
          </p:nvPr>
        </p:nvSpPr>
        <p:spPr>
          <a:prstGeom prst="rect">
            <a:avLst/>
          </a:prstGeom>
        </p:spPr>
        <p:txBody>
          <a:bodyPr/>
          <a:lstStyle/>
          <a:p>
            <a:r>
              <a:t>Assets View UI Intro 2</a:t>
            </a:r>
          </a:p>
        </p:txBody>
      </p:sp>
      <p:pic>
        <p:nvPicPr>
          <p:cNvPr id="2018" name="Screenshot 2025-12-19 at 20.47.06.png" descr="Screenshot 2025-12-19 at 20.47.06.png"/>
          <p:cNvPicPr>
            <a:picLocks noChangeAspect="1"/>
          </p:cNvPicPr>
          <p:nvPr/>
        </p:nvPicPr>
        <p:blipFill>
          <a:blip r:embed="rId2"/>
          <a:stretch>
            <a:fillRect/>
          </a:stretch>
        </p:blipFill>
        <p:spPr>
          <a:xfrm>
            <a:off x="581459" y="1384366"/>
            <a:ext cx="11029082" cy="4299059"/>
          </a:xfrm>
          <a:prstGeom prst="rect">
            <a:avLst/>
          </a:prstGeom>
          <a:ln w="12700">
            <a:solidFill>
              <a:srgbClr val="535353"/>
            </a:solidFill>
            <a:miter/>
          </a:ln>
        </p:spPr>
      </p:pic>
      <p:sp>
        <p:nvSpPr>
          <p:cNvPr id="2019" name="Rectangle"/>
          <p:cNvSpPr/>
          <p:nvPr/>
        </p:nvSpPr>
        <p:spPr>
          <a:xfrm>
            <a:off x="10297509" y="1892983"/>
            <a:ext cx="1460105" cy="1221718"/>
          </a:xfrm>
          <a:prstGeom prst="rect">
            <a:avLst/>
          </a:prstGeom>
          <a:ln w="25400">
            <a:solidFill>
              <a:srgbClr val="FF001A"/>
            </a:solidFill>
            <a:miter/>
          </a:ln>
        </p:spPr>
        <p:txBody>
          <a:bodyPr lIns="45719" rIns="45719" anchor="ctr"/>
          <a:lstStyle/>
          <a:p>
            <a:endParaRPr/>
          </a:p>
        </p:txBody>
      </p:sp>
      <p:sp>
        <p:nvSpPr>
          <p:cNvPr id="2020" name="Rectangle"/>
          <p:cNvSpPr/>
          <p:nvPr/>
        </p:nvSpPr>
        <p:spPr>
          <a:xfrm>
            <a:off x="2334394" y="1775515"/>
            <a:ext cx="947450" cy="510895"/>
          </a:xfrm>
          <a:prstGeom prst="rect">
            <a:avLst/>
          </a:prstGeom>
          <a:ln w="25400">
            <a:solidFill>
              <a:srgbClr val="FF001A"/>
            </a:solidFill>
            <a:miter/>
          </a:ln>
        </p:spPr>
        <p:txBody>
          <a:bodyPr lIns="45719" rIns="45719" anchor="ctr"/>
          <a:lstStyle/>
          <a:p>
            <a:endParaRPr/>
          </a:p>
        </p:txBody>
      </p:sp>
      <p:sp>
        <p:nvSpPr>
          <p:cNvPr id="2021" name="Rectangle"/>
          <p:cNvSpPr/>
          <p:nvPr/>
        </p:nvSpPr>
        <p:spPr>
          <a:xfrm>
            <a:off x="6871834" y="5014629"/>
            <a:ext cx="507939" cy="314177"/>
          </a:xfrm>
          <a:prstGeom prst="rect">
            <a:avLst/>
          </a:prstGeom>
          <a:ln w="25400">
            <a:solidFill>
              <a:srgbClr val="FF001A"/>
            </a:solidFill>
            <a:miter/>
          </a:ln>
        </p:spPr>
        <p:txBody>
          <a:bodyPr lIns="45719" rIns="45719" anchor="ctr"/>
          <a:lstStyle/>
          <a:p>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iterate>
                                    <p:tmAbs val="0"/>
                                  </p:iterate>
                                  <p:childTnLst>
                                    <p:set>
                                      <p:cBhvr>
                                        <p:cTn id="6" fill="hold"/>
                                        <p:tgtEl>
                                          <p:spTgt spid="2019"/>
                                        </p:tgtEl>
                                        <p:attrNameLst>
                                          <p:attrName>style.visibility</p:attrName>
                                        </p:attrNameLst>
                                      </p:cBhvr>
                                      <p:to>
                                        <p:strVal val="visible"/>
                                      </p:to>
                                    </p:set>
                                  </p:childTnLst>
                                </p:cTn>
                              </p:par>
                            </p:childTnLst>
                          </p:cTn>
                        </p:par>
                        <p:par>
                          <p:cTn id="7" fill="hold">
                            <p:stCondLst>
                              <p:cond delay="0"/>
                            </p:stCondLst>
                            <p:childTnLst>
                              <p:par>
                                <p:cTn id="8" presetID="1" presetClass="exit" presetSubtype="0" fill="hold" grpId="1" nodeType="afterEffect">
                                  <p:stCondLst>
                                    <p:cond delay="0"/>
                                  </p:stCondLst>
                                  <p:iterate>
                                    <p:tmAbs val="0"/>
                                  </p:iterate>
                                  <p:childTnLst>
                                    <p:set>
                                      <p:cBhvr>
                                        <p:cTn id="9" fill="hold">
                                          <p:stCondLst>
                                            <p:cond delay="0"/>
                                          </p:stCondLst>
                                        </p:cTn>
                                        <p:tgtEl>
                                          <p:spTgt spid="2019"/>
                                        </p:tgtEl>
                                        <p:attrNameLst>
                                          <p:attrName>style.visibility</p:attrName>
                                        </p:attrNameLst>
                                      </p:cBhvr>
                                      <p:to>
                                        <p:strVal val="hidden"/>
                                      </p:to>
                                    </p:set>
                                  </p:childTnLst>
                                </p:cTn>
                              </p:par>
                            </p:childTnLst>
                          </p:cTn>
                        </p:par>
                        <p:par>
                          <p:cTn id="10" fill="hold">
                            <p:stCondLst>
                              <p:cond delay="0"/>
                            </p:stCondLst>
                            <p:childTnLst>
                              <p:par>
                                <p:cTn id="11" presetID="1" presetClass="entr" presetSubtype="0" fill="hold" grpId="0" nodeType="afterEffect">
                                  <p:stCondLst>
                                    <p:cond delay="0"/>
                                  </p:stCondLst>
                                  <p:iterate>
                                    <p:tmAbs val="0"/>
                                  </p:iterate>
                                  <p:childTnLst>
                                    <p:set>
                                      <p:cBhvr>
                                        <p:cTn id="12" fill="hold"/>
                                        <p:tgtEl>
                                          <p:spTgt spid="2020"/>
                                        </p:tgtEl>
                                        <p:attrNameLst>
                                          <p:attrName>style.visibility</p:attrName>
                                        </p:attrNameLst>
                                      </p:cBhvr>
                                      <p:to>
                                        <p:strVal val="visible"/>
                                      </p:to>
                                    </p:set>
                                  </p:childTnLst>
                                </p:cTn>
                              </p:par>
                            </p:childTnLst>
                          </p:cTn>
                        </p:par>
                        <p:par>
                          <p:cTn id="13" fill="hold">
                            <p:stCondLst>
                              <p:cond delay="0"/>
                            </p:stCondLst>
                            <p:childTnLst>
                              <p:par>
                                <p:cTn id="14" presetID="1" presetClass="exit" presetSubtype="0" fill="hold" grpId="1" nodeType="afterEffect">
                                  <p:stCondLst>
                                    <p:cond delay="0"/>
                                  </p:stCondLst>
                                  <p:iterate>
                                    <p:tmAbs val="0"/>
                                  </p:iterate>
                                  <p:childTnLst>
                                    <p:set>
                                      <p:cBhvr>
                                        <p:cTn id="15" fill="hold">
                                          <p:stCondLst>
                                            <p:cond delay="0"/>
                                          </p:stCondLst>
                                        </p:cTn>
                                        <p:tgtEl>
                                          <p:spTgt spid="2020"/>
                                        </p:tgtEl>
                                        <p:attrNameLst>
                                          <p:attrName>style.visibility</p:attrName>
                                        </p:attrNameLst>
                                      </p:cBhvr>
                                      <p:to>
                                        <p:strVal val="hidden"/>
                                      </p:to>
                                    </p:set>
                                  </p:childTnLst>
                                </p:cTn>
                              </p:par>
                            </p:childTnLst>
                          </p:cTn>
                        </p:par>
                        <p:par>
                          <p:cTn id="16" fill="hold">
                            <p:stCondLst>
                              <p:cond delay="0"/>
                            </p:stCondLst>
                            <p:childTnLst>
                              <p:par>
                                <p:cTn id="17" presetID="1" presetClass="entr" presetSubtype="0" fill="hold" grpId="0" nodeType="afterEffect">
                                  <p:stCondLst>
                                    <p:cond delay="0"/>
                                  </p:stCondLst>
                                  <p:iterate>
                                    <p:tmAbs val="0"/>
                                  </p:iterate>
                                  <p:childTnLst>
                                    <p:set>
                                      <p:cBhvr>
                                        <p:cTn id="18" fill="hold"/>
                                        <p:tgtEl>
                                          <p:spTgt spid="2021"/>
                                        </p:tgtEl>
                                        <p:attrNameLst>
                                          <p:attrName>style.visibility</p:attrName>
                                        </p:attrNameLst>
                                      </p:cBhvr>
                                      <p:to>
                                        <p:strVal val="visible"/>
                                      </p:to>
                                    </p:set>
                                  </p:childTnLst>
                                </p:cTn>
                              </p:par>
                            </p:childTnLst>
                          </p:cTn>
                        </p:par>
                        <p:par>
                          <p:cTn id="19" fill="hold">
                            <p:stCondLst>
                              <p:cond delay="0"/>
                            </p:stCondLst>
                            <p:childTnLst>
                              <p:par>
                                <p:cTn id="20" presetID="1" presetClass="exit" presetSubtype="0" fill="hold" grpId="1" nodeType="afterEffect">
                                  <p:stCondLst>
                                    <p:cond delay="0"/>
                                  </p:stCondLst>
                                  <p:iterate>
                                    <p:tmAbs val="0"/>
                                  </p:iterate>
                                  <p:childTnLst>
                                    <p:set>
                                      <p:cBhvr>
                                        <p:cTn id="21" fill="hold">
                                          <p:stCondLst>
                                            <p:cond delay="0"/>
                                          </p:stCondLst>
                                        </p:cTn>
                                        <p:tgtEl>
                                          <p:spTgt spid="202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19" grpId="0" animBg="1" advAuto="0"/>
      <p:bldP spid="2019" grpId="1" animBg="1" advAuto="0"/>
      <p:bldP spid="2020" grpId="0" animBg="1" advAuto="0"/>
      <p:bldP spid="2020" grpId="1" animBg="1" advAuto="0"/>
      <p:bldP spid="2021" grpId="0" animBg="1" advAuto="0"/>
      <p:bldP spid="2021" grpId="1" animBg="1" advAuto="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3" name="Assets View UI Intro - Details"/>
          <p:cNvSpPr txBox="1">
            <a:spLocks noGrp="1"/>
          </p:cNvSpPr>
          <p:nvPr>
            <p:ph type="title"/>
          </p:nvPr>
        </p:nvSpPr>
        <p:spPr>
          <a:prstGeom prst="rect">
            <a:avLst/>
          </a:prstGeom>
        </p:spPr>
        <p:txBody>
          <a:bodyPr/>
          <a:lstStyle/>
          <a:p>
            <a:r>
              <a:t>Assets View UI Intro - Details</a:t>
            </a:r>
          </a:p>
        </p:txBody>
      </p:sp>
      <p:pic>
        <p:nvPicPr>
          <p:cNvPr id="2024" name="Screenshot 2025-12-19 at 20.52.51.png" descr="Screenshot 2025-12-19 at 20.52.51.png"/>
          <p:cNvPicPr>
            <a:picLocks noChangeAspect="1"/>
          </p:cNvPicPr>
          <p:nvPr/>
        </p:nvPicPr>
        <p:blipFill>
          <a:blip r:embed="rId2"/>
          <a:stretch>
            <a:fillRect/>
          </a:stretch>
        </p:blipFill>
        <p:spPr>
          <a:xfrm>
            <a:off x="1654148" y="1128970"/>
            <a:ext cx="9098218" cy="5192598"/>
          </a:xfrm>
          <a:prstGeom prst="rect">
            <a:avLst/>
          </a:prstGeom>
          <a:ln w="12700">
            <a:solidFill>
              <a:srgbClr val="535353"/>
            </a:solidFill>
            <a:miter/>
          </a:ln>
        </p:spPr>
      </p:pic>
      <p:sp>
        <p:nvSpPr>
          <p:cNvPr id="2025" name="Rectangle"/>
          <p:cNvSpPr/>
          <p:nvPr/>
        </p:nvSpPr>
        <p:spPr>
          <a:xfrm>
            <a:off x="10177213" y="2098254"/>
            <a:ext cx="487922" cy="3779221"/>
          </a:xfrm>
          <a:prstGeom prst="rect">
            <a:avLst/>
          </a:prstGeom>
          <a:ln w="25400">
            <a:solidFill>
              <a:srgbClr val="FF001A"/>
            </a:solidFill>
            <a:miter/>
          </a:ln>
        </p:spPr>
        <p:txBody>
          <a:bodyPr lIns="45719" rIns="45719" anchor="ctr"/>
          <a:lstStyle/>
          <a:p>
            <a:endParaRPr/>
          </a:p>
        </p:txBody>
      </p:sp>
      <p:sp>
        <p:nvSpPr>
          <p:cNvPr id="2026" name="Rectangle"/>
          <p:cNvSpPr/>
          <p:nvPr/>
        </p:nvSpPr>
        <p:spPr>
          <a:xfrm>
            <a:off x="1728484" y="1587534"/>
            <a:ext cx="487923" cy="501531"/>
          </a:xfrm>
          <a:prstGeom prst="rect">
            <a:avLst/>
          </a:prstGeom>
          <a:ln w="25400">
            <a:solidFill>
              <a:srgbClr val="FF001A"/>
            </a:solidFill>
            <a:miter/>
          </a:ln>
        </p:spPr>
        <p:txBody>
          <a:bodyPr lIns="45719" rIns="45719" anchor="ctr"/>
          <a:lstStyle/>
          <a:p>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iterate>
                                    <p:tmAbs val="0"/>
                                  </p:iterate>
                                  <p:childTnLst>
                                    <p:set>
                                      <p:cBhvr>
                                        <p:cTn id="6" fill="hold"/>
                                        <p:tgtEl>
                                          <p:spTgt spid="2025"/>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iterate>
                                    <p:tmAbs val="0"/>
                                  </p:iterate>
                                  <p:childTnLst>
                                    <p:set>
                                      <p:cBhvr>
                                        <p:cTn id="9" fill="hold"/>
                                        <p:tgtEl>
                                          <p:spTgt spid="2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25" grpId="0" animBg="1" advAuto="0"/>
      <p:bldP spid="2026" grpId="0" animBg="1" advAuto="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8" name="Navigate to Assets View"/>
          <p:cNvSpPr txBox="1">
            <a:spLocks noGrp="1"/>
          </p:cNvSpPr>
          <p:nvPr>
            <p:ph type="title"/>
          </p:nvPr>
        </p:nvSpPr>
        <p:spPr>
          <a:xfrm>
            <a:off x="609600" y="264084"/>
            <a:ext cx="10972800" cy="946391"/>
          </a:xfrm>
          <a:prstGeom prst="rect">
            <a:avLst/>
          </a:prstGeom>
        </p:spPr>
        <p:txBody>
          <a:bodyPr/>
          <a:lstStyle/>
          <a:p>
            <a:r>
              <a:t>Navigate to Assets View</a:t>
            </a:r>
          </a:p>
        </p:txBody>
      </p:sp>
      <p:pic>
        <p:nvPicPr>
          <p:cNvPr id="2029" name="Screenshot 2025-06-16 at 16.51.50.png" descr="Screenshot 2025-06-16 at 16.51.50.png"/>
          <p:cNvPicPr>
            <a:picLocks noChangeAspect="1"/>
          </p:cNvPicPr>
          <p:nvPr/>
        </p:nvPicPr>
        <p:blipFill>
          <a:blip r:embed="rId2"/>
          <a:stretch>
            <a:fillRect/>
          </a:stretch>
        </p:blipFill>
        <p:spPr>
          <a:xfrm>
            <a:off x="1790797" y="1444391"/>
            <a:ext cx="9114615" cy="4717894"/>
          </a:xfrm>
          <a:prstGeom prst="rect">
            <a:avLst/>
          </a:prstGeom>
          <a:ln w="12700">
            <a:solidFill>
              <a:srgbClr val="000000"/>
            </a:solidFill>
            <a:miter lim="400000"/>
          </a:ln>
        </p:spPr>
      </p:pic>
      <p:sp>
        <p:nvSpPr>
          <p:cNvPr id="2030" name="Oval"/>
          <p:cNvSpPr/>
          <p:nvPr/>
        </p:nvSpPr>
        <p:spPr>
          <a:xfrm>
            <a:off x="7678252" y="5664522"/>
            <a:ext cx="656097" cy="497763"/>
          </a:xfrm>
          <a:prstGeom prst="ellipse">
            <a:avLst/>
          </a:prstGeom>
          <a:ln w="25400">
            <a:solidFill>
              <a:schemeClr val="accent6"/>
            </a:solidFill>
            <a:prstDash val="sysDot"/>
            <a:miter lim="400000"/>
          </a:ln>
        </p:spPr>
        <p:txBody>
          <a:bodyPr lIns="45719" rIns="45719" anchor="ctr"/>
          <a:lstStyle/>
          <a:p>
            <a:endParaRPr/>
          </a:p>
        </p:txBody>
      </p:sp>
      <p:sp>
        <p:nvSpPr>
          <p:cNvPr id="2031" name="Legacy - don’t use"/>
          <p:cNvSpPr txBox="1"/>
          <p:nvPr/>
        </p:nvSpPr>
        <p:spPr>
          <a:xfrm>
            <a:off x="8406779" y="5716667"/>
            <a:ext cx="1774747" cy="37083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8" tIns="45718" rIns="45718" bIns="45718">
            <a:spAutoFit/>
          </a:bodyPr>
          <a:lstStyle>
            <a:lvl1pPr>
              <a:defRPr>
                <a:solidFill>
                  <a:schemeClr val="accent6"/>
                </a:solidFill>
              </a:defRPr>
            </a:lvl1pPr>
          </a:lstStyle>
          <a:p>
            <a:r>
              <a:t>Legacy - don’t use</a:t>
            </a:r>
          </a:p>
        </p:txBody>
      </p:sp>
      <p:sp>
        <p:nvSpPr>
          <p:cNvPr id="2032" name="-&gt; Asset View"/>
          <p:cNvSpPr txBox="1"/>
          <p:nvPr/>
        </p:nvSpPr>
        <p:spPr>
          <a:xfrm>
            <a:off x="9541912" y="3468355"/>
            <a:ext cx="1363496" cy="37083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8" tIns="45718" rIns="45718" bIns="45718">
            <a:spAutoFit/>
          </a:bodyPr>
          <a:lstStyle>
            <a:lvl1pPr>
              <a:defRPr>
                <a:solidFill>
                  <a:schemeClr val="accent6"/>
                </a:solidFill>
              </a:defRPr>
            </a:lvl1pPr>
          </a:lstStyle>
          <a:p>
            <a:r>
              <a:t>-&gt; Asset View</a:t>
            </a:r>
          </a:p>
        </p:txBody>
      </p:sp>
      <p:sp>
        <p:nvSpPr>
          <p:cNvPr id="2033" name="Line"/>
          <p:cNvSpPr/>
          <p:nvPr/>
        </p:nvSpPr>
        <p:spPr>
          <a:xfrm flipH="1">
            <a:off x="9091160" y="1811410"/>
            <a:ext cx="901504" cy="373739"/>
          </a:xfrm>
          <a:prstGeom prst="line">
            <a:avLst/>
          </a:prstGeom>
          <a:ln w="38100">
            <a:solidFill>
              <a:schemeClr val="accent6"/>
            </a:solidFill>
            <a:prstDash val="sysDot"/>
            <a:miter lim="400000"/>
            <a:tailEnd type="triangle"/>
          </a:ln>
        </p:spPr>
        <p:txBody>
          <a:bodyPr lIns="45719" rIns="45719"/>
          <a:lstStyle/>
          <a:p>
            <a:endParaRPr/>
          </a:p>
        </p:txBody>
      </p:sp>
    </p:spTree>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5" name="Switch between Admin (Touch UI) and Assets View"/>
          <p:cNvSpPr txBox="1">
            <a:spLocks noGrp="1"/>
          </p:cNvSpPr>
          <p:nvPr>
            <p:ph type="title"/>
          </p:nvPr>
        </p:nvSpPr>
        <p:spPr>
          <a:xfrm>
            <a:off x="609600" y="264084"/>
            <a:ext cx="10972800" cy="946391"/>
          </a:xfrm>
          <a:prstGeom prst="rect">
            <a:avLst/>
          </a:prstGeom>
        </p:spPr>
        <p:txBody>
          <a:bodyPr/>
          <a:lstStyle/>
          <a:p>
            <a:r>
              <a:t>Switch between Admin and Assets View</a:t>
            </a:r>
          </a:p>
        </p:txBody>
      </p:sp>
      <p:pic>
        <p:nvPicPr>
          <p:cNvPr id="2036" name="Screenshot 2025-06-16 at 16.57.35.png" descr="Screenshot 2025-06-16 at 16.57.35.png"/>
          <p:cNvPicPr>
            <a:picLocks noChangeAspect="1"/>
          </p:cNvPicPr>
          <p:nvPr/>
        </p:nvPicPr>
        <p:blipFill>
          <a:blip r:embed="rId2"/>
          <a:stretch>
            <a:fillRect/>
          </a:stretch>
        </p:blipFill>
        <p:spPr>
          <a:xfrm>
            <a:off x="2046485" y="1365316"/>
            <a:ext cx="8764159" cy="4877262"/>
          </a:xfrm>
          <a:prstGeom prst="rect">
            <a:avLst/>
          </a:prstGeom>
          <a:ln w="12700">
            <a:solidFill>
              <a:srgbClr val="000000"/>
            </a:solidFill>
            <a:miter lim="400000"/>
          </a:ln>
        </p:spPr>
      </p:pic>
      <p:sp>
        <p:nvSpPr>
          <p:cNvPr id="2037" name="Oval"/>
          <p:cNvSpPr/>
          <p:nvPr/>
        </p:nvSpPr>
        <p:spPr>
          <a:xfrm>
            <a:off x="7350835" y="4832730"/>
            <a:ext cx="1038553" cy="423121"/>
          </a:xfrm>
          <a:prstGeom prst="ellipse">
            <a:avLst/>
          </a:prstGeom>
          <a:ln w="25400">
            <a:solidFill>
              <a:schemeClr val="accent6"/>
            </a:solidFill>
            <a:prstDash val="sysDot"/>
            <a:miter lim="400000"/>
          </a:ln>
        </p:spPr>
        <p:txBody>
          <a:bodyPr lIns="45719" rIns="45719" anchor="ctr"/>
          <a:lstStyle/>
          <a:p>
            <a:endParaRPr/>
          </a:p>
        </p:txBody>
      </p:sp>
      <p:sp>
        <p:nvSpPr>
          <p:cNvPr id="2038" name="To Touch UI (and back)"/>
          <p:cNvSpPr txBox="1"/>
          <p:nvPr/>
        </p:nvSpPr>
        <p:spPr>
          <a:xfrm>
            <a:off x="8389387" y="4886519"/>
            <a:ext cx="2541930" cy="37083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8" tIns="45718" rIns="45718" bIns="45718">
            <a:spAutoFit/>
          </a:bodyPr>
          <a:lstStyle/>
          <a:p>
            <a:pPr>
              <a:defRPr>
                <a:solidFill>
                  <a:schemeClr val="accent6"/>
                </a:solidFill>
              </a:defRPr>
            </a:pPr>
            <a:r>
              <a:t>To Admin View (and back)</a:t>
            </a:r>
          </a:p>
        </p:txBody>
      </p:sp>
      <p:sp>
        <p:nvSpPr>
          <p:cNvPr id="2039" name="Line"/>
          <p:cNvSpPr/>
          <p:nvPr/>
        </p:nvSpPr>
        <p:spPr>
          <a:xfrm flipH="1">
            <a:off x="9397011" y="1742511"/>
            <a:ext cx="901504" cy="373739"/>
          </a:xfrm>
          <a:prstGeom prst="line">
            <a:avLst/>
          </a:prstGeom>
          <a:ln w="38100">
            <a:solidFill>
              <a:schemeClr val="accent6"/>
            </a:solidFill>
            <a:prstDash val="sysDot"/>
            <a:miter lim="400000"/>
            <a:tailEnd type="triangle"/>
          </a:ln>
        </p:spPr>
        <p:txBody>
          <a:bodyPr lIns="45719" rIns="45719"/>
          <a:lstStyle/>
          <a:p>
            <a:endParaRPr/>
          </a:p>
        </p:txBody>
      </p:sp>
      <p:sp>
        <p:nvSpPr>
          <p:cNvPr id="2040" name="Oval"/>
          <p:cNvSpPr/>
          <p:nvPr/>
        </p:nvSpPr>
        <p:spPr>
          <a:xfrm>
            <a:off x="7350835" y="5193322"/>
            <a:ext cx="1237353" cy="423121"/>
          </a:xfrm>
          <a:prstGeom prst="ellipse">
            <a:avLst/>
          </a:prstGeom>
          <a:ln w="25400">
            <a:solidFill>
              <a:schemeClr val="accent6"/>
            </a:solidFill>
            <a:prstDash val="sysDot"/>
            <a:miter lim="400000"/>
          </a:ln>
        </p:spPr>
        <p:txBody>
          <a:bodyPr lIns="45719" rIns="45719" anchor="ctr"/>
          <a:lstStyle/>
          <a:p>
            <a:endParaRPr/>
          </a:p>
        </p:txBody>
      </p:sp>
      <p:sp>
        <p:nvSpPr>
          <p:cNvPr id="2041" name="TextBox 3"/>
          <p:cNvSpPr txBox="1"/>
          <p:nvPr/>
        </p:nvSpPr>
        <p:spPr>
          <a:xfrm>
            <a:off x="8633907" y="5220215"/>
            <a:ext cx="6363149" cy="3708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a:solidFill>
                  <a:schemeClr val="accent6"/>
                </a:solidFill>
              </a:defRPr>
            </a:lvl1pPr>
          </a:lstStyle>
          <a:p>
            <a:r>
              <a:t>Dev/stage/prod/preview</a:t>
            </a:r>
          </a:p>
        </p:txBody>
      </p:sp>
    </p:spTree>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043" name="Title 4"/>
          <p:cNvSpPr txBox="1">
            <a:spLocks noGrp="1"/>
          </p:cNvSpPr>
          <p:nvPr>
            <p:ph type="title"/>
          </p:nvPr>
        </p:nvSpPr>
        <p:spPr>
          <a:xfrm>
            <a:off x="609600" y="264084"/>
            <a:ext cx="10972800" cy="946391"/>
          </a:xfrm>
          <a:prstGeom prst="rect">
            <a:avLst/>
          </a:prstGeom>
        </p:spPr>
        <p:txBody>
          <a:bodyPr/>
          <a:lstStyle/>
          <a:p>
            <a:r>
              <a:t>Access the Experience Cloud</a:t>
            </a:r>
          </a:p>
        </p:txBody>
      </p:sp>
      <p:sp>
        <p:nvSpPr>
          <p:cNvPr id="2044" name="Content Placeholder 5"/>
          <p:cNvSpPr txBox="1">
            <a:spLocks noGrp="1"/>
          </p:cNvSpPr>
          <p:nvPr>
            <p:ph type="body" sz="half" idx="1"/>
          </p:nvPr>
        </p:nvSpPr>
        <p:spPr>
          <a:xfrm>
            <a:off x="609600" y="1334323"/>
            <a:ext cx="10972800" cy="1722386"/>
          </a:xfrm>
          <a:prstGeom prst="rect">
            <a:avLst/>
          </a:prstGeom>
        </p:spPr>
        <p:txBody>
          <a:bodyPr/>
          <a:lstStyle/>
          <a:p>
            <a:pPr defTabSz="804672">
              <a:spcBef>
                <a:spcPts val="1000"/>
              </a:spcBef>
              <a:defRPr sz="2112"/>
            </a:pPr>
            <a:r>
              <a:t>Navigate to </a:t>
            </a:r>
            <a:r>
              <a:rPr b="1">
                <a:solidFill>
                  <a:srgbClr val="FF0000"/>
                </a:solidFill>
              </a:rPr>
              <a:t>experience.adobe.com </a:t>
            </a:r>
            <a:r>
              <a:t>in a clean browser (</a:t>
            </a:r>
            <a:r>
              <a:rPr i="1"/>
              <a:t>incognito window</a:t>
            </a:r>
            <a:r>
              <a:t>)</a:t>
            </a:r>
          </a:p>
          <a:p>
            <a:pPr defTabSz="804672">
              <a:spcBef>
                <a:spcPts val="1000"/>
              </a:spcBef>
              <a:defRPr sz="2112"/>
            </a:pPr>
            <a:r>
              <a:t>Login using credentials from instructor </a:t>
            </a:r>
          </a:p>
          <a:p>
            <a:pPr defTabSz="804672">
              <a:spcBef>
                <a:spcPts val="1000"/>
              </a:spcBef>
              <a:defRPr sz="2112"/>
            </a:pPr>
            <a:r>
              <a:t>If asked to choose an organisation, choose </a:t>
            </a:r>
            <a:r>
              <a:rPr b="1">
                <a:solidFill>
                  <a:srgbClr val="FF0000"/>
                </a:solidFill>
              </a:rPr>
              <a:t>vlab17-emea</a:t>
            </a:r>
            <a:r>
              <a:t>.  Check again after login</a:t>
            </a:r>
            <a:br/>
            <a:endParaRPr/>
          </a:p>
        </p:txBody>
      </p:sp>
      <p:grpSp>
        <p:nvGrpSpPr>
          <p:cNvPr id="2047" name="Group 9"/>
          <p:cNvGrpSpPr/>
          <p:nvPr/>
        </p:nvGrpSpPr>
        <p:grpSpPr>
          <a:xfrm>
            <a:off x="609600" y="3180558"/>
            <a:ext cx="4241800" cy="1460501"/>
            <a:chOff x="0" y="0"/>
            <a:chExt cx="4241800" cy="1460500"/>
          </a:xfrm>
        </p:grpSpPr>
        <p:pic>
          <p:nvPicPr>
            <p:cNvPr id="2045" name="Picture 7" descr="Picture 7"/>
            <p:cNvPicPr>
              <a:picLocks noChangeAspect="1"/>
            </p:cNvPicPr>
            <p:nvPr/>
          </p:nvPicPr>
          <p:blipFill>
            <a:blip r:embed="rId2"/>
            <a:stretch>
              <a:fillRect/>
            </a:stretch>
          </p:blipFill>
          <p:spPr>
            <a:xfrm>
              <a:off x="0" y="0"/>
              <a:ext cx="4241800" cy="1460500"/>
            </a:xfrm>
            <a:prstGeom prst="rect">
              <a:avLst/>
            </a:prstGeom>
            <a:ln w="28575" cap="flat">
              <a:solidFill>
                <a:schemeClr val="accent1"/>
              </a:solidFill>
              <a:prstDash val="solid"/>
              <a:round/>
            </a:ln>
            <a:effectLst/>
          </p:spPr>
        </p:pic>
        <p:sp>
          <p:nvSpPr>
            <p:cNvPr id="2046" name="Oval 8"/>
            <p:cNvSpPr/>
            <p:nvPr/>
          </p:nvSpPr>
          <p:spPr>
            <a:xfrm>
              <a:off x="533400" y="332920"/>
              <a:ext cx="1587500" cy="794660"/>
            </a:xfrm>
            <a:prstGeom prst="ellipse">
              <a:avLst/>
            </a:prstGeom>
            <a:noFill/>
            <a:ln w="63500" cap="flat">
              <a:solidFill>
                <a:schemeClr val="accent3"/>
              </a:solidFill>
              <a:prstDash val="solid"/>
              <a:miter lim="800000"/>
            </a:ln>
            <a:effectLst/>
          </p:spPr>
          <p:txBody>
            <a:bodyPr wrap="square" lIns="45719" tIns="45719" rIns="45719" bIns="45719" numCol="1" anchor="ctr">
              <a:noAutofit/>
            </a:bodyPr>
            <a:lstStyle/>
            <a:p>
              <a:pPr algn="ctr"/>
              <a:endParaRPr/>
            </a:p>
          </p:txBody>
        </p:sp>
      </p:grpSp>
      <p:sp>
        <p:nvSpPr>
          <p:cNvPr id="2048" name="Content Placeholder 5"/>
          <p:cNvSpPr txBox="1"/>
          <p:nvPr/>
        </p:nvSpPr>
        <p:spPr>
          <a:xfrm>
            <a:off x="609600" y="4917250"/>
            <a:ext cx="10972800" cy="12192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p>
            <a:pPr marL="182563" indent="-182563">
              <a:lnSpc>
                <a:spcPct val="110000"/>
              </a:lnSpc>
              <a:spcBef>
                <a:spcPts val="1200"/>
              </a:spcBef>
              <a:buSzPct val="70000"/>
              <a:buChar char="▪"/>
              <a:defRPr sz="2400"/>
            </a:pPr>
            <a:r>
              <a:t>Follow the instructions in the PDF guide: </a:t>
            </a:r>
            <a:r>
              <a:rPr i="1"/>
              <a:t>Workbook_Assets_Power_User_Update__Assets_View.pdf</a:t>
            </a:r>
            <a:br>
              <a:rPr i="1"/>
            </a:br>
            <a:endParaRPr i="1"/>
          </a:p>
        </p:txBody>
      </p:sp>
    </p:spTree>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itle 1"/>
          <p:cNvSpPr txBox="1">
            <a:spLocks noGrp="1"/>
          </p:cNvSpPr>
          <p:nvPr>
            <p:ph type="title"/>
          </p:nvPr>
        </p:nvSpPr>
        <p:spPr>
          <a:xfrm>
            <a:off x="609600" y="264084"/>
            <a:ext cx="10972800" cy="946391"/>
          </a:xfrm>
          <a:prstGeom prst="rect">
            <a:avLst/>
          </a:prstGeom>
        </p:spPr>
        <p:txBody>
          <a:bodyPr/>
          <a:lstStyle/>
          <a:p>
            <a:r>
              <a:t>Activity 1.1 – The Fundamentals</a:t>
            </a:r>
          </a:p>
        </p:txBody>
      </p:sp>
      <p:sp>
        <p:nvSpPr>
          <p:cNvPr id="2051" name="Login…"/>
          <p:cNvSpPr txBox="1"/>
          <p:nvPr/>
        </p:nvSpPr>
        <p:spPr>
          <a:xfrm>
            <a:off x="595878" y="1574834"/>
            <a:ext cx="3224366" cy="27584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p>
            <a:pPr>
              <a:buFont typeface="Wingdings"/>
              <a:defRPr sz="2400">
                <a:solidFill>
                  <a:srgbClr val="FFFFFF"/>
                </a:solidFill>
              </a:defRPr>
            </a:pPr>
            <a:r>
              <a:t>Login</a:t>
            </a:r>
          </a:p>
          <a:p>
            <a:pPr>
              <a:buFont typeface="Wingdings"/>
              <a:defRPr sz="2400">
                <a:solidFill>
                  <a:srgbClr val="FFFFFF"/>
                </a:solidFill>
              </a:defRPr>
            </a:pPr>
            <a:r>
              <a:t>Navigate to Assets View</a:t>
            </a:r>
          </a:p>
          <a:p>
            <a:pPr>
              <a:buFont typeface="Wingdings"/>
              <a:defRPr sz="2400">
                <a:solidFill>
                  <a:srgbClr val="FFFFFF"/>
                </a:solidFill>
              </a:defRPr>
            </a:pPr>
            <a:r>
              <a:t>Create folder</a:t>
            </a:r>
          </a:p>
          <a:p>
            <a:pPr>
              <a:buFont typeface="Wingdings"/>
              <a:defRPr sz="2400">
                <a:solidFill>
                  <a:srgbClr val="FFFFFF"/>
                </a:solidFill>
              </a:defRPr>
            </a:pPr>
            <a:r>
              <a:t>Upload </a:t>
            </a:r>
          </a:p>
          <a:p>
            <a:pPr>
              <a:buFont typeface="Wingdings"/>
              <a:defRPr sz="2400">
                <a:solidFill>
                  <a:srgbClr val="FFFFFF"/>
                </a:solidFill>
              </a:defRPr>
            </a:pPr>
            <a:r>
              <a:t>Edit and save version</a:t>
            </a:r>
          </a:p>
          <a:p>
            <a:pPr>
              <a:buFont typeface="Wingdings"/>
              <a:defRPr sz="2400">
                <a:solidFill>
                  <a:srgbClr val="FFFFFF"/>
                </a:solidFill>
              </a:defRPr>
            </a:pPr>
            <a:r>
              <a:t>Revert</a:t>
            </a:r>
          </a:p>
          <a:p>
            <a:pPr>
              <a:buFont typeface="Wingdings"/>
              <a:defRPr sz="2400">
                <a:solidFill>
                  <a:srgbClr val="FFFFFF"/>
                </a:solidFill>
              </a:defRPr>
            </a:pPr>
            <a:r>
              <a:t>Switch View</a:t>
            </a:r>
          </a:p>
        </p:txBody>
      </p:sp>
      <p:pic>
        <p:nvPicPr>
          <p:cNvPr id="2052" name="Screenshot 2025-12-19 at 21.43.50.png" descr="Screenshot 2025-12-19 at 21.43.50.png"/>
          <p:cNvPicPr>
            <a:picLocks noChangeAspect="1"/>
          </p:cNvPicPr>
          <p:nvPr/>
        </p:nvPicPr>
        <p:blipFill>
          <a:blip r:embed="rId2"/>
          <a:stretch>
            <a:fillRect/>
          </a:stretch>
        </p:blipFill>
        <p:spPr>
          <a:xfrm>
            <a:off x="4672759" y="2869739"/>
            <a:ext cx="6446774" cy="3405280"/>
          </a:xfrm>
          <a:prstGeom prst="rect">
            <a:avLst/>
          </a:prstGeom>
          <a:ln w="12700">
            <a:miter lim="400000"/>
          </a:ln>
        </p:spPr>
      </p:pic>
      <p:pic>
        <p:nvPicPr>
          <p:cNvPr id="2053" name="Screenshot 2025-12-19 at 21.35.26.png" descr="Screenshot 2025-12-19 at 21.35.26.png"/>
          <p:cNvPicPr>
            <a:picLocks noChangeAspect="1"/>
          </p:cNvPicPr>
          <p:nvPr/>
        </p:nvPicPr>
        <p:blipFill>
          <a:blip r:embed="rId3"/>
          <a:srcRect l="2617"/>
          <a:stretch>
            <a:fillRect/>
          </a:stretch>
        </p:blipFill>
        <p:spPr>
          <a:xfrm>
            <a:off x="8112532" y="994833"/>
            <a:ext cx="3317913" cy="3527078"/>
          </a:xfrm>
          <a:prstGeom prst="rect">
            <a:avLst/>
          </a:prstGeom>
          <a:ln w="12700">
            <a:miter lim="400000"/>
          </a:ln>
          <a:effectLst>
            <a:outerShdw blurRad="63500" dist="50800" dir="5400000" rotWithShape="0">
              <a:srgbClr val="000000">
                <a:alpha val="50000"/>
              </a:srgbClr>
            </a:outerShdw>
          </a:effectLst>
        </p:spPr>
      </p:pic>
    </p:spTree>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5" name="Screenshot 2025-12-24 at 13.59.30.png" descr="Screenshot 2025-12-24 at 13.59.30.png"/>
          <p:cNvPicPr>
            <a:picLocks noChangeAspect="1"/>
          </p:cNvPicPr>
          <p:nvPr/>
        </p:nvPicPr>
        <p:blipFill>
          <a:blip r:embed="rId3"/>
          <a:stretch>
            <a:fillRect/>
          </a:stretch>
        </p:blipFill>
        <p:spPr>
          <a:xfrm>
            <a:off x="9000913" y="1224616"/>
            <a:ext cx="2655567" cy="4034173"/>
          </a:xfrm>
          <a:prstGeom prst="rect">
            <a:avLst/>
          </a:prstGeom>
          <a:ln w="12700">
            <a:solidFill>
              <a:srgbClr val="535353"/>
            </a:solidFill>
            <a:miter/>
          </a:ln>
        </p:spPr>
      </p:pic>
      <p:sp>
        <p:nvSpPr>
          <p:cNvPr id="2056" name="Renditions - Static, Dynamic and Smart Crops"/>
          <p:cNvSpPr txBox="1">
            <a:spLocks noGrp="1"/>
          </p:cNvSpPr>
          <p:nvPr>
            <p:ph type="title"/>
          </p:nvPr>
        </p:nvSpPr>
        <p:spPr>
          <a:prstGeom prst="rect">
            <a:avLst/>
          </a:prstGeom>
        </p:spPr>
        <p:txBody>
          <a:bodyPr/>
          <a:lstStyle/>
          <a:p>
            <a:r>
              <a:t>Renditions - Static, Dynamic and Smart Crops</a:t>
            </a:r>
          </a:p>
        </p:txBody>
      </p:sp>
      <p:pic>
        <p:nvPicPr>
          <p:cNvPr id="2057" name="Screenshot 2025-12-24 at 13.54.55.png" descr="Screenshot 2025-12-24 at 13.54.55.png"/>
          <p:cNvPicPr>
            <a:picLocks noChangeAspect="1"/>
          </p:cNvPicPr>
          <p:nvPr/>
        </p:nvPicPr>
        <p:blipFill>
          <a:blip r:embed="rId4"/>
          <a:stretch>
            <a:fillRect/>
          </a:stretch>
        </p:blipFill>
        <p:spPr>
          <a:xfrm>
            <a:off x="607203" y="1221303"/>
            <a:ext cx="8243056" cy="3398397"/>
          </a:xfrm>
          <a:prstGeom prst="rect">
            <a:avLst/>
          </a:prstGeom>
          <a:ln w="12700">
            <a:solidFill>
              <a:srgbClr val="535353"/>
            </a:solidFill>
            <a:miter/>
          </a:ln>
        </p:spPr>
      </p:pic>
      <p:sp>
        <p:nvSpPr>
          <p:cNvPr id="2058" name="Rectangle"/>
          <p:cNvSpPr/>
          <p:nvPr/>
        </p:nvSpPr>
        <p:spPr>
          <a:xfrm>
            <a:off x="6201101" y="2026188"/>
            <a:ext cx="2268288" cy="2538187"/>
          </a:xfrm>
          <a:prstGeom prst="rect">
            <a:avLst/>
          </a:prstGeom>
          <a:ln w="25400">
            <a:solidFill>
              <a:schemeClr val="accent6"/>
            </a:solidFill>
            <a:miter/>
          </a:ln>
        </p:spPr>
        <p:txBody>
          <a:bodyPr lIns="45719" rIns="45719" anchor="ctr"/>
          <a:lstStyle/>
          <a:p>
            <a:pPr>
              <a:defRPr>
                <a:noFill/>
              </a:defRPr>
            </a:pPr>
            <a:endParaRPr/>
          </a:p>
        </p:txBody>
      </p:sp>
      <p:sp>
        <p:nvSpPr>
          <p:cNvPr id="2059" name="Rectangle"/>
          <p:cNvSpPr/>
          <p:nvPr/>
        </p:nvSpPr>
        <p:spPr>
          <a:xfrm>
            <a:off x="11308941" y="3109832"/>
            <a:ext cx="258040" cy="263741"/>
          </a:xfrm>
          <a:prstGeom prst="rect">
            <a:avLst/>
          </a:prstGeom>
          <a:ln w="25400">
            <a:solidFill>
              <a:schemeClr val="accent6"/>
            </a:solidFill>
            <a:miter/>
          </a:ln>
        </p:spPr>
        <p:txBody>
          <a:bodyPr lIns="45719" rIns="45719" anchor="ctr"/>
          <a:lstStyle/>
          <a:p>
            <a:pPr>
              <a:defRPr>
                <a:noFill/>
              </a:defRPr>
            </a:pPr>
            <a:endParaRPr/>
          </a:p>
        </p:txBody>
      </p:sp>
      <p:sp>
        <p:nvSpPr>
          <p:cNvPr id="2060" name="Rectangle"/>
          <p:cNvSpPr/>
          <p:nvPr/>
        </p:nvSpPr>
        <p:spPr>
          <a:xfrm>
            <a:off x="9084589" y="2027964"/>
            <a:ext cx="2084628" cy="1114706"/>
          </a:xfrm>
          <a:prstGeom prst="rect">
            <a:avLst/>
          </a:prstGeom>
          <a:ln w="25400">
            <a:solidFill>
              <a:schemeClr val="accent6"/>
            </a:solidFill>
            <a:miter/>
          </a:ln>
        </p:spPr>
        <p:txBody>
          <a:bodyPr lIns="45719" rIns="45719" anchor="ctr"/>
          <a:lstStyle/>
          <a:p>
            <a:pPr>
              <a:defRPr>
                <a:noFill/>
              </a:defRPr>
            </a:pPr>
            <a:endParaRPr/>
          </a:p>
        </p:txBody>
      </p:sp>
      <p:sp>
        <p:nvSpPr>
          <p:cNvPr id="2061" name="Rectangle"/>
          <p:cNvSpPr/>
          <p:nvPr/>
        </p:nvSpPr>
        <p:spPr>
          <a:xfrm>
            <a:off x="9105254" y="3297129"/>
            <a:ext cx="2084628" cy="1871570"/>
          </a:xfrm>
          <a:prstGeom prst="rect">
            <a:avLst/>
          </a:prstGeom>
          <a:ln w="25400">
            <a:solidFill>
              <a:schemeClr val="accent6"/>
            </a:solidFill>
            <a:miter/>
          </a:ln>
        </p:spPr>
        <p:txBody>
          <a:bodyPr lIns="45719" rIns="45719" anchor="ctr"/>
          <a:lstStyle/>
          <a:p>
            <a:pPr>
              <a:defRPr>
                <a:noFill/>
              </a:defRPr>
            </a:pPr>
            <a:endParaRPr/>
          </a:p>
        </p:txBody>
      </p:sp>
      <p:sp>
        <p:nvSpPr>
          <p:cNvPr id="2062" name="Square"/>
          <p:cNvSpPr/>
          <p:nvPr/>
        </p:nvSpPr>
        <p:spPr>
          <a:xfrm>
            <a:off x="8517866" y="2606631"/>
            <a:ext cx="261774" cy="263742"/>
          </a:xfrm>
          <a:prstGeom prst="rect">
            <a:avLst/>
          </a:prstGeom>
          <a:ln w="25400">
            <a:solidFill>
              <a:schemeClr val="accent6"/>
            </a:solidFill>
            <a:miter/>
          </a:ln>
        </p:spPr>
        <p:txBody>
          <a:bodyPr lIns="45719" rIns="45719" anchor="ctr"/>
          <a:lstStyle/>
          <a:p>
            <a:pPr>
              <a:defRPr>
                <a:noFill/>
              </a:defRPr>
            </a:pPr>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2062"/>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iterate>
                                    <p:tmAbs val="0"/>
                                  </p:iterate>
                                  <p:childTnLst>
                                    <p:set>
                                      <p:cBhvr>
                                        <p:cTn id="9" fill="hold"/>
                                        <p:tgtEl>
                                          <p:spTgt spid="2058"/>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xit" presetSubtype="0" fill="hold" grpId="1" nodeType="clickEffect">
                                  <p:stCondLst>
                                    <p:cond delay="0"/>
                                  </p:stCondLst>
                                  <p:iterate>
                                    <p:tmAbs val="0"/>
                                  </p:iterate>
                                  <p:childTnLst>
                                    <p:set>
                                      <p:cBhvr>
                                        <p:cTn id="13" fill="hold">
                                          <p:stCondLst>
                                            <p:cond delay="0"/>
                                          </p:stCondLst>
                                        </p:cTn>
                                        <p:tgtEl>
                                          <p:spTgt spid="2062"/>
                                        </p:tgtEl>
                                        <p:attrNameLst>
                                          <p:attrName>style.visibility</p:attrName>
                                        </p:attrNameLst>
                                      </p:cBhvr>
                                      <p:to>
                                        <p:strVal val="hidden"/>
                                      </p:to>
                                    </p:set>
                                  </p:childTnLst>
                                </p:cTn>
                              </p:par>
                            </p:childTnLst>
                          </p:cTn>
                        </p:par>
                        <p:par>
                          <p:cTn id="14" fill="hold">
                            <p:stCondLst>
                              <p:cond delay="0"/>
                            </p:stCondLst>
                            <p:childTnLst>
                              <p:par>
                                <p:cTn id="15" presetID="1" presetClass="exit" presetSubtype="0" fill="hold" grpId="1" nodeType="afterEffect">
                                  <p:stCondLst>
                                    <p:cond delay="0"/>
                                  </p:stCondLst>
                                  <p:iterate>
                                    <p:tmAbs val="0"/>
                                  </p:iterate>
                                  <p:childTnLst>
                                    <p:set>
                                      <p:cBhvr>
                                        <p:cTn id="16" fill="hold">
                                          <p:stCondLst>
                                            <p:cond delay="0"/>
                                          </p:stCondLst>
                                        </p:cTn>
                                        <p:tgtEl>
                                          <p:spTgt spid="2058"/>
                                        </p:tgtEl>
                                        <p:attrNameLst>
                                          <p:attrName>style.visibility</p:attrName>
                                        </p:attrNameLst>
                                      </p:cBhvr>
                                      <p:to>
                                        <p:strVal val="hidden"/>
                                      </p:to>
                                    </p:set>
                                  </p:childTnLst>
                                </p:cTn>
                              </p:par>
                            </p:childTnLst>
                          </p:cTn>
                        </p:par>
                        <p:par>
                          <p:cTn id="17" fill="hold">
                            <p:stCondLst>
                              <p:cond delay="0"/>
                            </p:stCondLst>
                            <p:childTnLst>
                              <p:par>
                                <p:cTn id="18" presetID="1" presetClass="entr" presetSubtype="0" fill="hold" grpId="0" nodeType="afterEffect">
                                  <p:stCondLst>
                                    <p:cond delay="0"/>
                                  </p:stCondLst>
                                  <p:iterate>
                                    <p:tmAbs val="0"/>
                                  </p:iterate>
                                  <p:childTnLst>
                                    <p:set>
                                      <p:cBhvr>
                                        <p:cTn id="19" fill="hold"/>
                                        <p:tgtEl>
                                          <p:spTgt spid="2059"/>
                                        </p:tgtEl>
                                        <p:attrNameLst>
                                          <p:attrName>style.visibility</p:attrName>
                                        </p:attrNameLst>
                                      </p:cBhvr>
                                      <p:to>
                                        <p:strVal val="visible"/>
                                      </p:to>
                                    </p:set>
                                  </p:childTnLst>
                                </p:cTn>
                              </p:par>
                            </p:childTnLst>
                          </p:cTn>
                        </p:par>
                        <p:par>
                          <p:cTn id="20" fill="hold">
                            <p:stCondLst>
                              <p:cond delay="0"/>
                            </p:stCondLst>
                            <p:childTnLst>
                              <p:par>
                                <p:cTn id="21" presetID="1" presetClass="entr" presetSubtype="0" fill="hold" grpId="0" nodeType="afterEffect">
                                  <p:stCondLst>
                                    <p:cond delay="0"/>
                                  </p:stCondLst>
                                  <p:iterate>
                                    <p:tmAbs val="0"/>
                                  </p:iterate>
                                  <p:childTnLst>
                                    <p:set>
                                      <p:cBhvr>
                                        <p:cTn id="22" fill="hold"/>
                                        <p:tgtEl>
                                          <p:spTgt spid="206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p:tmAbs val="0"/>
                                  </p:iterate>
                                  <p:childTnLst>
                                    <p:set>
                                      <p:cBhvr>
                                        <p:cTn id="26" fill="hold"/>
                                        <p:tgtEl>
                                          <p:spTgt spid="2061"/>
                                        </p:tgtEl>
                                        <p:attrNameLst>
                                          <p:attrName>style.visibility</p:attrName>
                                        </p:attrNameLst>
                                      </p:cBhvr>
                                      <p:to>
                                        <p:strVal val="visible"/>
                                      </p:to>
                                    </p:set>
                                  </p:childTnLst>
                                </p:cTn>
                              </p:par>
                            </p:childTnLst>
                          </p:cTn>
                        </p:par>
                        <p:par>
                          <p:cTn id="27" fill="hold">
                            <p:stCondLst>
                              <p:cond delay="0"/>
                            </p:stCondLst>
                            <p:childTnLst>
                              <p:par>
                                <p:cTn id="28" presetID="1" presetClass="exit" presetSubtype="0" fill="hold" grpId="1" nodeType="afterEffect">
                                  <p:stCondLst>
                                    <p:cond delay="0"/>
                                  </p:stCondLst>
                                  <p:iterate>
                                    <p:tmAbs val="0"/>
                                  </p:iterate>
                                  <p:childTnLst>
                                    <p:set>
                                      <p:cBhvr>
                                        <p:cTn id="29" fill="hold">
                                          <p:stCondLst>
                                            <p:cond delay="0"/>
                                          </p:stCondLst>
                                        </p:cTn>
                                        <p:tgtEl>
                                          <p:spTgt spid="206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58" grpId="0" animBg="1" advAuto="0"/>
      <p:bldP spid="2058" grpId="1" animBg="1" advAuto="0"/>
      <p:bldP spid="2059" grpId="0" animBg="1" advAuto="0"/>
      <p:bldP spid="2060" grpId="0" animBg="1" advAuto="0"/>
      <p:bldP spid="2060" grpId="1" animBg="1" advAuto="0"/>
      <p:bldP spid="2061" grpId="0" animBg="1" advAuto="0"/>
      <p:bldP spid="2062" grpId="0" animBg="1" advAuto="0"/>
      <p:bldP spid="2062" grpId="1" animBg="1" advAuto="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6" name="Title 4"/>
          <p:cNvSpPr txBox="1">
            <a:spLocks noGrp="1"/>
          </p:cNvSpPr>
          <p:nvPr>
            <p:ph type="title"/>
          </p:nvPr>
        </p:nvSpPr>
        <p:spPr>
          <a:xfrm>
            <a:off x="609600" y="264084"/>
            <a:ext cx="10972800" cy="946391"/>
          </a:xfrm>
          <a:prstGeom prst="rect">
            <a:avLst/>
          </a:prstGeom>
        </p:spPr>
        <p:txBody>
          <a:bodyPr/>
          <a:lstStyle/>
          <a:p>
            <a:r>
              <a:t>Approval and Publishing</a:t>
            </a:r>
          </a:p>
        </p:txBody>
      </p:sp>
      <p:pic>
        <p:nvPicPr>
          <p:cNvPr id="2067" name="Content Placeholder 7" descr="Content Placeholder 7"/>
          <p:cNvPicPr>
            <a:picLocks noChangeAspect="1"/>
          </p:cNvPicPr>
          <p:nvPr/>
        </p:nvPicPr>
        <p:blipFill>
          <a:blip r:embed="rId3"/>
          <a:srcRect l="24079"/>
          <a:stretch>
            <a:fillRect/>
          </a:stretch>
        </p:blipFill>
        <p:spPr>
          <a:xfrm>
            <a:off x="8507897" y="-2"/>
            <a:ext cx="3684105" cy="6853102"/>
          </a:xfrm>
          <a:prstGeom prst="rect">
            <a:avLst/>
          </a:prstGeom>
          <a:ln w="12700">
            <a:miter lim="400000"/>
          </a:ln>
        </p:spPr>
      </p:pic>
      <p:sp>
        <p:nvSpPr>
          <p:cNvPr id="2068" name="Scalability…"/>
          <p:cNvSpPr txBox="1"/>
          <p:nvPr/>
        </p:nvSpPr>
        <p:spPr>
          <a:xfrm>
            <a:off x="609598" y="1380044"/>
            <a:ext cx="6893860" cy="36195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p>
            <a:pPr marL="182563" indent="-182563">
              <a:lnSpc>
                <a:spcPct val="110000"/>
              </a:lnSpc>
              <a:spcBef>
                <a:spcPts val="1200"/>
              </a:spcBef>
              <a:buSzPct val="70000"/>
              <a:buChar char="▪"/>
              <a:defRPr sz="2400" b="1"/>
            </a:pPr>
            <a:r>
              <a:t>Publishing</a:t>
            </a:r>
            <a:r>
              <a:rPr b="0"/>
              <a:t> activates assets for AEM Publish and (Scene7) Dynamic Media</a:t>
            </a:r>
          </a:p>
          <a:p>
            <a:pPr marL="182563" indent="-182563">
              <a:lnSpc>
                <a:spcPct val="110000"/>
              </a:lnSpc>
              <a:spcBef>
                <a:spcPts val="1200"/>
              </a:spcBef>
              <a:buSzPct val="70000"/>
              <a:buChar char="▪"/>
              <a:defRPr sz="2400"/>
            </a:pPr>
            <a:r>
              <a:t>Approval is enforced only for </a:t>
            </a:r>
            <a:r>
              <a:rPr b="1"/>
              <a:t>Content Hub</a:t>
            </a:r>
            <a:r>
              <a:t> &amp; Dynamic Media </a:t>
            </a:r>
            <a:r>
              <a:rPr b="1"/>
              <a:t>Open API </a:t>
            </a:r>
            <a:r>
              <a:t>delivery (new delivery channels)</a:t>
            </a:r>
          </a:p>
          <a:p>
            <a:pPr marL="182563" indent="-182563">
              <a:lnSpc>
                <a:spcPct val="110000"/>
              </a:lnSpc>
              <a:spcBef>
                <a:spcPts val="1200"/>
              </a:spcBef>
              <a:buSzPct val="70000"/>
              <a:buChar char="▪"/>
              <a:defRPr sz="2400"/>
            </a:pPr>
            <a:r>
              <a:rPr b="1"/>
              <a:t>Publish</a:t>
            </a:r>
            <a:r>
              <a:t> = visibility, copy to publish instance / DM</a:t>
            </a:r>
            <a:br/>
            <a:br/>
            <a:r>
              <a:rPr b="1"/>
              <a:t>Approve</a:t>
            </a:r>
            <a:r>
              <a:t> = governance for new delivery channels</a:t>
            </a:r>
            <a:br/>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2068">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2068">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iterate>
                                    <p:tmAbs val="0"/>
                                  </p:iterate>
                                  <p:childTnLst>
                                    <p:set>
                                      <p:cBhvr>
                                        <p:cTn id="12" fill="hold"/>
                                        <p:tgtEl>
                                          <p:spTgt spid="2068">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iterate>
                                    <p:tmAbs val="0"/>
                                  </p:iterate>
                                  <p:childTnLst>
                                    <p:set>
                                      <p:cBhvr>
                                        <p:cTn id="16" fill="hold"/>
                                        <p:tgtEl>
                                          <p:spTgt spid="206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68" grpId="0" build="p" bldLvl="5" animBg="1" advAuto="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2" name="Title 1"/>
          <p:cNvSpPr txBox="1">
            <a:spLocks noGrp="1"/>
          </p:cNvSpPr>
          <p:nvPr>
            <p:ph type="title"/>
          </p:nvPr>
        </p:nvSpPr>
        <p:spPr>
          <a:xfrm>
            <a:off x="609600" y="264084"/>
            <a:ext cx="10972800" cy="946391"/>
          </a:xfrm>
          <a:prstGeom prst="rect">
            <a:avLst/>
          </a:prstGeom>
        </p:spPr>
        <p:txBody>
          <a:bodyPr/>
          <a:lstStyle/>
          <a:p>
            <a:r>
              <a:t>Activity 1.2 – Renditions, Publish, Delete</a:t>
            </a:r>
          </a:p>
        </p:txBody>
      </p:sp>
      <p:sp>
        <p:nvSpPr>
          <p:cNvPr id="2073" name="View static renditions…"/>
          <p:cNvSpPr txBox="1"/>
          <p:nvPr/>
        </p:nvSpPr>
        <p:spPr>
          <a:xfrm>
            <a:off x="595878" y="1574834"/>
            <a:ext cx="5405820" cy="19964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p>
            <a:pPr>
              <a:buFont typeface="Wingdings"/>
              <a:defRPr sz="2400">
                <a:solidFill>
                  <a:srgbClr val="FFFFFF"/>
                </a:solidFill>
              </a:defRPr>
            </a:pPr>
            <a:r>
              <a:t>View static renditions</a:t>
            </a:r>
          </a:p>
          <a:p>
            <a:pPr>
              <a:buFont typeface="Wingdings"/>
              <a:defRPr sz="2400">
                <a:solidFill>
                  <a:srgbClr val="FFFFFF"/>
                </a:solidFill>
              </a:defRPr>
            </a:pPr>
            <a:r>
              <a:t>View dynamic renditions and smart crops</a:t>
            </a:r>
          </a:p>
          <a:p>
            <a:pPr>
              <a:buFont typeface="Wingdings"/>
              <a:defRPr sz="2400">
                <a:solidFill>
                  <a:srgbClr val="FFFFFF"/>
                </a:solidFill>
              </a:defRPr>
            </a:pPr>
            <a:r>
              <a:t>Publish</a:t>
            </a:r>
          </a:p>
          <a:p>
            <a:pPr>
              <a:buFont typeface="Wingdings"/>
              <a:defRPr sz="2400">
                <a:solidFill>
                  <a:srgbClr val="FFFFFF"/>
                </a:solidFill>
              </a:defRPr>
            </a:pPr>
            <a:r>
              <a:t>Review published renditions</a:t>
            </a:r>
          </a:p>
          <a:p>
            <a:pPr>
              <a:buFont typeface="Wingdings"/>
              <a:defRPr sz="2400">
                <a:solidFill>
                  <a:srgbClr val="FFFFFF"/>
                </a:solidFill>
              </a:defRPr>
            </a:pPr>
            <a:r>
              <a:t>Delete and restore</a:t>
            </a:r>
          </a:p>
        </p:txBody>
      </p:sp>
      <p:pic>
        <p:nvPicPr>
          <p:cNvPr id="2074" name="Screenshot 2025-12-19 at 21.45.44.png" descr="Screenshot 2025-12-19 at 21.45.44.png"/>
          <p:cNvPicPr>
            <a:picLocks noChangeAspect="1"/>
          </p:cNvPicPr>
          <p:nvPr/>
        </p:nvPicPr>
        <p:blipFill>
          <a:blip r:embed="rId2"/>
          <a:stretch>
            <a:fillRect/>
          </a:stretch>
        </p:blipFill>
        <p:spPr>
          <a:xfrm>
            <a:off x="6959503" y="1097727"/>
            <a:ext cx="3366493" cy="5243031"/>
          </a:xfrm>
          <a:prstGeom prst="rect">
            <a:avLst/>
          </a:prstGeom>
          <a:ln w="12700">
            <a:miter lim="400000"/>
          </a:ln>
        </p:spPr>
      </p:pic>
      <p:pic>
        <p:nvPicPr>
          <p:cNvPr id="2075" name="Screenshot 2025-12-19 at 21.46.21.png" descr="Screenshot 2025-12-19 at 21.46.21.png"/>
          <p:cNvPicPr>
            <a:picLocks noChangeAspect="1"/>
          </p:cNvPicPr>
          <p:nvPr/>
        </p:nvPicPr>
        <p:blipFill>
          <a:blip r:embed="rId3"/>
          <a:stretch>
            <a:fillRect/>
          </a:stretch>
        </p:blipFill>
        <p:spPr>
          <a:xfrm>
            <a:off x="8335805" y="490242"/>
            <a:ext cx="3366493" cy="3770149"/>
          </a:xfrm>
          <a:prstGeom prst="rect">
            <a:avLst/>
          </a:prstGeom>
          <a:ln w="12700">
            <a:miter lim="400000"/>
          </a:ln>
          <a:effectLst>
            <a:outerShdw blurRad="63500" dist="50800" dir="5400000" rotWithShape="0">
              <a:srgbClr val="000000">
                <a:alpha val="50000"/>
              </a:srgbClr>
            </a:outerShdw>
          </a:effectLst>
        </p:spPr>
      </p:pic>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7" name="Title 1"/>
          <p:cNvSpPr txBox="1">
            <a:spLocks noGrp="1"/>
          </p:cNvSpPr>
          <p:nvPr>
            <p:ph type="title"/>
          </p:nvPr>
        </p:nvSpPr>
        <p:spPr>
          <a:prstGeom prst="rect">
            <a:avLst/>
          </a:prstGeom>
        </p:spPr>
        <p:txBody>
          <a:bodyPr>
            <a:noAutofit/>
          </a:bodyPr>
          <a:lstStyle/>
          <a:p>
            <a:r>
              <a:t>Section 2</a:t>
            </a:r>
          </a:p>
          <a:p>
            <a:r>
              <a:t>Metadata and Search</a:t>
            </a: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1" name="Search first:  Meta-data instead of Folder structure"/>
          <p:cNvSpPr txBox="1">
            <a:spLocks noGrp="1"/>
          </p:cNvSpPr>
          <p:nvPr>
            <p:ph type="title"/>
          </p:nvPr>
        </p:nvSpPr>
        <p:spPr>
          <a:xfrm>
            <a:off x="609599" y="264084"/>
            <a:ext cx="4937762" cy="946391"/>
          </a:xfrm>
          <a:prstGeom prst="rect">
            <a:avLst/>
          </a:prstGeom>
        </p:spPr>
        <p:txBody>
          <a:bodyPr/>
          <a:lstStyle/>
          <a:p>
            <a:r>
              <a:t>Search first:  Metadata instead of Folder structure</a:t>
            </a:r>
          </a:p>
        </p:txBody>
      </p:sp>
      <p:sp>
        <p:nvSpPr>
          <p:cNvPr id="2082" name="Scalability…"/>
          <p:cNvSpPr txBox="1">
            <a:spLocks noGrp="1"/>
          </p:cNvSpPr>
          <p:nvPr>
            <p:ph type="body" idx="1"/>
          </p:nvPr>
        </p:nvSpPr>
        <p:spPr>
          <a:xfrm>
            <a:off x="609598" y="1334323"/>
            <a:ext cx="6893860" cy="4992625"/>
          </a:xfrm>
          <a:prstGeom prst="rect">
            <a:avLst/>
          </a:prstGeom>
        </p:spPr>
        <p:txBody>
          <a:bodyPr/>
          <a:lstStyle/>
          <a:p>
            <a:r>
              <a:t>Search and metadata are the starting point</a:t>
            </a:r>
          </a:p>
          <a:p>
            <a:r>
              <a:t>Search bar and filters always visible</a:t>
            </a:r>
          </a:p>
          <a:p>
            <a:r>
              <a:t>Metadata drives all results</a:t>
            </a:r>
          </a:p>
          <a:p>
            <a:r>
              <a:t>Folder navigation is secondary</a:t>
            </a:r>
          </a:p>
          <a:p>
            <a:r>
              <a:t>AI and Smart Tags need metadata</a:t>
            </a:r>
          </a:p>
          <a:p>
            <a:r>
              <a:t>Scales with fast asset discovery</a:t>
            </a:r>
          </a:p>
          <a:p>
            <a:r>
              <a:t>Find by describing, not by remembering locations</a:t>
            </a:r>
          </a:p>
        </p:txBody>
      </p:sp>
      <p:pic>
        <p:nvPicPr>
          <p:cNvPr id="2083" name="Picture 11" descr="Picture 11"/>
          <p:cNvPicPr>
            <a:picLocks noChangeAspect="1"/>
          </p:cNvPicPr>
          <p:nvPr/>
        </p:nvPicPr>
        <p:blipFill>
          <a:blip r:embed="rId3"/>
          <a:srcRect t="8285" r="67255" b="3461"/>
          <a:stretch>
            <a:fillRect/>
          </a:stretch>
        </p:blipFill>
        <p:spPr>
          <a:xfrm>
            <a:off x="8762868" y="-1"/>
            <a:ext cx="3621873" cy="6858001"/>
          </a:xfrm>
          <a:prstGeom prst="rect">
            <a:avLst/>
          </a:prstGeom>
          <a:ln w="12700">
            <a:miter lim="400000"/>
          </a:ln>
        </p:spPr>
      </p:pic>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2082">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2082">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iterate>
                                    <p:tmAbs val="0"/>
                                  </p:iterate>
                                  <p:childTnLst>
                                    <p:set>
                                      <p:cBhvr>
                                        <p:cTn id="12" fill="hold"/>
                                        <p:tgtEl>
                                          <p:spTgt spid="2082">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iterate>
                                    <p:tmAbs val="0"/>
                                  </p:iterate>
                                  <p:childTnLst>
                                    <p:set>
                                      <p:cBhvr>
                                        <p:cTn id="16" fill="hold"/>
                                        <p:tgtEl>
                                          <p:spTgt spid="2082">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iterate>
                                    <p:tmAbs val="0"/>
                                  </p:iterate>
                                  <p:childTnLst>
                                    <p:set>
                                      <p:cBhvr>
                                        <p:cTn id="20" fill="hold"/>
                                        <p:tgtEl>
                                          <p:spTgt spid="2082">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iterate>
                                    <p:tmAbs val="0"/>
                                  </p:iterate>
                                  <p:childTnLst>
                                    <p:set>
                                      <p:cBhvr>
                                        <p:cTn id="24" fill="hold"/>
                                        <p:tgtEl>
                                          <p:spTgt spid="2082">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iterate>
                                    <p:tmAbs val="0"/>
                                  </p:iterate>
                                  <p:childTnLst>
                                    <p:set>
                                      <p:cBhvr>
                                        <p:cTn id="28" fill="hold"/>
                                        <p:tgtEl>
                                          <p:spTgt spid="2082">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iterate>
                                    <p:tmAbs val="0"/>
                                  </p:iterate>
                                  <p:childTnLst>
                                    <p:set>
                                      <p:cBhvr>
                                        <p:cTn id="32" fill="hold"/>
                                        <p:tgtEl>
                                          <p:spTgt spid="208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82" grpId="0" build="p" bldLvl="5" animBg="1" advAuto="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7" name="Title 1"/>
          <p:cNvSpPr txBox="1">
            <a:spLocks noGrp="1"/>
          </p:cNvSpPr>
          <p:nvPr>
            <p:ph type="title"/>
          </p:nvPr>
        </p:nvSpPr>
        <p:spPr>
          <a:xfrm>
            <a:off x="609600" y="264084"/>
            <a:ext cx="10972800" cy="946391"/>
          </a:xfrm>
          <a:prstGeom prst="rect">
            <a:avLst/>
          </a:prstGeom>
        </p:spPr>
        <p:txBody>
          <a:bodyPr/>
          <a:lstStyle/>
          <a:p>
            <a:r>
              <a:t>Exercise 2.1: Access Metadata</a:t>
            </a:r>
          </a:p>
        </p:txBody>
      </p:sp>
      <p:sp>
        <p:nvSpPr>
          <p:cNvPr id="2088" name="Content Placeholder 2"/>
          <p:cNvSpPr txBox="1">
            <a:spLocks noGrp="1"/>
          </p:cNvSpPr>
          <p:nvPr>
            <p:ph type="body" idx="4294967295"/>
          </p:nvPr>
        </p:nvSpPr>
        <p:spPr>
          <a:xfrm>
            <a:off x="609600" y="1554480"/>
            <a:ext cx="7730836" cy="4991101"/>
          </a:xfrm>
          <a:prstGeom prst="rect">
            <a:avLst/>
          </a:prstGeom>
        </p:spPr>
        <p:txBody>
          <a:bodyPr>
            <a:normAutofit/>
          </a:bodyPr>
          <a:lstStyle/>
          <a:p>
            <a:pPr>
              <a:defRPr sz="2400">
                <a:solidFill>
                  <a:srgbClr val="FFFFFF"/>
                </a:solidFill>
              </a:defRPr>
            </a:pPr>
            <a:r>
              <a:t>View metadata</a:t>
            </a:r>
          </a:p>
          <a:p>
            <a:pPr>
              <a:defRPr sz="2400">
                <a:solidFill>
                  <a:srgbClr val="FFFFFF"/>
                </a:solidFill>
              </a:defRPr>
            </a:pPr>
            <a:r>
              <a:t>Compare with local metadata view</a:t>
            </a:r>
          </a:p>
        </p:txBody>
      </p:sp>
      <p:pic>
        <p:nvPicPr>
          <p:cNvPr id="2089" name="Screenshot 2025-12-20 at 05.56.42.png" descr="Screenshot 2025-12-20 at 05.56.42.png"/>
          <p:cNvPicPr>
            <a:picLocks noChangeAspect="1"/>
          </p:cNvPicPr>
          <p:nvPr/>
        </p:nvPicPr>
        <p:blipFill>
          <a:blip r:embed="rId2"/>
          <a:stretch>
            <a:fillRect/>
          </a:stretch>
        </p:blipFill>
        <p:spPr>
          <a:xfrm>
            <a:off x="7431117" y="454136"/>
            <a:ext cx="4145552" cy="5949728"/>
          </a:xfrm>
          <a:prstGeom prst="rect">
            <a:avLst/>
          </a:prstGeom>
          <a:ln w="12700">
            <a:miter lim="400000"/>
          </a:ln>
        </p:spPr>
      </p:pic>
    </p:spTree>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91" name="Title 1"/>
          <p:cNvSpPr txBox="1">
            <a:spLocks noGrp="1"/>
          </p:cNvSpPr>
          <p:nvPr>
            <p:ph type="title"/>
          </p:nvPr>
        </p:nvSpPr>
        <p:spPr>
          <a:xfrm>
            <a:off x="609600" y="264084"/>
            <a:ext cx="10972800" cy="946391"/>
          </a:xfrm>
          <a:prstGeom prst="rect">
            <a:avLst/>
          </a:prstGeom>
        </p:spPr>
        <p:txBody>
          <a:bodyPr/>
          <a:lstStyle/>
          <a:p>
            <a:r>
              <a:t>Assets View: </a:t>
            </a:r>
            <a:br/>
            <a:r>
              <a:t>Metadata Forms</a:t>
            </a:r>
          </a:p>
        </p:txBody>
      </p:sp>
      <p:sp>
        <p:nvSpPr>
          <p:cNvPr id="2092" name="Content Placeholder 2"/>
          <p:cNvSpPr txBox="1">
            <a:spLocks noGrp="1"/>
          </p:cNvSpPr>
          <p:nvPr>
            <p:ph type="body" sz="half" idx="4294967295"/>
          </p:nvPr>
        </p:nvSpPr>
        <p:spPr>
          <a:xfrm>
            <a:off x="609600" y="1335213"/>
            <a:ext cx="4038332" cy="4991101"/>
          </a:xfrm>
          <a:prstGeom prst="rect">
            <a:avLst/>
          </a:prstGeom>
        </p:spPr>
        <p:txBody>
          <a:bodyPr>
            <a:normAutofit/>
          </a:bodyPr>
          <a:lstStyle/>
          <a:p>
            <a:pPr>
              <a:defRPr sz="2400">
                <a:solidFill>
                  <a:srgbClr val="FFFFFF"/>
                </a:solidFill>
              </a:defRPr>
            </a:pPr>
            <a:r>
              <a:t>Controls fields on Asset Details page</a:t>
            </a:r>
          </a:p>
          <a:p>
            <a:pPr>
              <a:defRPr sz="2400">
                <a:solidFill>
                  <a:srgbClr val="FFFFFF"/>
                </a:solidFill>
              </a:defRPr>
            </a:pPr>
            <a:r>
              <a:t>Assign by </a:t>
            </a:r>
            <a:r>
              <a:rPr b="1"/>
              <a:t>MIME type</a:t>
            </a:r>
            <a:r>
              <a:t> or </a:t>
            </a:r>
            <a:r>
              <a:rPr b="1"/>
              <a:t>folder</a:t>
            </a:r>
          </a:p>
          <a:p>
            <a:pPr>
              <a:defRPr sz="2400">
                <a:solidFill>
                  <a:srgbClr val="FFFFFF"/>
                </a:solidFill>
              </a:defRPr>
            </a:pPr>
            <a:r>
              <a:t>Limited layout &amp; validation options</a:t>
            </a:r>
          </a:p>
        </p:txBody>
      </p:sp>
      <p:pic>
        <p:nvPicPr>
          <p:cNvPr id="2093" name="Graphic 4" descr="Graphic 4"/>
          <p:cNvPicPr>
            <a:picLocks noChangeAspect="1"/>
          </p:cNvPicPr>
          <p:nvPr/>
        </p:nvPicPr>
        <p:blipFill>
          <a:blip r:embed="rId3"/>
          <a:stretch>
            <a:fillRect/>
          </a:stretch>
        </p:blipFill>
        <p:spPr>
          <a:xfrm>
            <a:off x="11201751" y="264084"/>
            <a:ext cx="761299" cy="761300"/>
          </a:xfrm>
          <a:prstGeom prst="rect">
            <a:avLst/>
          </a:prstGeom>
          <a:ln w="12700">
            <a:miter lim="400000"/>
          </a:ln>
        </p:spPr>
      </p:pic>
      <p:pic>
        <p:nvPicPr>
          <p:cNvPr id="2094" name="Content Placeholder 5" descr="Content Placeholder 5"/>
          <p:cNvPicPr>
            <a:picLocks noChangeAspect="1"/>
          </p:cNvPicPr>
          <p:nvPr/>
        </p:nvPicPr>
        <p:blipFill>
          <a:blip r:embed="rId4"/>
          <a:stretch>
            <a:fillRect/>
          </a:stretch>
        </p:blipFill>
        <p:spPr>
          <a:xfrm>
            <a:off x="4896934" y="809191"/>
            <a:ext cx="7132561" cy="4976204"/>
          </a:xfrm>
          <a:prstGeom prst="rect">
            <a:avLst/>
          </a:prstGeom>
          <a:ln>
            <a:solidFill>
              <a:srgbClr val="808080"/>
            </a:solidFill>
          </a:ln>
        </p:spPr>
      </p:pic>
    </p:spTree>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98" name="MIME Type - Examples"/>
          <p:cNvSpPr txBox="1">
            <a:spLocks noGrp="1"/>
          </p:cNvSpPr>
          <p:nvPr>
            <p:ph type="title"/>
          </p:nvPr>
        </p:nvSpPr>
        <p:spPr>
          <a:prstGeom prst="rect">
            <a:avLst/>
          </a:prstGeom>
        </p:spPr>
        <p:txBody>
          <a:bodyPr/>
          <a:lstStyle/>
          <a:p>
            <a:r>
              <a:t>MIME Type - Examples</a:t>
            </a:r>
          </a:p>
        </p:txBody>
      </p:sp>
      <p:graphicFrame>
        <p:nvGraphicFramePr>
          <p:cNvPr id="2099" name="Table 1"/>
          <p:cNvGraphicFramePr/>
          <p:nvPr/>
        </p:nvGraphicFramePr>
        <p:xfrm>
          <a:off x="931888" y="1536335"/>
          <a:ext cx="10328223" cy="4572000"/>
        </p:xfrm>
        <a:graphic>
          <a:graphicData uri="http://schemas.openxmlformats.org/drawingml/2006/table">
            <a:tbl>
              <a:tblPr bandRow="1">
                <a:tableStyleId>{C7B018BB-80A7-4F77-B60F-C8B233D01FF8}</a:tableStyleId>
              </a:tblPr>
              <a:tblGrid>
                <a:gridCol w="2670563">
                  <a:extLst>
                    <a:ext uri="{9D8B030D-6E8A-4147-A177-3AD203B41FA5}">
                      <a16:colId xmlns:a16="http://schemas.microsoft.com/office/drawing/2014/main" val="20000"/>
                    </a:ext>
                  </a:extLst>
                </a:gridCol>
                <a:gridCol w="7657660">
                  <a:extLst>
                    <a:ext uri="{9D8B030D-6E8A-4147-A177-3AD203B41FA5}">
                      <a16:colId xmlns:a16="http://schemas.microsoft.com/office/drawing/2014/main" val="20001"/>
                    </a:ext>
                  </a:extLst>
                </a:gridCol>
              </a:tblGrid>
              <a:tr h="508000">
                <a:tc>
                  <a:txBody>
                    <a:bodyPr/>
                    <a:lstStyle/>
                    <a:p>
                      <a:pPr algn="l" defTabSz="457200">
                        <a:defRPr sz="1800"/>
                      </a:pPr>
                      <a:r>
                        <a:rPr sz="1600" b="1">
                          <a:latin typeface="+mj-lt"/>
                          <a:ea typeface="+mj-ea"/>
                          <a:cs typeface="+mj-cs"/>
                          <a:sym typeface="Helvetica"/>
                        </a:rPr>
                        <a:t>File type (common name)</a:t>
                      </a:r>
                    </a:p>
                  </a:txBody>
                  <a:tcPr marT="0" marB="0" anchor="ctr" horzOverflow="overflow">
                    <a:lnL w="12700">
                      <a:solidFill>
                        <a:srgbClr val="000000"/>
                      </a:solidFill>
                    </a:lnL>
                  </a:tcPr>
                </a:tc>
                <a:tc>
                  <a:txBody>
                    <a:bodyPr/>
                    <a:lstStyle/>
                    <a:p>
                      <a:pPr algn="l" defTabSz="457200">
                        <a:defRPr sz="1800"/>
                      </a:pPr>
                      <a:r>
                        <a:rPr sz="1600" b="1">
                          <a:latin typeface="+mj-lt"/>
                          <a:ea typeface="+mj-ea"/>
                          <a:cs typeface="+mj-cs"/>
                          <a:sym typeface="Helvetica"/>
                        </a:rPr>
                        <a:t>type/subtype</a:t>
                      </a:r>
                    </a:p>
                  </a:txBody>
                  <a:tcPr marT="0" marB="0" anchor="ctr" horzOverflow="overflow">
                    <a:lnR w="12700">
                      <a:solidFill>
                        <a:srgbClr val="000000"/>
                      </a:solidFill>
                    </a:lnR>
                  </a:tcPr>
                </a:tc>
                <a:extLst>
                  <a:ext uri="{0D108BD9-81ED-4DB2-BD59-A6C34878D82A}">
                    <a16:rowId xmlns:a16="http://schemas.microsoft.com/office/drawing/2014/main" val="10000"/>
                  </a:ext>
                </a:extLst>
              </a:tr>
              <a:tr h="508000">
                <a:tc>
                  <a:txBody>
                    <a:bodyPr/>
                    <a:lstStyle/>
                    <a:p>
                      <a:pPr algn="l" defTabSz="457200">
                        <a:defRPr sz="1800"/>
                      </a:pPr>
                      <a:r>
                        <a:rPr sz="1600">
                          <a:latin typeface="+mj-lt"/>
                          <a:ea typeface="+mj-ea"/>
                          <a:cs typeface="+mj-cs"/>
                          <a:sym typeface="Helvetica"/>
                        </a:rPr>
                        <a:t>JPEG image</a:t>
                      </a:r>
                    </a:p>
                  </a:txBody>
                  <a:tcPr marT="0" marB="0" anchor="ctr" horzOverflow="overflow">
                    <a:lnL w="12700">
                      <a:solidFill>
                        <a:srgbClr val="000000"/>
                      </a:solidFill>
                    </a:lnL>
                  </a:tcPr>
                </a:tc>
                <a:tc>
                  <a:txBody>
                    <a:bodyPr/>
                    <a:lstStyle/>
                    <a:p>
                      <a:pPr algn="l" defTabSz="457200">
                        <a:defRPr sz="1600">
                          <a:latin typeface="+mj-lt"/>
                          <a:ea typeface="+mj-ea"/>
                          <a:cs typeface="+mj-cs"/>
                          <a:sym typeface="Helvetica"/>
                        </a:defRPr>
                      </a:pPr>
                      <a:r>
                        <a:rPr b="1">
                          <a:solidFill>
                            <a:schemeClr val="accent2">
                              <a:satOff val="-31873"/>
                              <a:lumOff val="-12039"/>
                            </a:schemeClr>
                          </a:solidFill>
                        </a:rPr>
                        <a:t>image</a:t>
                      </a:r>
                      <a:r>
                        <a:t>/jpeg</a:t>
                      </a:r>
                    </a:p>
                  </a:txBody>
                  <a:tcPr marT="0" marB="0" anchor="ctr" horzOverflow="overflow">
                    <a:lnR w="12700">
                      <a:solidFill>
                        <a:srgbClr val="000000"/>
                      </a:solidFill>
                    </a:lnR>
                  </a:tcPr>
                </a:tc>
                <a:extLst>
                  <a:ext uri="{0D108BD9-81ED-4DB2-BD59-A6C34878D82A}">
                    <a16:rowId xmlns:a16="http://schemas.microsoft.com/office/drawing/2014/main" val="10001"/>
                  </a:ext>
                </a:extLst>
              </a:tr>
              <a:tr h="508000">
                <a:tc>
                  <a:txBody>
                    <a:bodyPr/>
                    <a:lstStyle/>
                    <a:p>
                      <a:pPr algn="l" defTabSz="457200">
                        <a:defRPr sz="1800"/>
                      </a:pPr>
                      <a:r>
                        <a:rPr sz="1600">
                          <a:latin typeface="+mj-lt"/>
                          <a:ea typeface="+mj-ea"/>
                          <a:cs typeface="+mj-cs"/>
                          <a:sym typeface="Helvetica"/>
                        </a:rPr>
                        <a:t>PNG image</a:t>
                      </a:r>
                    </a:p>
                  </a:txBody>
                  <a:tcPr marT="0" marB="0" anchor="ctr" horzOverflow="overflow">
                    <a:lnL w="12700">
                      <a:solidFill>
                        <a:srgbClr val="000000"/>
                      </a:solidFill>
                    </a:lnL>
                  </a:tcPr>
                </a:tc>
                <a:tc>
                  <a:txBody>
                    <a:bodyPr/>
                    <a:lstStyle/>
                    <a:p>
                      <a:pPr algn="l" defTabSz="457200">
                        <a:defRPr sz="1600">
                          <a:latin typeface="+mj-lt"/>
                          <a:ea typeface="+mj-ea"/>
                          <a:cs typeface="+mj-cs"/>
                          <a:sym typeface="Helvetica"/>
                        </a:defRPr>
                      </a:pPr>
                      <a:r>
                        <a:rPr b="1">
                          <a:solidFill>
                            <a:schemeClr val="accent2">
                              <a:satOff val="-31873"/>
                              <a:lumOff val="-12039"/>
                            </a:schemeClr>
                          </a:solidFill>
                        </a:rPr>
                        <a:t>image</a:t>
                      </a:r>
                      <a:r>
                        <a:t>/png</a:t>
                      </a:r>
                    </a:p>
                  </a:txBody>
                  <a:tcPr marT="0" marB="0" anchor="ctr" horzOverflow="overflow">
                    <a:lnR w="12700">
                      <a:solidFill>
                        <a:srgbClr val="000000"/>
                      </a:solidFill>
                    </a:lnR>
                  </a:tcPr>
                </a:tc>
                <a:extLst>
                  <a:ext uri="{0D108BD9-81ED-4DB2-BD59-A6C34878D82A}">
                    <a16:rowId xmlns:a16="http://schemas.microsoft.com/office/drawing/2014/main" val="10002"/>
                  </a:ext>
                </a:extLst>
              </a:tr>
              <a:tr h="508000">
                <a:tc>
                  <a:txBody>
                    <a:bodyPr/>
                    <a:lstStyle/>
                    <a:p>
                      <a:pPr algn="l" defTabSz="457200">
                        <a:defRPr sz="1800"/>
                      </a:pPr>
                      <a:r>
                        <a:rPr sz="1600">
                          <a:latin typeface="+mj-lt"/>
                          <a:ea typeface="+mj-ea"/>
                          <a:cs typeface="+mj-cs"/>
                          <a:sym typeface="Helvetica"/>
                        </a:rPr>
                        <a:t>SVG image</a:t>
                      </a:r>
                    </a:p>
                  </a:txBody>
                  <a:tcPr marT="0" marB="0" anchor="ctr" horzOverflow="overflow">
                    <a:lnL w="12700">
                      <a:solidFill>
                        <a:srgbClr val="000000"/>
                      </a:solidFill>
                    </a:lnL>
                  </a:tcPr>
                </a:tc>
                <a:tc>
                  <a:txBody>
                    <a:bodyPr/>
                    <a:lstStyle/>
                    <a:p>
                      <a:pPr algn="l" defTabSz="457200">
                        <a:defRPr sz="1600">
                          <a:latin typeface="+mj-lt"/>
                          <a:ea typeface="+mj-ea"/>
                          <a:cs typeface="+mj-cs"/>
                          <a:sym typeface="Helvetica"/>
                        </a:defRPr>
                      </a:pPr>
                      <a:r>
                        <a:rPr b="1">
                          <a:solidFill>
                            <a:schemeClr val="accent2">
                              <a:satOff val="-31873"/>
                              <a:lumOff val="-12039"/>
                            </a:schemeClr>
                          </a:solidFill>
                        </a:rPr>
                        <a:t>image</a:t>
                      </a:r>
                      <a:r>
                        <a:t>/svg+xml</a:t>
                      </a:r>
                    </a:p>
                  </a:txBody>
                  <a:tcPr marT="0" marB="0" anchor="ctr" horzOverflow="overflow">
                    <a:lnR w="12700">
                      <a:solidFill>
                        <a:srgbClr val="000000"/>
                      </a:solidFill>
                    </a:lnR>
                  </a:tcPr>
                </a:tc>
                <a:extLst>
                  <a:ext uri="{0D108BD9-81ED-4DB2-BD59-A6C34878D82A}">
                    <a16:rowId xmlns:a16="http://schemas.microsoft.com/office/drawing/2014/main" val="10003"/>
                  </a:ext>
                </a:extLst>
              </a:tr>
              <a:tr h="508000">
                <a:tc>
                  <a:txBody>
                    <a:bodyPr/>
                    <a:lstStyle/>
                    <a:p>
                      <a:pPr algn="l" defTabSz="457200">
                        <a:defRPr sz="1800"/>
                      </a:pPr>
                      <a:r>
                        <a:rPr sz="1600">
                          <a:latin typeface="+mj-lt"/>
                          <a:ea typeface="+mj-ea"/>
                          <a:cs typeface="+mj-cs"/>
                          <a:sym typeface="Helvetica"/>
                        </a:rPr>
                        <a:t>PDF document</a:t>
                      </a:r>
                    </a:p>
                  </a:txBody>
                  <a:tcPr marT="0" marB="0" anchor="ctr" horzOverflow="overflow">
                    <a:lnL w="12700">
                      <a:solidFill>
                        <a:srgbClr val="000000"/>
                      </a:solidFill>
                    </a:lnL>
                  </a:tcPr>
                </a:tc>
                <a:tc>
                  <a:txBody>
                    <a:bodyPr/>
                    <a:lstStyle/>
                    <a:p>
                      <a:pPr algn="l" defTabSz="457200">
                        <a:defRPr sz="1600">
                          <a:latin typeface="+mj-lt"/>
                          <a:ea typeface="+mj-ea"/>
                          <a:cs typeface="+mj-cs"/>
                          <a:sym typeface="Helvetica"/>
                        </a:defRPr>
                      </a:pPr>
                      <a:r>
                        <a:rPr b="1">
                          <a:solidFill>
                            <a:schemeClr val="accent6">
                              <a:lumOff val="-9215"/>
                            </a:schemeClr>
                          </a:solidFill>
                        </a:rPr>
                        <a:t>application</a:t>
                      </a:r>
                      <a:r>
                        <a:t>/pdf</a:t>
                      </a:r>
                    </a:p>
                  </a:txBody>
                  <a:tcPr marT="0" marB="0" anchor="ctr" horzOverflow="overflow">
                    <a:lnR w="12700">
                      <a:solidFill>
                        <a:srgbClr val="000000"/>
                      </a:solidFill>
                    </a:lnR>
                  </a:tcPr>
                </a:tc>
                <a:extLst>
                  <a:ext uri="{0D108BD9-81ED-4DB2-BD59-A6C34878D82A}">
                    <a16:rowId xmlns:a16="http://schemas.microsoft.com/office/drawing/2014/main" val="10004"/>
                  </a:ext>
                </a:extLst>
              </a:tr>
              <a:tr h="508000">
                <a:tc>
                  <a:txBody>
                    <a:bodyPr/>
                    <a:lstStyle/>
                    <a:p>
                      <a:pPr algn="l" defTabSz="457200">
                        <a:defRPr sz="1800"/>
                      </a:pPr>
                      <a:r>
                        <a:rPr sz="1600">
                          <a:latin typeface="+mj-lt"/>
                          <a:ea typeface="+mj-ea"/>
                          <a:cs typeface="+mj-cs"/>
                          <a:sym typeface="Helvetica"/>
                        </a:rPr>
                        <a:t>Word document (DOCX)</a:t>
                      </a:r>
                    </a:p>
                  </a:txBody>
                  <a:tcPr marT="0" marB="0" anchor="ctr" horzOverflow="overflow">
                    <a:lnL w="12700">
                      <a:solidFill>
                        <a:srgbClr val="000000"/>
                      </a:solidFill>
                    </a:lnL>
                  </a:tcPr>
                </a:tc>
                <a:tc>
                  <a:txBody>
                    <a:bodyPr/>
                    <a:lstStyle/>
                    <a:p>
                      <a:pPr algn="l" defTabSz="457200">
                        <a:defRPr sz="1600">
                          <a:latin typeface="+mj-lt"/>
                          <a:ea typeface="+mj-ea"/>
                          <a:cs typeface="+mj-cs"/>
                          <a:sym typeface="Helvetica"/>
                        </a:defRPr>
                      </a:pPr>
                      <a:r>
                        <a:rPr b="1">
                          <a:solidFill>
                            <a:schemeClr val="accent6">
                              <a:lumOff val="-9215"/>
                            </a:schemeClr>
                          </a:solidFill>
                        </a:rPr>
                        <a:t>application</a:t>
                      </a:r>
                      <a:r>
                        <a:t>/vnd.openxmlformats-officedocument.wordprocessingml.document</a:t>
                      </a:r>
                    </a:p>
                  </a:txBody>
                  <a:tcPr marT="0" marB="0" anchor="ctr" horzOverflow="overflow">
                    <a:lnR w="12700">
                      <a:solidFill>
                        <a:srgbClr val="000000"/>
                      </a:solidFill>
                    </a:lnR>
                  </a:tcPr>
                </a:tc>
                <a:extLst>
                  <a:ext uri="{0D108BD9-81ED-4DB2-BD59-A6C34878D82A}">
                    <a16:rowId xmlns:a16="http://schemas.microsoft.com/office/drawing/2014/main" val="10005"/>
                  </a:ext>
                </a:extLst>
              </a:tr>
              <a:tr h="508000">
                <a:tc>
                  <a:txBody>
                    <a:bodyPr/>
                    <a:lstStyle/>
                    <a:p>
                      <a:pPr algn="l" defTabSz="457200">
                        <a:defRPr sz="1800"/>
                      </a:pPr>
                      <a:r>
                        <a:rPr sz="1600">
                          <a:latin typeface="+mj-lt"/>
                          <a:ea typeface="+mj-ea"/>
                          <a:cs typeface="+mj-cs"/>
                          <a:sym typeface="Helvetica"/>
                        </a:rPr>
                        <a:t>PowerPoint (PPTX)</a:t>
                      </a:r>
                    </a:p>
                  </a:txBody>
                  <a:tcPr marT="0" marB="0" anchor="ctr" horzOverflow="overflow">
                    <a:lnL w="12700">
                      <a:solidFill>
                        <a:srgbClr val="000000"/>
                      </a:solidFill>
                    </a:lnL>
                  </a:tcPr>
                </a:tc>
                <a:tc>
                  <a:txBody>
                    <a:bodyPr/>
                    <a:lstStyle/>
                    <a:p>
                      <a:pPr algn="l" defTabSz="457200">
                        <a:defRPr sz="1600">
                          <a:latin typeface="+mj-lt"/>
                          <a:ea typeface="+mj-ea"/>
                          <a:cs typeface="+mj-cs"/>
                          <a:sym typeface="Helvetica"/>
                        </a:defRPr>
                      </a:pPr>
                      <a:r>
                        <a:rPr b="1">
                          <a:solidFill>
                            <a:schemeClr val="accent6">
                              <a:lumOff val="-9215"/>
                            </a:schemeClr>
                          </a:solidFill>
                        </a:rPr>
                        <a:t>application</a:t>
                      </a:r>
                      <a:r>
                        <a:t>/vnd.openxmlformats-officedocument.presentationml.presentation</a:t>
                      </a:r>
                    </a:p>
                  </a:txBody>
                  <a:tcPr marT="0" marB="0" anchor="ctr" horzOverflow="overflow">
                    <a:lnR w="12700">
                      <a:solidFill>
                        <a:srgbClr val="000000"/>
                      </a:solidFill>
                    </a:lnR>
                  </a:tcPr>
                </a:tc>
                <a:extLst>
                  <a:ext uri="{0D108BD9-81ED-4DB2-BD59-A6C34878D82A}">
                    <a16:rowId xmlns:a16="http://schemas.microsoft.com/office/drawing/2014/main" val="10006"/>
                  </a:ext>
                </a:extLst>
              </a:tr>
              <a:tr h="508000">
                <a:tc>
                  <a:txBody>
                    <a:bodyPr/>
                    <a:lstStyle/>
                    <a:p>
                      <a:pPr algn="l" defTabSz="457200">
                        <a:defRPr sz="1800"/>
                      </a:pPr>
                      <a:r>
                        <a:rPr sz="1600">
                          <a:latin typeface="+mj-lt"/>
                          <a:ea typeface="+mj-ea"/>
                          <a:cs typeface="+mj-cs"/>
                          <a:sym typeface="Helvetica"/>
                        </a:rPr>
                        <a:t>ZIP archive</a:t>
                      </a:r>
                    </a:p>
                  </a:txBody>
                  <a:tcPr marT="0" marB="0" anchor="ctr" horzOverflow="overflow">
                    <a:lnL w="12700">
                      <a:solidFill>
                        <a:srgbClr val="000000"/>
                      </a:solidFill>
                    </a:lnL>
                  </a:tcPr>
                </a:tc>
                <a:tc>
                  <a:txBody>
                    <a:bodyPr/>
                    <a:lstStyle/>
                    <a:p>
                      <a:pPr algn="l" defTabSz="457200">
                        <a:defRPr sz="1600">
                          <a:latin typeface="+mj-lt"/>
                          <a:ea typeface="+mj-ea"/>
                          <a:cs typeface="+mj-cs"/>
                          <a:sym typeface="Helvetica"/>
                        </a:defRPr>
                      </a:pPr>
                      <a:r>
                        <a:rPr b="1">
                          <a:solidFill>
                            <a:schemeClr val="accent6">
                              <a:lumOff val="-9215"/>
                            </a:schemeClr>
                          </a:solidFill>
                        </a:rPr>
                        <a:t>application</a:t>
                      </a:r>
                      <a:r>
                        <a:t>/zip</a:t>
                      </a:r>
                    </a:p>
                  </a:txBody>
                  <a:tcPr marT="0" marB="0" anchor="ctr" horzOverflow="overflow">
                    <a:lnR w="12700">
                      <a:solidFill>
                        <a:srgbClr val="000000"/>
                      </a:solidFill>
                    </a:lnR>
                  </a:tcPr>
                </a:tc>
                <a:extLst>
                  <a:ext uri="{0D108BD9-81ED-4DB2-BD59-A6C34878D82A}">
                    <a16:rowId xmlns:a16="http://schemas.microsoft.com/office/drawing/2014/main" val="10007"/>
                  </a:ext>
                </a:extLst>
              </a:tr>
              <a:tr h="508000">
                <a:tc>
                  <a:txBody>
                    <a:bodyPr/>
                    <a:lstStyle/>
                    <a:p>
                      <a:pPr algn="l" defTabSz="457200">
                        <a:defRPr sz="1800"/>
                      </a:pPr>
                      <a:r>
                        <a:rPr sz="1600">
                          <a:latin typeface="+mj-lt"/>
                          <a:ea typeface="+mj-ea"/>
                          <a:cs typeface="+mj-cs"/>
                          <a:sym typeface="Helvetica"/>
                        </a:rPr>
                        <a:t>MP4 video</a:t>
                      </a:r>
                    </a:p>
                  </a:txBody>
                  <a:tcPr marT="0" marB="0" anchor="ctr" horzOverflow="overflow">
                    <a:lnL w="12700">
                      <a:solidFill>
                        <a:srgbClr val="000000"/>
                      </a:solidFill>
                    </a:lnL>
                  </a:tcPr>
                </a:tc>
                <a:tc>
                  <a:txBody>
                    <a:bodyPr/>
                    <a:lstStyle/>
                    <a:p>
                      <a:pPr algn="l" defTabSz="457200">
                        <a:defRPr sz="1600">
                          <a:latin typeface="+mj-lt"/>
                          <a:ea typeface="+mj-ea"/>
                          <a:cs typeface="+mj-cs"/>
                          <a:sym typeface="Helvetica"/>
                        </a:defRPr>
                      </a:pPr>
                      <a:r>
                        <a:rPr b="1">
                          <a:solidFill>
                            <a:schemeClr val="accent1">
                              <a:lumOff val="-6784"/>
                            </a:schemeClr>
                          </a:solidFill>
                        </a:rPr>
                        <a:t>video</a:t>
                      </a:r>
                      <a:r>
                        <a:t>/mp4</a:t>
                      </a:r>
                    </a:p>
                  </a:txBody>
                  <a:tcPr marT="0" marB="0" anchor="ctr" horzOverflow="overflow">
                    <a:lnR w="12700">
                      <a:solidFill>
                        <a:srgbClr val="000000"/>
                      </a:solidFill>
                    </a:lnR>
                  </a:tcPr>
                </a:tc>
                <a:extLst>
                  <a:ext uri="{0D108BD9-81ED-4DB2-BD59-A6C34878D82A}">
                    <a16:rowId xmlns:a16="http://schemas.microsoft.com/office/drawing/2014/main" val="10008"/>
                  </a:ext>
                </a:extLst>
              </a:tr>
            </a:tbl>
          </a:graphicData>
        </a:graphic>
      </p:graphicFrame>
    </p:spTree>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3" name="Adobe-provided Forms (used as templates)"/>
          <p:cNvSpPr txBox="1">
            <a:spLocks noGrp="1"/>
          </p:cNvSpPr>
          <p:nvPr>
            <p:ph type="title"/>
          </p:nvPr>
        </p:nvSpPr>
        <p:spPr>
          <a:prstGeom prst="rect">
            <a:avLst/>
          </a:prstGeom>
        </p:spPr>
        <p:txBody>
          <a:bodyPr/>
          <a:lstStyle/>
          <a:p>
            <a:r>
              <a:t>Adobe-provided Forms (used as templates)</a:t>
            </a:r>
          </a:p>
        </p:txBody>
      </p:sp>
      <p:grpSp>
        <p:nvGrpSpPr>
          <p:cNvPr id="2115" name="Group"/>
          <p:cNvGrpSpPr/>
          <p:nvPr/>
        </p:nvGrpSpPr>
        <p:grpSpPr>
          <a:xfrm>
            <a:off x="790134" y="1902515"/>
            <a:ext cx="10424345" cy="4499512"/>
            <a:chOff x="-249380" y="0"/>
            <a:chExt cx="10424344" cy="4499511"/>
          </a:xfrm>
        </p:grpSpPr>
        <p:pic>
          <p:nvPicPr>
            <p:cNvPr id="2104" name="Screenshot 2025-12-20 at 12.18.46.png" descr="Screenshot 2025-12-20 at 12.18.46.png"/>
            <p:cNvPicPr>
              <a:picLocks noChangeAspect="1"/>
            </p:cNvPicPr>
            <p:nvPr/>
          </p:nvPicPr>
          <p:blipFill>
            <a:blip r:embed="rId3"/>
            <a:stretch>
              <a:fillRect/>
            </a:stretch>
          </p:blipFill>
          <p:spPr>
            <a:xfrm>
              <a:off x="2780673" y="72886"/>
              <a:ext cx="3180391" cy="4426626"/>
            </a:xfrm>
            <a:prstGeom prst="rect">
              <a:avLst/>
            </a:prstGeom>
            <a:ln w="9525" cap="flat">
              <a:solidFill>
                <a:srgbClr val="808080"/>
              </a:solidFill>
              <a:prstDash val="solid"/>
              <a:round/>
            </a:ln>
            <a:effectLst/>
          </p:spPr>
        </p:pic>
        <p:sp>
          <p:nvSpPr>
            <p:cNvPr id="2105" name="application/pdf"/>
            <p:cNvSpPr txBox="1"/>
            <p:nvPr/>
          </p:nvSpPr>
          <p:spPr>
            <a:xfrm>
              <a:off x="-249381" y="1460310"/>
              <a:ext cx="1632787" cy="36914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tIns="45719" rIns="45719" bIns="45719" numCol="1" anchor="t">
              <a:noAutofit/>
            </a:bodyPr>
            <a:lstStyle/>
            <a:p>
              <a:pPr defTabSz="457200">
                <a:defRPr sz="1600">
                  <a:latin typeface="+mj-lt"/>
                  <a:ea typeface="+mj-ea"/>
                  <a:cs typeface="+mj-cs"/>
                  <a:sym typeface="Helvetica"/>
                </a:defRPr>
              </a:pPr>
              <a:r>
                <a:rPr b="1">
                  <a:solidFill>
                    <a:schemeClr val="accent6">
                      <a:lumOff val="-9215"/>
                    </a:schemeClr>
                  </a:solidFill>
                </a:rPr>
                <a:t>application</a:t>
              </a:r>
              <a:r>
                <a:t>/pdf</a:t>
              </a:r>
            </a:p>
          </p:txBody>
        </p:sp>
        <p:sp>
          <p:nvSpPr>
            <p:cNvPr id="2106" name="Line"/>
            <p:cNvSpPr/>
            <p:nvPr/>
          </p:nvSpPr>
          <p:spPr>
            <a:xfrm flipV="1">
              <a:off x="3543927" y="969455"/>
              <a:ext cx="2974569" cy="632896"/>
            </a:xfrm>
            <a:prstGeom prst="line">
              <a:avLst/>
            </a:prstGeom>
            <a:noFill/>
            <a:ln w="12700" cap="flat">
              <a:solidFill>
                <a:schemeClr val="accent6">
                  <a:lumOff val="-9215"/>
                </a:schemeClr>
              </a:solidFill>
              <a:prstDash val="solid"/>
              <a:miter lim="800000"/>
            </a:ln>
            <a:effectLst/>
          </p:spPr>
          <p:txBody>
            <a:bodyPr wrap="square" lIns="45719" tIns="45719" rIns="45719" bIns="45719" numCol="1" anchor="t">
              <a:noAutofit/>
            </a:bodyPr>
            <a:lstStyle/>
            <a:p>
              <a:endParaRPr/>
            </a:p>
          </p:txBody>
        </p:sp>
        <p:sp>
          <p:nvSpPr>
            <p:cNvPr id="2107" name="video/mp4"/>
            <p:cNvSpPr txBox="1"/>
            <p:nvPr/>
          </p:nvSpPr>
          <p:spPr>
            <a:xfrm>
              <a:off x="-213671" y="1848559"/>
              <a:ext cx="1297044" cy="380286"/>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tIns="45719" rIns="45719" bIns="45719" numCol="1" anchor="t">
              <a:noAutofit/>
            </a:bodyPr>
            <a:lstStyle/>
            <a:p>
              <a:pPr defTabSz="457200">
                <a:defRPr sz="1600">
                  <a:latin typeface="+mj-lt"/>
                  <a:ea typeface="+mj-ea"/>
                  <a:cs typeface="+mj-cs"/>
                  <a:sym typeface="Helvetica"/>
                </a:defRPr>
              </a:pPr>
              <a:r>
                <a:rPr b="1">
                  <a:solidFill>
                    <a:schemeClr val="accent1">
                      <a:lumOff val="-6784"/>
                    </a:schemeClr>
                  </a:solidFill>
                </a:rPr>
                <a:t>video</a:t>
              </a:r>
              <a:r>
                <a:t>/mp4</a:t>
              </a:r>
            </a:p>
          </p:txBody>
        </p:sp>
        <p:sp>
          <p:nvSpPr>
            <p:cNvPr id="2108" name="Line"/>
            <p:cNvSpPr/>
            <p:nvPr/>
          </p:nvSpPr>
          <p:spPr>
            <a:xfrm>
              <a:off x="1111687" y="2038701"/>
              <a:ext cx="1740094" cy="1"/>
            </a:xfrm>
            <a:prstGeom prst="line">
              <a:avLst/>
            </a:prstGeom>
            <a:noFill/>
            <a:ln w="12700" cap="flat">
              <a:solidFill>
                <a:schemeClr val="accent1">
                  <a:lumOff val="-6784"/>
                </a:schemeClr>
              </a:solidFill>
              <a:prstDash val="solid"/>
              <a:miter lim="800000"/>
            </a:ln>
            <a:effectLst/>
          </p:spPr>
          <p:txBody>
            <a:bodyPr wrap="square" lIns="45719" tIns="45719" rIns="45719" bIns="45719" numCol="1" anchor="t">
              <a:noAutofit/>
            </a:bodyPr>
            <a:lstStyle/>
            <a:p>
              <a:endParaRPr/>
            </a:p>
          </p:txBody>
        </p:sp>
        <p:pic>
          <p:nvPicPr>
            <p:cNvPr id="2109" name="Screenshot 2025-12-21 at 12.15.30.png" descr="Screenshot 2025-12-21 at 12.15.30.png"/>
            <p:cNvPicPr>
              <a:picLocks noChangeAspect="1"/>
            </p:cNvPicPr>
            <p:nvPr/>
          </p:nvPicPr>
          <p:blipFill>
            <a:blip r:embed="rId4"/>
            <a:stretch>
              <a:fillRect/>
            </a:stretch>
          </p:blipFill>
          <p:spPr>
            <a:xfrm>
              <a:off x="6471913" y="1873987"/>
              <a:ext cx="3703052" cy="2596162"/>
            </a:xfrm>
            <a:prstGeom prst="rect">
              <a:avLst/>
            </a:prstGeom>
            <a:ln w="9525" cap="flat">
              <a:solidFill>
                <a:srgbClr val="808080"/>
              </a:solidFill>
              <a:prstDash val="solid"/>
              <a:round/>
            </a:ln>
            <a:effectLst/>
          </p:spPr>
        </p:pic>
        <p:sp>
          <p:nvSpPr>
            <p:cNvPr id="2110" name="Line"/>
            <p:cNvSpPr/>
            <p:nvPr/>
          </p:nvSpPr>
          <p:spPr>
            <a:xfrm>
              <a:off x="3348429" y="2044494"/>
              <a:ext cx="3111815" cy="292020"/>
            </a:xfrm>
            <a:prstGeom prst="line">
              <a:avLst/>
            </a:prstGeom>
            <a:noFill/>
            <a:ln w="12700" cap="flat">
              <a:solidFill>
                <a:schemeClr val="accent1">
                  <a:lumOff val="-6784"/>
                </a:schemeClr>
              </a:solidFill>
              <a:prstDash val="solid"/>
              <a:miter lim="800000"/>
            </a:ln>
            <a:effectLst/>
          </p:spPr>
          <p:txBody>
            <a:bodyPr wrap="square" lIns="45719" tIns="45719" rIns="45719" bIns="45719" numCol="1" anchor="t">
              <a:noAutofit/>
            </a:bodyPr>
            <a:lstStyle/>
            <a:p>
              <a:endParaRPr/>
            </a:p>
          </p:txBody>
        </p:sp>
        <p:pic>
          <p:nvPicPr>
            <p:cNvPr id="2111" name="Screenshot 2025-12-21 at 12.20.55.png" descr="Screenshot 2025-12-21 at 12.20.55.png"/>
            <p:cNvPicPr>
              <a:picLocks noChangeAspect="1"/>
            </p:cNvPicPr>
            <p:nvPr/>
          </p:nvPicPr>
          <p:blipFill>
            <a:blip r:embed="rId5"/>
            <a:stretch>
              <a:fillRect/>
            </a:stretch>
          </p:blipFill>
          <p:spPr>
            <a:xfrm>
              <a:off x="6515451" y="0"/>
              <a:ext cx="2554930" cy="1531441"/>
            </a:xfrm>
            <a:prstGeom prst="rect">
              <a:avLst/>
            </a:prstGeom>
            <a:ln w="12700" cap="flat">
              <a:solidFill>
                <a:srgbClr val="535353"/>
              </a:solidFill>
              <a:prstDash val="solid"/>
              <a:miter lim="800000"/>
            </a:ln>
            <a:effectLst/>
          </p:spPr>
        </p:pic>
        <p:sp>
          <p:nvSpPr>
            <p:cNvPr id="2112" name="Line"/>
            <p:cNvSpPr/>
            <p:nvPr/>
          </p:nvSpPr>
          <p:spPr>
            <a:xfrm>
              <a:off x="1460278" y="1644883"/>
              <a:ext cx="1382715" cy="1"/>
            </a:xfrm>
            <a:prstGeom prst="line">
              <a:avLst/>
            </a:prstGeom>
            <a:noFill/>
            <a:ln w="12700" cap="flat">
              <a:solidFill>
                <a:schemeClr val="accent6">
                  <a:lumOff val="-9215"/>
                </a:schemeClr>
              </a:solidFill>
              <a:prstDash val="solid"/>
              <a:miter lim="800000"/>
            </a:ln>
            <a:effectLst/>
          </p:spPr>
          <p:txBody>
            <a:bodyPr wrap="square" lIns="45719" tIns="45719" rIns="45719" bIns="45719" numCol="1" anchor="t">
              <a:noAutofit/>
            </a:bodyPr>
            <a:lstStyle/>
            <a:p>
              <a:endParaRPr/>
            </a:p>
          </p:txBody>
        </p:sp>
        <p:sp>
          <p:nvSpPr>
            <p:cNvPr id="2113" name="image/png"/>
            <p:cNvSpPr txBox="1"/>
            <p:nvPr/>
          </p:nvSpPr>
          <p:spPr>
            <a:xfrm>
              <a:off x="-197986" y="514453"/>
              <a:ext cx="1265674" cy="385452"/>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tIns="45719" rIns="45719" bIns="45719" numCol="1" anchor="t">
              <a:noAutofit/>
            </a:bodyPr>
            <a:lstStyle/>
            <a:p>
              <a:pPr defTabSz="457200">
                <a:defRPr sz="1600">
                  <a:latin typeface="+mj-lt"/>
                  <a:ea typeface="+mj-ea"/>
                  <a:cs typeface="+mj-cs"/>
                  <a:sym typeface="Helvetica"/>
                </a:defRPr>
              </a:pPr>
              <a:r>
                <a:rPr b="1">
                  <a:solidFill>
                    <a:schemeClr val="accent2">
                      <a:satOff val="-31873"/>
                      <a:lumOff val="-12039"/>
                    </a:schemeClr>
                  </a:solidFill>
                </a:rPr>
                <a:t>image</a:t>
              </a:r>
              <a:r>
                <a:t>/png</a:t>
              </a:r>
            </a:p>
          </p:txBody>
        </p:sp>
        <p:sp>
          <p:nvSpPr>
            <p:cNvPr id="2114" name="Line"/>
            <p:cNvSpPr/>
            <p:nvPr/>
          </p:nvSpPr>
          <p:spPr>
            <a:xfrm>
              <a:off x="1071535" y="669409"/>
              <a:ext cx="1747493" cy="1"/>
            </a:xfrm>
            <a:prstGeom prst="line">
              <a:avLst/>
            </a:prstGeom>
            <a:noFill/>
            <a:ln w="12700" cap="flat">
              <a:solidFill>
                <a:schemeClr val="accent2">
                  <a:satOff val="-31873"/>
                  <a:lumOff val="-12039"/>
                </a:schemeClr>
              </a:solidFill>
              <a:prstDash val="solid"/>
              <a:miter lim="800000"/>
            </a:ln>
            <a:effectLst/>
          </p:spPr>
          <p:txBody>
            <a:bodyPr wrap="square" lIns="45719" tIns="45719" rIns="45719" bIns="45719" numCol="1" anchor="t">
              <a:noAutofit/>
            </a:bodyPr>
            <a:lstStyle/>
            <a:p>
              <a:endParaRPr/>
            </a:p>
          </p:txBody>
        </p:sp>
      </p:grpSp>
      <p:sp>
        <p:nvSpPr>
          <p:cNvPr id="2116" name="Example MIME Type"/>
          <p:cNvSpPr txBox="1"/>
          <p:nvPr/>
        </p:nvSpPr>
        <p:spPr>
          <a:xfrm>
            <a:off x="916176" y="1370200"/>
            <a:ext cx="2018666" cy="3708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p>
            <a:r>
              <a:t>Example MIME Type</a:t>
            </a:r>
          </a:p>
        </p:txBody>
      </p:sp>
      <p:sp>
        <p:nvSpPr>
          <p:cNvPr id="2117" name="Available forms"/>
          <p:cNvSpPr txBox="1"/>
          <p:nvPr/>
        </p:nvSpPr>
        <p:spPr>
          <a:xfrm>
            <a:off x="4597454" y="1370200"/>
            <a:ext cx="1529919" cy="3708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p>
            <a:r>
              <a:t>Available forms</a:t>
            </a:r>
          </a:p>
        </p:txBody>
      </p:sp>
      <p:sp>
        <p:nvSpPr>
          <p:cNvPr id="2118" name="Example form contents"/>
          <p:cNvSpPr txBox="1"/>
          <p:nvPr/>
        </p:nvSpPr>
        <p:spPr>
          <a:xfrm>
            <a:off x="8278732" y="1370200"/>
            <a:ext cx="2263268" cy="3708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p>
            <a:r>
              <a:t>Example form contents</a:t>
            </a:r>
          </a:p>
        </p:txBody>
      </p:sp>
    </p:spTree>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22" name="Title 1"/>
          <p:cNvSpPr txBox="1">
            <a:spLocks noGrp="1"/>
          </p:cNvSpPr>
          <p:nvPr>
            <p:ph type="title"/>
          </p:nvPr>
        </p:nvSpPr>
        <p:spPr>
          <a:xfrm>
            <a:off x="609600" y="264084"/>
            <a:ext cx="10972800" cy="946391"/>
          </a:xfrm>
          <a:prstGeom prst="rect">
            <a:avLst/>
          </a:prstGeom>
        </p:spPr>
        <p:txBody>
          <a:bodyPr/>
          <a:lstStyle/>
          <a:p>
            <a:r>
              <a:t>Exercise 2.2: Apply Metadata Forms</a:t>
            </a:r>
          </a:p>
        </p:txBody>
      </p:sp>
      <p:sp>
        <p:nvSpPr>
          <p:cNvPr id="2123" name="Content Placeholder 2"/>
          <p:cNvSpPr txBox="1">
            <a:spLocks noGrp="1"/>
          </p:cNvSpPr>
          <p:nvPr>
            <p:ph type="body" idx="4294967295"/>
          </p:nvPr>
        </p:nvSpPr>
        <p:spPr>
          <a:xfrm>
            <a:off x="609600" y="1554480"/>
            <a:ext cx="7730836" cy="4991101"/>
          </a:xfrm>
          <a:prstGeom prst="rect">
            <a:avLst/>
          </a:prstGeom>
        </p:spPr>
        <p:txBody>
          <a:bodyPr>
            <a:normAutofit/>
          </a:bodyPr>
          <a:lstStyle/>
          <a:p>
            <a:pPr>
              <a:defRPr sz="2400">
                <a:solidFill>
                  <a:srgbClr val="FFFFFF"/>
                </a:solidFill>
              </a:defRPr>
            </a:pPr>
            <a:r>
              <a:t>Create a custom form to include access to photoshop:city</a:t>
            </a:r>
          </a:p>
          <a:p>
            <a:pPr>
              <a:defRPr sz="2400">
                <a:solidFill>
                  <a:srgbClr val="FFFFFF"/>
                </a:solidFill>
              </a:defRPr>
            </a:pPr>
            <a:r>
              <a:t>Apply form to our folders</a:t>
            </a:r>
          </a:p>
          <a:p>
            <a:pPr>
              <a:defRPr sz="2400">
                <a:solidFill>
                  <a:srgbClr val="FFFFFF"/>
                </a:solidFill>
              </a:defRPr>
            </a:pPr>
            <a:r>
              <a:t>Understand effect on MIME types</a:t>
            </a:r>
          </a:p>
          <a:p>
            <a:pPr>
              <a:defRPr sz="2400">
                <a:solidFill>
                  <a:srgbClr val="FFFFFF"/>
                </a:solidFill>
              </a:defRPr>
            </a:pPr>
            <a:endParaRPr/>
          </a:p>
          <a:p>
            <a:pPr>
              <a:buFontTx/>
              <a:defRPr sz="2800">
                <a:solidFill>
                  <a:srgbClr val="FFFFFF"/>
                </a:solidFill>
              </a:defRPr>
            </a:pPr>
            <a:r>
              <a:t>Challenge: Mixed MIME types and Metadata Forms</a:t>
            </a:r>
          </a:p>
        </p:txBody>
      </p:sp>
    </p:spTree>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25" name="Title 1"/>
          <p:cNvSpPr txBox="1">
            <a:spLocks noGrp="1"/>
          </p:cNvSpPr>
          <p:nvPr>
            <p:ph type="title"/>
          </p:nvPr>
        </p:nvSpPr>
        <p:spPr>
          <a:xfrm>
            <a:off x="609600" y="264084"/>
            <a:ext cx="10972800" cy="946391"/>
          </a:xfrm>
          <a:prstGeom prst="rect">
            <a:avLst/>
          </a:prstGeom>
        </p:spPr>
        <p:txBody>
          <a:bodyPr/>
          <a:lstStyle/>
          <a:p>
            <a:r>
              <a:t>Search Capabilities – Assets View</a:t>
            </a:r>
          </a:p>
        </p:txBody>
      </p:sp>
      <p:sp>
        <p:nvSpPr>
          <p:cNvPr id="2126" name="Content Placeholder 2"/>
          <p:cNvSpPr txBox="1">
            <a:spLocks noGrp="1"/>
          </p:cNvSpPr>
          <p:nvPr>
            <p:ph type="body" idx="1"/>
          </p:nvPr>
        </p:nvSpPr>
        <p:spPr>
          <a:xfrm>
            <a:off x="609600" y="1334323"/>
            <a:ext cx="8084233" cy="4992625"/>
          </a:xfrm>
          <a:prstGeom prst="rect">
            <a:avLst/>
          </a:prstGeom>
        </p:spPr>
        <p:txBody>
          <a:bodyPr/>
          <a:lstStyle/>
          <a:p>
            <a:r>
              <a:t>Assets View search supports powerful features such as fuzzy search, boolean search, proximity, wild card, and suggestions.</a:t>
            </a:r>
          </a:p>
          <a:p>
            <a:r>
              <a:t>Assets View supports </a:t>
            </a:r>
            <a:r>
              <a:rPr i="1"/>
              <a:t>contextual search</a:t>
            </a:r>
            <a:r>
              <a:t>: natural language input;</a:t>
            </a:r>
          </a:p>
          <a:p>
            <a:pPr lvl="1">
              <a:defRPr sz="2000"/>
            </a:pPr>
            <a:r>
              <a:t>E.g., “images of mountains uploaded in the last month”</a:t>
            </a:r>
          </a:p>
          <a:p>
            <a:r>
              <a:t>Assets View uses AI for ranking results</a:t>
            </a:r>
          </a:p>
          <a:p>
            <a:r>
              <a:t>Aim: search by description, not file structure</a:t>
            </a:r>
          </a:p>
        </p:txBody>
      </p:sp>
      <p:pic>
        <p:nvPicPr>
          <p:cNvPr id="2127" name="Picture 6" descr="Picture 6"/>
          <p:cNvPicPr>
            <a:picLocks noChangeAspect="1"/>
          </p:cNvPicPr>
          <p:nvPr/>
        </p:nvPicPr>
        <p:blipFill>
          <a:blip r:embed="rId3"/>
          <a:stretch>
            <a:fillRect/>
          </a:stretch>
        </p:blipFill>
        <p:spPr>
          <a:xfrm>
            <a:off x="9320521" y="0"/>
            <a:ext cx="2871479" cy="6858000"/>
          </a:xfrm>
          <a:prstGeom prst="rect">
            <a:avLst/>
          </a:prstGeom>
          <a:ln w="12700">
            <a:miter lim="400000"/>
          </a:ln>
        </p:spPr>
      </p:pic>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2126">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2126">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iterate>
                                    <p:tmAbs val="0"/>
                                  </p:iterate>
                                  <p:childTnLst>
                                    <p:set>
                                      <p:cBhvr>
                                        <p:cTn id="12" fill="hold"/>
                                        <p:tgtEl>
                                          <p:spTgt spid="2126">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iterate>
                                    <p:tmAbs val="0"/>
                                  </p:iterate>
                                  <p:childTnLst>
                                    <p:set>
                                      <p:cBhvr>
                                        <p:cTn id="16" fill="hold"/>
                                        <p:tgtEl>
                                          <p:spTgt spid="2126">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iterate>
                                    <p:tmAbs val="0"/>
                                  </p:iterate>
                                  <p:childTnLst>
                                    <p:set>
                                      <p:cBhvr>
                                        <p:cTn id="20" fill="hold"/>
                                        <p:tgtEl>
                                          <p:spTgt spid="2126">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iterate>
                                    <p:tmAbs val="0"/>
                                  </p:iterate>
                                  <p:childTnLst>
                                    <p:set>
                                      <p:cBhvr>
                                        <p:cTn id="24" fill="hold"/>
                                        <p:tgtEl>
                                          <p:spTgt spid="212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26" grpId="0" build="p" bldLvl="5" animBg="1" advAuto="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1" name="UI - Contextual Search"/>
          <p:cNvSpPr txBox="1">
            <a:spLocks noGrp="1"/>
          </p:cNvSpPr>
          <p:nvPr>
            <p:ph type="title"/>
          </p:nvPr>
        </p:nvSpPr>
        <p:spPr>
          <a:prstGeom prst="rect">
            <a:avLst/>
          </a:prstGeom>
        </p:spPr>
        <p:txBody>
          <a:bodyPr/>
          <a:lstStyle/>
          <a:p>
            <a:r>
              <a:t>UI - Contextual Search</a:t>
            </a:r>
          </a:p>
        </p:txBody>
      </p:sp>
      <p:pic>
        <p:nvPicPr>
          <p:cNvPr id="2132" name="Screenshot 2025-12-19 at 20.31.22.png" descr="Screenshot 2025-12-19 at 20.31.22.png"/>
          <p:cNvPicPr>
            <a:picLocks noChangeAspect="1"/>
          </p:cNvPicPr>
          <p:nvPr/>
        </p:nvPicPr>
        <p:blipFill>
          <a:blip r:embed="rId3"/>
          <a:stretch>
            <a:fillRect/>
          </a:stretch>
        </p:blipFill>
        <p:spPr>
          <a:xfrm>
            <a:off x="1716702" y="1170969"/>
            <a:ext cx="8207189" cy="4516062"/>
          </a:xfrm>
          <a:prstGeom prst="rect">
            <a:avLst/>
          </a:prstGeom>
          <a:ln w="12700">
            <a:solidFill>
              <a:srgbClr val="535353"/>
            </a:solidFill>
            <a:miter lim="400000"/>
          </a:ln>
        </p:spPr>
      </p:pic>
      <p:sp>
        <p:nvSpPr>
          <p:cNvPr id="2133" name="Rectangle"/>
          <p:cNvSpPr/>
          <p:nvPr/>
        </p:nvSpPr>
        <p:spPr>
          <a:xfrm>
            <a:off x="1829338" y="1697125"/>
            <a:ext cx="572150" cy="245387"/>
          </a:xfrm>
          <a:prstGeom prst="rect">
            <a:avLst/>
          </a:prstGeom>
          <a:ln w="38100">
            <a:solidFill>
              <a:srgbClr val="FF001A"/>
            </a:solidFill>
            <a:miter/>
          </a:ln>
        </p:spPr>
        <p:txBody>
          <a:bodyPr lIns="45719" rIns="45719" anchor="ctr"/>
          <a:lstStyle/>
          <a:p>
            <a:endParaRPr/>
          </a:p>
        </p:txBody>
      </p:sp>
      <p:pic>
        <p:nvPicPr>
          <p:cNvPr id="2134" name="Screenshot 2025-12-21 at 14.55.07.png" descr="Screenshot 2025-12-21 at 14.55.07.png"/>
          <p:cNvPicPr>
            <a:picLocks noChangeAspect="1"/>
          </p:cNvPicPr>
          <p:nvPr/>
        </p:nvPicPr>
        <p:blipFill>
          <a:blip r:embed="rId4"/>
          <a:stretch>
            <a:fillRect/>
          </a:stretch>
        </p:blipFill>
        <p:spPr>
          <a:xfrm>
            <a:off x="4398560" y="1880283"/>
            <a:ext cx="7049304" cy="4554525"/>
          </a:xfrm>
          <a:prstGeom prst="rect">
            <a:avLst/>
          </a:prstGeom>
          <a:ln w="12700">
            <a:miter lim="400000"/>
          </a:ln>
          <a:effectLst>
            <a:outerShdw blurRad="88900" dist="50800" dir="5400000" rotWithShape="0">
              <a:srgbClr val="000000">
                <a:alpha val="50000"/>
              </a:srgbClr>
            </a:outerShdw>
          </a:effectLst>
        </p:spPr>
      </p:pic>
      <p:sp>
        <p:nvSpPr>
          <p:cNvPr id="2135" name="Line"/>
          <p:cNvSpPr/>
          <p:nvPr/>
        </p:nvSpPr>
        <p:spPr>
          <a:xfrm>
            <a:off x="2456427" y="1922032"/>
            <a:ext cx="2174113" cy="1849540"/>
          </a:xfrm>
          <a:prstGeom prst="line">
            <a:avLst/>
          </a:prstGeom>
          <a:ln w="50800">
            <a:solidFill>
              <a:schemeClr val="accent6"/>
            </a:solidFill>
            <a:miter/>
            <a:tailEnd type="triangle"/>
          </a:ln>
        </p:spPr>
        <p:txBody>
          <a:bodyPr lIns="45719" rIns="45719"/>
          <a:lstStyle/>
          <a:p>
            <a:endParaRPr/>
          </a:p>
        </p:txBody>
      </p:sp>
      <p:sp>
        <p:nvSpPr>
          <p:cNvPr id="2136" name="Rectangle"/>
          <p:cNvSpPr/>
          <p:nvPr/>
        </p:nvSpPr>
        <p:spPr>
          <a:xfrm>
            <a:off x="8744596" y="4128207"/>
            <a:ext cx="1116446" cy="550630"/>
          </a:xfrm>
          <a:prstGeom prst="rect">
            <a:avLst/>
          </a:prstGeom>
          <a:ln w="38100">
            <a:solidFill>
              <a:srgbClr val="FF001A"/>
            </a:solidFill>
            <a:miter/>
          </a:ln>
        </p:spPr>
        <p:txBody>
          <a:bodyPr lIns="45719" rIns="45719" anchor="ctr"/>
          <a:lstStyle/>
          <a:p>
            <a:endParaRPr/>
          </a:p>
        </p:txBody>
      </p:sp>
    </p:spTree>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40" name="Title 1"/>
          <p:cNvSpPr txBox="1">
            <a:spLocks noGrp="1"/>
          </p:cNvSpPr>
          <p:nvPr>
            <p:ph type="title"/>
          </p:nvPr>
        </p:nvSpPr>
        <p:spPr>
          <a:xfrm>
            <a:off x="609600" y="264084"/>
            <a:ext cx="10972800" cy="946391"/>
          </a:xfrm>
          <a:prstGeom prst="rect">
            <a:avLst/>
          </a:prstGeom>
        </p:spPr>
        <p:txBody>
          <a:bodyPr/>
          <a:lstStyle/>
          <a:p>
            <a:r>
              <a:t>Exercise 2.3: Explore Search Features</a:t>
            </a:r>
          </a:p>
        </p:txBody>
      </p:sp>
      <p:sp>
        <p:nvSpPr>
          <p:cNvPr id="2141" name="Content Placeholder 2"/>
          <p:cNvSpPr txBox="1">
            <a:spLocks noGrp="1"/>
          </p:cNvSpPr>
          <p:nvPr>
            <p:ph type="body" idx="4294967295"/>
          </p:nvPr>
        </p:nvSpPr>
        <p:spPr>
          <a:xfrm>
            <a:off x="609600" y="1554480"/>
            <a:ext cx="7730836" cy="4991101"/>
          </a:xfrm>
          <a:prstGeom prst="rect">
            <a:avLst/>
          </a:prstGeom>
        </p:spPr>
        <p:txBody>
          <a:bodyPr>
            <a:normAutofit/>
          </a:bodyPr>
          <a:lstStyle/>
          <a:p>
            <a:pPr>
              <a:defRPr sz="2400">
                <a:solidFill>
                  <a:srgbClr val="FFFFFF"/>
                </a:solidFill>
              </a:defRPr>
            </a:pPr>
            <a:r>
              <a:t>Access search settings</a:t>
            </a:r>
          </a:p>
          <a:p>
            <a:pPr>
              <a:defRPr sz="2400">
                <a:solidFill>
                  <a:srgbClr val="FFFFFF"/>
                </a:solidFill>
              </a:defRPr>
            </a:pPr>
            <a:r>
              <a:t>Understand search filter configuration</a:t>
            </a:r>
          </a:p>
          <a:p>
            <a:pPr>
              <a:defRPr sz="2400">
                <a:solidFill>
                  <a:srgbClr val="FFFFFF"/>
                </a:solidFill>
              </a:defRPr>
            </a:pPr>
            <a:r>
              <a:t>Test drive contextual search</a:t>
            </a:r>
          </a:p>
          <a:p>
            <a:pPr>
              <a:defRPr sz="2400">
                <a:solidFill>
                  <a:srgbClr val="FFFFFF"/>
                </a:solidFill>
              </a:defRPr>
            </a:pPr>
            <a:r>
              <a:rPr b="1"/>
              <a:t>Challenge</a:t>
            </a:r>
            <a:r>
              <a:t>: Where is a result stored?</a:t>
            </a:r>
          </a:p>
        </p:txBody>
      </p:sp>
    </p:spTree>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43" name="Title 1"/>
          <p:cNvSpPr txBox="1">
            <a:spLocks noGrp="1"/>
          </p:cNvSpPr>
          <p:nvPr>
            <p:ph type="title"/>
          </p:nvPr>
        </p:nvSpPr>
        <p:spPr>
          <a:xfrm>
            <a:off x="609600" y="264084"/>
            <a:ext cx="10972800" cy="946391"/>
          </a:xfrm>
          <a:prstGeom prst="rect">
            <a:avLst/>
          </a:prstGeom>
        </p:spPr>
        <p:txBody>
          <a:bodyPr/>
          <a:lstStyle/>
          <a:p>
            <a:r>
              <a:t>Metadata and Search Summary</a:t>
            </a:r>
          </a:p>
        </p:txBody>
      </p:sp>
      <p:sp>
        <p:nvSpPr>
          <p:cNvPr id="2144" name="Content Placeholder 2"/>
          <p:cNvSpPr txBox="1">
            <a:spLocks noGrp="1"/>
          </p:cNvSpPr>
          <p:nvPr>
            <p:ph type="body" idx="1"/>
          </p:nvPr>
        </p:nvSpPr>
        <p:spPr>
          <a:prstGeom prst="rect">
            <a:avLst/>
          </a:prstGeom>
        </p:spPr>
        <p:txBody>
          <a:bodyPr/>
          <a:lstStyle/>
          <a:p>
            <a:r>
              <a:t>Assets View uses </a:t>
            </a:r>
            <a:r>
              <a:rPr b="1"/>
              <a:t>Metadata Forms</a:t>
            </a:r>
            <a:r>
              <a:t> to configure the metadata in the information panel</a:t>
            </a:r>
          </a:p>
          <a:p>
            <a:r>
              <a:t>Forms are UI filters, not definitions of data stores</a:t>
            </a:r>
          </a:p>
          <a:p>
            <a:r>
              <a:t>Same metadata exists in the repository regardless of UI (Assets View / Admin View)</a:t>
            </a:r>
          </a:p>
          <a:p>
            <a:r>
              <a:t>Assets View promotes metadata / search first</a:t>
            </a:r>
          </a:p>
          <a:p>
            <a:r>
              <a:t>Find by description!  </a:t>
            </a:r>
          </a:p>
        </p:txBody>
      </p:sp>
    </p:spTree>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48" name="Title 1"/>
          <p:cNvSpPr txBox="1">
            <a:spLocks noGrp="1"/>
          </p:cNvSpPr>
          <p:nvPr>
            <p:ph type="title"/>
          </p:nvPr>
        </p:nvSpPr>
        <p:spPr>
          <a:prstGeom prst="rect">
            <a:avLst/>
          </a:prstGeom>
        </p:spPr>
        <p:txBody>
          <a:bodyPr/>
          <a:lstStyle/>
          <a:p>
            <a:r>
              <a:t>Section 3</a:t>
            </a:r>
          </a:p>
          <a:p>
            <a:r>
              <a:t>Productivity Features</a:t>
            </a:r>
          </a:p>
        </p:txBody>
      </p:sp>
    </p:spTree>
  </p:cSld>
  <p:clrMapOvr>
    <a:masterClrMapping/>
  </p:clrMapOvr>
  <p:transition spd="me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2" name="Quick Access"/>
          <p:cNvSpPr txBox="1">
            <a:spLocks noGrp="1"/>
          </p:cNvSpPr>
          <p:nvPr>
            <p:ph type="title"/>
          </p:nvPr>
        </p:nvSpPr>
        <p:spPr>
          <a:prstGeom prst="rect">
            <a:avLst/>
          </a:prstGeom>
        </p:spPr>
        <p:txBody>
          <a:bodyPr/>
          <a:lstStyle/>
          <a:p>
            <a:r>
              <a:t>Quick Access</a:t>
            </a:r>
          </a:p>
        </p:txBody>
      </p:sp>
      <p:sp>
        <p:nvSpPr>
          <p:cNvPr id="2153" name="Pin / unpin Assets, Folders, Collections…"/>
          <p:cNvSpPr txBox="1">
            <a:spLocks noGrp="1"/>
          </p:cNvSpPr>
          <p:nvPr>
            <p:ph type="body" sz="half" idx="1"/>
          </p:nvPr>
        </p:nvSpPr>
        <p:spPr>
          <a:prstGeom prst="rect">
            <a:avLst/>
          </a:prstGeom>
        </p:spPr>
        <p:txBody>
          <a:bodyPr/>
          <a:lstStyle/>
          <a:p>
            <a:r>
              <a:t>Pin / unpin Assets, Folders, Collections</a:t>
            </a:r>
          </a:p>
          <a:p>
            <a:r>
              <a:t>Pin for:</a:t>
            </a:r>
          </a:p>
          <a:p>
            <a:pPr lvl="2"/>
            <a:r>
              <a:t>you</a:t>
            </a:r>
          </a:p>
          <a:p>
            <a:pPr lvl="2"/>
            <a:r>
              <a:t>your organisation (admin / power user)</a:t>
            </a:r>
          </a:p>
          <a:p>
            <a:pPr lvl="2"/>
            <a:r>
              <a:t>groups (admin / power user)</a:t>
            </a:r>
          </a:p>
          <a:p>
            <a:r>
              <a:t>Comparable to the old Lightbox, but only one click away</a:t>
            </a:r>
          </a:p>
          <a:p>
            <a:r>
              <a:t>“Shared” not related to “Share Link”</a:t>
            </a:r>
          </a:p>
        </p:txBody>
      </p:sp>
      <p:pic>
        <p:nvPicPr>
          <p:cNvPr id="2154" name="Screenshot 2025-12-22 at 06.57.04.png" descr="Screenshot 2025-12-22 at 06.57.04.png"/>
          <p:cNvPicPr>
            <a:picLocks noChangeAspect="1"/>
          </p:cNvPicPr>
          <p:nvPr/>
        </p:nvPicPr>
        <p:blipFill>
          <a:blip r:embed="rId3"/>
          <a:stretch>
            <a:fillRect/>
          </a:stretch>
        </p:blipFill>
        <p:spPr>
          <a:xfrm>
            <a:off x="7101894" y="553009"/>
            <a:ext cx="4646433" cy="3013903"/>
          </a:xfrm>
          <a:prstGeom prst="rect">
            <a:avLst/>
          </a:prstGeom>
          <a:ln w="12700">
            <a:miter lim="400000"/>
          </a:ln>
        </p:spPr>
      </p:pic>
      <p:pic>
        <p:nvPicPr>
          <p:cNvPr id="2155" name="Screenshot 2025-12-22 at 07.24.54.png" descr="Screenshot 2025-12-22 at 07.24.54.png"/>
          <p:cNvPicPr>
            <a:picLocks noChangeAspect="1"/>
          </p:cNvPicPr>
          <p:nvPr/>
        </p:nvPicPr>
        <p:blipFill>
          <a:blip r:embed="rId4"/>
          <a:stretch>
            <a:fillRect/>
          </a:stretch>
        </p:blipFill>
        <p:spPr>
          <a:xfrm>
            <a:off x="6035294" y="3779520"/>
            <a:ext cx="4672830" cy="2588878"/>
          </a:xfrm>
          <a:prstGeom prst="rect">
            <a:avLst/>
          </a:prstGeom>
          <a:ln w="12700">
            <a:solidFill>
              <a:srgbClr val="535353"/>
            </a:solidFill>
            <a:miter/>
          </a:ln>
        </p:spPr>
      </p:pic>
      <p:sp>
        <p:nvSpPr>
          <p:cNvPr id="2156" name="Line"/>
          <p:cNvSpPr/>
          <p:nvPr/>
        </p:nvSpPr>
        <p:spPr>
          <a:xfrm flipV="1">
            <a:off x="6739952" y="2119989"/>
            <a:ext cx="652142" cy="2240094"/>
          </a:xfrm>
          <a:prstGeom prst="line">
            <a:avLst/>
          </a:prstGeom>
          <a:ln w="12700">
            <a:solidFill>
              <a:schemeClr val="accent6"/>
            </a:solidFill>
            <a:miter/>
          </a:ln>
        </p:spPr>
        <p:txBody>
          <a:bodyPr lIns="45719" rIns="45719"/>
          <a:lstStyle/>
          <a:p>
            <a:endParaRPr/>
          </a:p>
        </p:txBody>
      </p:sp>
      <p:sp>
        <p:nvSpPr>
          <p:cNvPr id="2157" name="Rectangle"/>
          <p:cNvSpPr/>
          <p:nvPr/>
        </p:nvSpPr>
        <p:spPr>
          <a:xfrm>
            <a:off x="7406468" y="1989277"/>
            <a:ext cx="868134" cy="223436"/>
          </a:xfrm>
          <a:prstGeom prst="rect">
            <a:avLst/>
          </a:prstGeom>
          <a:ln w="12700">
            <a:solidFill>
              <a:schemeClr val="accent6"/>
            </a:solidFill>
            <a:miter/>
          </a:ln>
        </p:spPr>
        <p:txBody>
          <a:bodyPr lIns="45719" rIns="45719" anchor="ctr"/>
          <a:lstStyle/>
          <a:p>
            <a:endParaRPr/>
          </a:p>
        </p:txBody>
      </p:sp>
      <p:sp>
        <p:nvSpPr>
          <p:cNvPr id="2158" name="Rectangle"/>
          <p:cNvSpPr/>
          <p:nvPr/>
        </p:nvSpPr>
        <p:spPr>
          <a:xfrm>
            <a:off x="7406468" y="2281592"/>
            <a:ext cx="1260839" cy="420461"/>
          </a:xfrm>
          <a:prstGeom prst="rect">
            <a:avLst/>
          </a:prstGeom>
          <a:ln w="12700">
            <a:solidFill>
              <a:schemeClr val="accent6"/>
            </a:solidFill>
            <a:miter/>
          </a:ln>
        </p:spPr>
        <p:txBody>
          <a:bodyPr lIns="45719" rIns="45719" anchor="ctr"/>
          <a:lstStyle/>
          <a:p>
            <a:endParaRPr/>
          </a:p>
        </p:txBody>
      </p:sp>
      <p:sp>
        <p:nvSpPr>
          <p:cNvPr id="2159" name="Line"/>
          <p:cNvSpPr/>
          <p:nvPr/>
        </p:nvSpPr>
        <p:spPr>
          <a:xfrm flipV="1">
            <a:off x="7836822" y="2712614"/>
            <a:ext cx="210226" cy="1645522"/>
          </a:xfrm>
          <a:prstGeom prst="line">
            <a:avLst/>
          </a:prstGeom>
          <a:ln w="12700">
            <a:solidFill>
              <a:schemeClr val="accent6"/>
            </a:solidFill>
            <a:miter/>
          </a:ln>
        </p:spPr>
        <p:txBody>
          <a:bodyPr lIns="45719" rIns="45719"/>
          <a:lstStyle/>
          <a:p>
            <a:endParaRPr/>
          </a:p>
        </p:txBody>
      </p:sp>
      <p:sp>
        <p:nvSpPr>
          <p:cNvPr id="2160" name="Rectangle"/>
          <p:cNvSpPr/>
          <p:nvPr/>
        </p:nvSpPr>
        <p:spPr>
          <a:xfrm>
            <a:off x="6329150" y="4368697"/>
            <a:ext cx="974171" cy="358141"/>
          </a:xfrm>
          <a:prstGeom prst="rect">
            <a:avLst/>
          </a:prstGeom>
          <a:ln w="12700">
            <a:solidFill>
              <a:schemeClr val="accent6"/>
            </a:solidFill>
            <a:miter/>
          </a:ln>
        </p:spPr>
        <p:txBody>
          <a:bodyPr lIns="45719" rIns="45719" anchor="ctr"/>
          <a:lstStyle/>
          <a:p>
            <a:endParaRPr/>
          </a:p>
        </p:txBody>
      </p:sp>
      <p:sp>
        <p:nvSpPr>
          <p:cNvPr id="2161" name="Rectangle"/>
          <p:cNvSpPr/>
          <p:nvPr/>
        </p:nvSpPr>
        <p:spPr>
          <a:xfrm>
            <a:off x="7458083" y="4368697"/>
            <a:ext cx="764904" cy="358141"/>
          </a:xfrm>
          <a:prstGeom prst="rect">
            <a:avLst/>
          </a:prstGeom>
          <a:ln w="12700">
            <a:solidFill>
              <a:schemeClr val="accent6"/>
            </a:solidFill>
            <a:miter/>
          </a:ln>
        </p:spPr>
        <p:txBody>
          <a:bodyPr lIns="45719" rIns="45719" anchor="ctr"/>
          <a:lstStyle/>
          <a:p>
            <a:endParaRPr/>
          </a:p>
        </p:txBody>
      </p:sp>
    </p:spTree>
  </p:cSld>
  <p:clrMapOvr>
    <a:masterClrMapping/>
  </p:clrMapOvr>
  <p:transition spd="me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65" name="Title 1"/>
          <p:cNvSpPr txBox="1">
            <a:spLocks noGrp="1"/>
          </p:cNvSpPr>
          <p:nvPr>
            <p:ph type="title"/>
          </p:nvPr>
        </p:nvSpPr>
        <p:spPr>
          <a:xfrm>
            <a:off x="609600" y="264084"/>
            <a:ext cx="10972800" cy="946391"/>
          </a:xfrm>
          <a:prstGeom prst="rect">
            <a:avLst/>
          </a:prstGeom>
        </p:spPr>
        <p:txBody>
          <a:bodyPr/>
          <a:lstStyle/>
          <a:p>
            <a:r>
              <a:t>Exercise 3.1: Quick Access</a:t>
            </a:r>
          </a:p>
        </p:txBody>
      </p:sp>
      <p:sp>
        <p:nvSpPr>
          <p:cNvPr id="2166" name="Content Placeholder 2"/>
          <p:cNvSpPr txBox="1">
            <a:spLocks noGrp="1"/>
          </p:cNvSpPr>
          <p:nvPr>
            <p:ph type="body" idx="4294967295"/>
          </p:nvPr>
        </p:nvSpPr>
        <p:spPr>
          <a:xfrm>
            <a:off x="609600" y="1554480"/>
            <a:ext cx="7730836" cy="4991101"/>
          </a:xfrm>
          <a:prstGeom prst="rect">
            <a:avLst/>
          </a:prstGeom>
        </p:spPr>
        <p:txBody>
          <a:bodyPr>
            <a:normAutofit/>
          </a:bodyPr>
          <a:lstStyle>
            <a:lvl1pPr>
              <a:defRPr sz="2400">
                <a:solidFill>
                  <a:srgbClr val="FFFFFF"/>
                </a:solidFill>
              </a:defRPr>
            </a:lvl1pPr>
          </a:lstStyle>
          <a:p>
            <a:r>
              <a:t>Add folders and assets to Quick Access</a:t>
            </a:r>
          </a:p>
        </p:txBody>
      </p:sp>
    </p:spTree>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68" name="Notifications"/>
          <p:cNvSpPr txBox="1">
            <a:spLocks noGrp="1"/>
          </p:cNvSpPr>
          <p:nvPr>
            <p:ph type="title"/>
          </p:nvPr>
        </p:nvSpPr>
        <p:spPr>
          <a:prstGeom prst="rect">
            <a:avLst/>
          </a:prstGeom>
        </p:spPr>
        <p:txBody>
          <a:bodyPr/>
          <a:lstStyle/>
          <a:p>
            <a:r>
              <a:t>Notifications</a:t>
            </a:r>
          </a:p>
        </p:txBody>
      </p:sp>
      <p:sp>
        <p:nvSpPr>
          <p:cNvPr id="2169" name="Integrated with Experience Cloud notifications…"/>
          <p:cNvSpPr txBox="1">
            <a:spLocks noGrp="1"/>
          </p:cNvSpPr>
          <p:nvPr>
            <p:ph type="body" sz="half" idx="1"/>
          </p:nvPr>
        </p:nvSpPr>
        <p:spPr>
          <a:prstGeom prst="rect">
            <a:avLst/>
          </a:prstGeom>
        </p:spPr>
        <p:txBody>
          <a:bodyPr/>
          <a:lstStyle/>
          <a:p>
            <a:r>
              <a:t>Integrated with Experience Cloud notifications</a:t>
            </a:r>
          </a:p>
          <a:p>
            <a:r>
              <a:t>Configurable:</a:t>
            </a:r>
          </a:p>
          <a:p>
            <a:pPr lvl="2"/>
            <a:r>
              <a:t>In-app, email, integrations</a:t>
            </a:r>
          </a:p>
          <a:p>
            <a:pPr lvl="2"/>
            <a:r>
              <a:t>Popup</a:t>
            </a:r>
          </a:p>
          <a:p>
            <a:pPr lvl="2"/>
            <a:r>
              <a:t>Priorities</a:t>
            </a:r>
          </a:p>
          <a:p>
            <a:r>
              <a:t>“Watch” to add Assets View notifications</a:t>
            </a:r>
          </a:p>
        </p:txBody>
      </p:sp>
      <p:grpSp>
        <p:nvGrpSpPr>
          <p:cNvPr id="2177" name="Group"/>
          <p:cNvGrpSpPr/>
          <p:nvPr/>
        </p:nvGrpSpPr>
        <p:grpSpPr>
          <a:xfrm>
            <a:off x="5016142" y="433220"/>
            <a:ext cx="6963407" cy="5722836"/>
            <a:chOff x="-926097" y="0"/>
            <a:chExt cx="6963405" cy="5722835"/>
          </a:xfrm>
        </p:grpSpPr>
        <p:pic>
          <p:nvPicPr>
            <p:cNvPr id="2170" name="Screenshot 2025-12-22 at 07.33.33.png" descr="Screenshot 2025-12-22 at 07.33.33.png"/>
            <p:cNvPicPr>
              <a:picLocks noChangeAspect="1"/>
            </p:cNvPicPr>
            <p:nvPr/>
          </p:nvPicPr>
          <p:blipFill>
            <a:blip r:embed="rId3"/>
            <a:srcRect/>
            <a:stretch>
              <a:fillRect/>
            </a:stretch>
          </p:blipFill>
          <p:spPr>
            <a:xfrm>
              <a:off x="0" y="434871"/>
              <a:ext cx="4830132" cy="5287965"/>
            </a:xfrm>
            <a:prstGeom prst="rect">
              <a:avLst/>
            </a:prstGeom>
            <a:ln w="12700" cap="flat">
              <a:solidFill>
                <a:srgbClr val="535353"/>
              </a:solidFill>
              <a:prstDash val="solid"/>
              <a:miter lim="800000"/>
            </a:ln>
            <a:effectLst/>
          </p:spPr>
        </p:pic>
        <p:sp>
          <p:nvSpPr>
            <p:cNvPr id="2171" name="Rectangle"/>
            <p:cNvSpPr/>
            <p:nvPr/>
          </p:nvSpPr>
          <p:spPr>
            <a:xfrm>
              <a:off x="3492251" y="446953"/>
              <a:ext cx="486792" cy="442134"/>
            </a:xfrm>
            <a:prstGeom prst="rect">
              <a:avLst/>
            </a:prstGeom>
            <a:noFill/>
            <a:ln w="25400" cap="flat">
              <a:solidFill>
                <a:schemeClr val="accent6"/>
              </a:solidFill>
              <a:prstDash val="solid"/>
              <a:miter lim="800000"/>
            </a:ln>
            <a:effectLst/>
          </p:spPr>
          <p:txBody>
            <a:bodyPr wrap="square" lIns="45719" tIns="45719" rIns="45719" bIns="45719" numCol="1" anchor="ctr">
              <a:noAutofit/>
            </a:bodyPr>
            <a:lstStyle/>
            <a:p>
              <a:endParaRPr/>
            </a:p>
          </p:txBody>
        </p:sp>
        <p:sp>
          <p:nvSpPr>
            <p:cNvPr id="2172" name="Rectangle"/>
            <p:cNvSpPr/>
            <p:nvPr/>
          </p:nvSpPr>
          <p:spPr>
            <a:xfrm>
              <a:off x="1003989" y="4510523"/>
              <a:ext cx="578105" cy="442133"/>
            </a:xfrm>
            <a:prstGeom prst="rect">
              <a:avLst/>
            </a:prstGeom>
            <a:noFill/>
            <a:ln w="25400" cap="flat">
              <a:solidFill>
                <a:schemeClr val="accent6"/>
              </a:solidFill>
              <a:prstDash val="solid"/>
              <a:miter lim="800000"/>
            </a:ln>
            <a:effectLst/>
          </p:spPr>
          <p:txBody>
            <a:bodyPr wrap="square" lIns="45719" tIns="45719" rIns="45719" bIns="45719" numCol="1" anchor="ctr">
              <a:noAutofit/>
            </a:bodyPr>
            <a:lstStyle/>
            <a:p>
              <a:endParaRPr/>
            </a:p>
          </p:txBody>
        </p:sp>
        <p:sp>
          <p:nvSpPr>
            <p:cNvPr id="2173" name="Rectangle"/>
            <p:cNvSpPr/>
            <p:nvPr/>
          </p:nvSpPr>
          <p:spPr>
            <a:xfrm>
              <a:off x="4085999" y="1061324"/>
              <a:ext cx="578105" cy="442133"/>
            </a:xfrm>
            <a:prstGeom prst="rect">
              <a:avLst/>
            </a:prstGeom>
            <a:noFill/>
            <a:ln w="25400" cap="flat">
              <a:solidFill>
                <a:schemeClr val="accent6"/>
              </a:solidFill>
              <a:prstDash val="solid"/>
              <a:miter lim="800000"/>
            </a:ln>
            <a:effectLst/>
          </p:spPr>
          <p:txBody>
            <a:bodyPr wrap="square" lIns="45719" tIns="45719" rIns="45719" bIns="45719" numCol="1" anchor="ctr">
              <a:noAutofit/>
            </a:bodyPr>
            <a:lstStyle/>
            <a:p>
              <a:endParaRPr/>
            </a:p>
          </p:txBody>
        </p:sp>
        <p:sp>
          <p:nvSpPr>
            <p:cNvPr id="2174" name="Access notifications"/>
            <p:cNvSpPr txBox="1"/>
            <p:nvPr/>
          </p:nvSpPr>
          <p:spPr>
            <a:xfrm>
              <a:off x="2780149" y="0"/>
              <a:ext cx="1910996" cy="37084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tIns="45719" rIns="45719" bIns="45719" numCol="1" anchor="t">
              <a:spAutoFit/>
            </a:bodyPr>
            <a:lstStyle>
              <a:lvl1pPr>
                <a:defRPr>
                  <a:solidFill>
                    <a:schemeClr val="accent6"/>
                  </a:solidFill>
                </a:defRPr>
              </a:lvl1pPr>
            </a:lstStyle>
            <a:p>
              <a:r>
                <a:t>Access notifications</a:t>
              </a:r>
            </a:p>
          </p:txBody>
        </p:sp>
        <p:sp>
          <p:nvSpPr>
            <p:cNvPr id="2175" name="Preferences"/>
            <p:cNvSpPr txBox="1"/>
            <p:nvPr/>
          </p:nvSpPr>
          <p:spPr>
            <a:xfrm>
              <a:off x="4849603" y="1096970"/>
              <a:ext cx="1187705" cy="37084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tIns="45719" rIns="45719" bIns="45719" numCol="1" anchor="t">
              <a:spAutoFit/>
            </a:bodyPr>
            <a:lstStyle>
              <a:lvl1pPr>
                <a:defRPr>
                  <a:solidFill>
                    <a:schemeClr val="accent6"/>
                  </a:solidFill>
                </a:defRPr>
              </a:lvl1pPr>
            </a:lstStyle>
            <a:p>
              <a:r>
                <a:t>Preferences</a:t>
              </a:r>
            </a:p>
          </p:txBody>
        </p:sp>
        <p:sp>
          <p:nvSpPr>
            <p:cNvPr id="2176" name="Product"/>
            <p:cNvSpPr txBox="1"/>
            <p:nvPr/>
          </p:nvSpPr>
          <p:spPr>
            <a:xfrm>
              <a:off x="-926098" y="4463512"/>
              <a:ext cx="830403" cy="37084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tIns="45719" rIns="45719" bIns="45719" numCol="1" anchor="t">
              <a:spAutoFit/>
            </a:bodyPr>
            <a:lstStyle>
              <a:lvl1pPr>
                <a:defRPr>
                  <a:solidFill>
                    <a:schemeClr val="accent6"/>
                  </a:solidFill>
                </a:defRPr>
              </a:lvl1pPr>
            </a:lstStyle>
            <a:p>
              <a:r>
                <a:t>Product</a:t>
              </a:r>
            </a:p>
          </p:txBody>
        </p:sp>
      </p:grpSp>
      <p:sp>
        <p:nvSpPr>
          <p:cNvPr id="2178" name="Line"/>
          <p:cNvSpPr/>
          <p:nvPr/>
        </p:nvSpPr>
        <p:spPr>
          <a:xfrm>
            <a:off x="5856852" y="5128216"/>
            <a:ext cx="1055542" cy="1"/>
          </a:xfrm>
          <a:prstGeom prst="line">
            <a:avLst/>
          </a:prstGeom>
          <a:ln w="25400">
            <a:solidFill>
              <a:schemeClr val="accent6"/>
            </a:solidFill>
            <a:miter/>
          </a:ln>
        </p:spPr>
        <p:txBody>
          <a:bodyPr lIns="45719" rIns="45719"/>
          <a:lstStyle/>
          <a:p>
            <a:endParaRPr/>
          </a:p>
        </p:txBody>
      </p:sp>
    </p:spTree>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2" name="Title 1"/>
          <p:cNvSpPr txBox="1">
            <a:spLocks noGrp="1"/>
          </p:cNvSpPr>
          <p:nvPr>
            <p:ph type="title"/>
          </p:nvPr>
        </p:nvSpPr>
        <p:spPr>
          <a:xfrm>
            <a:off x="609600" y="264084"/>
            <a:ext cx="10972800" cy="946391"/>
          </a:xfrm>
          <a:prstGeom prst="rect">
            <a:avLst/>
          </a:prstGeom>
        </p:spPr>
        <p:txBody>
          <a:bodyPr/>
          <a:lstStyle/>
          <a:p>
            <a:r>
              <a:t>Exercise 3.2: Notifications</a:t>
            </a:r>
          </a:p>
        </p:txBody>
      </p:sp>
      <p:sp>
        <p:nvSpPr>
          <p:cNvPr id="2183" name="Content Placeholder 2"/>
          <p:cNvSpPr txBox="1">
            <a:spLocks noGrp="1"/>
          </p:cNvSpPr>
          <p:nvPr>
            <p:ph type="body" idx="4294967295"/>
          </p:nvPr>
        </p:nvSpPr>
        <p:spPr>
          <a:xfrm>
            <a:off x="609600" y="1554480"/>
            <a:ext cx="7730836" cy="4991101"/>
          </a:xfrm>
          <a:prstGeom prst="rect">
            <a:avLst/>
          </a:prstGeom>
        </p:spPr>
        <p:txBody>
          <a:bodyPr>
            <a:normAutofit/>
          </a:bodyPr>
          <a:lstStyle/>
          <a:p>
            <a:pPr>
              <a:defRPr sz="2400">
                <a:solidFill>
                  <a:srgbClr val="FFFFFF"/>
                </a:solidFill>
              </a:defRPr>
            </a:pPr>
            <a:r>
              <a:t>Watch items </a:t>
            </a:r>
          </a:p>
          <a:p>
            <a:pPr>
              <a:defRPr sz="2400">
                <a:solidFill>
                  <a:srgbClr val="FFFFFF"/>
                </a:solidFill>
              </a:defRPr>
            </a:pPr>
            <a:r>
              <a:t>Configure notifications</a:t>
            </a:r>
          </a:p>
        </p:txBody>
      </p:sp>
    </p:spTree>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5" name="Insights"/>
          <p:cNvSpPr txBox="1">
            <a:spLocks noGrp="1"/>
          </p:cNvSpPr>
          <p:nvPr>
            <p:ph type="title"/>
          </p:nvPr>
        </p:nvSpPr>
        <p:spPr>
          <a:prstGeom prst="rect">
            <a:avLst/>
          </a:prstGeom>
        </p:spPr>
        <p:txBody>
          <a:bodyPr/>
          <a:lstStyle/>
          <a:p>
            <a:r>
              <a:t>Insights</a:t>
            </a:r>
          </a:p>
        </p:txBody>
      </p:sp>
      <p:sp>
        <p:nvSpPr>
          <p:cNvPr id="2186" name="Simple analytics…"/>
          <p:cNvSpPr txBox="1">
            <a:spLocks noGrp="1"/>
          </p:cNvSpPr>
          <p:nvPr>
            <p:ph type="body" sz="half" idx="1"/>
          </p:nvPr>
        </p:nvSpPr>
        <p:spPr>
          <a:prstGeom prst="rect">
            <a:avLst/>
          </a:prstGeom>
        </p:spPr>
        <p:txBody>
          <a:bodyPr/>
          <a:lstStyle/>
          <a:p>
            <a:pPr defTabSz="841247">
              <a:spcBef>
                <a:spcPts val="1100"/>
              </a:spcBef>
              <a:defRPr sz="2208"/>
            </a:pPr>
            <a:r>
              <a:t>Simple analytics</a:t>
            </a:r>
          </a:p>
          <a:p>
            <a:pPr lvl="2" indent="403097" defTabSz="841247">
              <a:spcBef>
                <a:spcPts val="1100"/>
              </a:spcBef>
              <a:defRPr sz="2208"/>
            </a:pPr>
            <a:r>
              <a:t>Downloads</a:t>
            </a:r>
          </a:p>
          <a:p>
            <a:pPr lvl="2" indent="403097" defTabSz="841247">
              <a:spcBef>
                <a:spcPts val="1100"/>
              </a:spcBef>
              <a:defRPr sz="2208"/>
            </a:pPr>
            <a:r>
              <a:t>Uploads</a:t>
            </a:r>
          </a:p>
          <a:p>
            <a:pPr lvl="2" indent="403097" defTabSz="841247">
              <a:spcBef>
                <a:spcPts val="1100"/>
              </a:spcBef>
              <a:defRPr sz="2208"/>
            </a:pPr>
            <a:r>
              <a:t>Asset counts</a:t>
            </a:r>
          </a:p>
          <a:p>
            <a:pPr lvl="2" indent="403097" defTabSz="841247">
              <a:spcBef>
                <a:spcPts val="1100"/>
              </a:spcBef>
              <a:defRPr sz="2208"/>
            </a:pPr>
            <a:r>
              <a:t>Searches</a:t>
            </a:r>
          </a:p>
          <a:p>
            <a:pPr defTabSz="841247">
              <a:spcBef>
                <a:spcPts val="1100"/>
              </a:spcBef>
              <a:defRPr sz="2208"/>
            </a:pPr>
            <a:r>
              <a:t>Product scoped, i.e. no combined reporting of Asset interactions in Content Hub or other distribution channels.</a:t>
            </a:r>
          </a:p>
          <a:p>
            <a:pPr defTabSz="841247">
              <a:spcBef>
                <a:spcPts val="1100"/>
              </a:spcBef>
              <a:defRPr sz="2208"/>
            </a:pPr>
            <a:r>
              <a:t>No inclusion of activity via integrations, e.g. Edge Delivery Service assets integration </a:t>
            </a:r>
          </a:p>
        </p:txBody>
      </p:sp>
      <p:pic>
        <p:nvPicPr>
          <p:cNvPr id="2187" name="Screenshot 2025-12-22 at 08.30.45.png" descr="Screenshot 2025-12-22 at 08.30.45.png"/>
          <p:cNvPicPr>
            <a:picLocks noChangeAspect="1"/>
          </p:cNvPicPr>
          <p:nvPr/>
        </p:nvPicPr>
        <p:blipFill>
          <a:blip r:embed="rId3"/>
          <a:stretch>
            <a:fillRect/>
          </a:stretch>
        </p:blipFill>
        <p:spPr>
          <a:xfrm>
            <a:off x="6246637" y="1162757"/>
            <a:ext cx="5181552" cy="2146833"/>
          </a:xfrm>
          <a:prstGeom prst="rect">
            <a:avLst/>
          </a:prstGeom>
          <a:ln w="12700">
            <a:solidFill>
              <a:srgbClr val="535353"/>
            </a:solidFill>
            <a:miter lim="400000"/>
          </a:ln>
        </p:spPr>
      </p:pic>
      <p:pic>
        <p:nvPicPr>
          <p:cNvPr id="2188" name="Screenshot 2025-12-22 at 08.33.18.png" descr="Screenshot 2025-12-22 at 08.33.18.png"/>
          <p:cNvPicPr>
            <a:picLocks noChangeAspect="1"/>
          </p:cNvPicPr>
          <p:nvPr/>
        </p:nvPicPr>
        <p:blipFill>
          <a:blip r:embed="rId4"/>
          <a:stretch>
            <a:fillRect/>
          </a:stretch>
        </p:blipFill>
        <p:spPr>
          <a:xfrm>
            <a:off x="6112599" y="3458184"/>
            <a:ext cx="5449629" cy="2828027"/>
          </a:xfrm>
          <a:prstGeom prst="rect">
            <a:avLst/>
          </a:prstGeom>
          <a:ln w="12700">
            <a:solidFill>
              <a:srgbClr val="535353"/>
            </a:solidFill>
            <a:miter lim="400000"/>
          </a:ln>
        </p:spPr>
      </p:pic>
      <p:sp>
        <p:nvSpPr>
          <p:cNvPr id="2189" name="Rectangle"/>
          <p:cNvSpPr/>
          <p:nvPr/>
        </p:nvSpPr>
        <p:spPr>
          <a:xfrm>
            <a:off x="10841229" y="1174702"/>
            <a:ext cx="590805" cy="319244"/>
          </a:xfrm>
          <a:prstGeom prst="rect">
            <a:avLst/>
          </a:prstGeom>
          <a:ln w="25400">
            <a:solidFill>
              <a:schemeClr val="accent6"/>
            </a:solidFill>
            <a:miter/>
          </a:ln>
        </p:spPr>
        <p:txBody>
          <a:bodyPr lIns="45719" rIns="45719" anchor="ctr"/>
          <a:lstStyle/>
          <a:p>
            <a:endParaRPr/>
          </a:p>
        </p:txBody>
      </p:sp>
    </p:spTree>
  </p:cSld>
  <p:clrMapOvr>
    <a:masterClrMapping/>
  </p:clrMapOvr>
  <p:transition spd="me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93" name="Reports"/>
          <p:cNvSpPr txBox="1">
            <a:spLocks noGrp="1"/>
          </p:cNvSpPr>
          <p:nvPr>
            <p:ph type="title"/>
          </p:nvPr>
        </p:nvSpPr>
        <p:spPr>
          <a:prstGeom prst="rect">
            <a:avLst/>
          </a:prstGeom>
        </p:spPr>
        <p:txBody>
          <a:bodyPr/>
          <a:lstStyle/>
          <a:p>
            <a:r>
              <a:t>Reports</a:t>
            </a:r>
          </a:p>
        </p:txBody>
      </p:sp>
      <p:sp>
        <p:nvSpPr>
          <p:cNvPr id="2194" name="Three report types.  Upload / download as expected…"/>
          <p:cNvSpPr txBox="1">
            <a:spLocks noGrp="1"/>
          </p:cNvSpPr>
          <p:nvPr>
            <p:ph type="body" sz="half" idx="1"/>
          </p:nvPr>
        </p:nvSpPr>
        <p:spPr>
          <a:prstGeom prst="rect">
            <a:avLst/>
          </a:prstGeom>
        </p:spPr>
        <p:txBody>
          <a:bodyPr/>
          <a:lstStyle/>
          <a:p>
            <a:r>
              <a:t>Three report types.  Upload / download as expected</a:t>
            </a:r>
          </a:p>
          <a:p>
            <a:r>
              <a:t>Dynamic Media shows any assets request using a Dynamic Media URL</a:t>
            </a:r>
          </a:p>
        </p:txBody>
      </p:sp>
      <p:pic>
        <p:nvPicPr>
          <p:cNvPr id="2195" name="Screenshot 2025-12-22 at 17.39.37.png" descr="Screenshot 2025-12-22 at 17.39.37.png"/>
          <p:cNvPicPr>
            <a:picLocks noChangeAspect="1"/>
          </p:cNvPicPr>
          <p:nvPr/>
        </p:nvPicPr>
        <p:blipFill>
          <a:blip r:embed="rId3"/>
          <a:stretch>
            <a:fillRect/>
          </a:stretch>
        </p:blipFill>
        <p:spPr>
          <a:xfrm>
            <a:off x="8022047" y="476940"/>
            <a:ext cx="3329016" cy="4216754"/>
          </a:xfrm>
          <a:prstGeom prst="rect">
            <a:avLst/>
          </a:prstGeom>
          <a:ln w="12700">
            <a:solidFill>
              <a:srgbClr val="535353"/>
            </a:solidFill>
            <a:miter lim="400000"/>
          </a:ln>
        </p:spPr>
      </p:pic>
      <p:pic>
        <p:nvPicPr>
          <p:cNvPr id="2196" name="Screenshot 2025-12-22 at 18.10.36.png" descr="Screenshot 2025-12-22 at 18.10.36.png"/>
          <p:cNvPicPr>
            <a:picLocks noChangeAspect="1"/>
          </p:cNvPicPr>
          <p:nvPr/>
        </p:nvPicPr>
        <p:blipFill>
          <a:blip r:embed="rId4"/>
          <a:stretch>
            <a:fillRect/>
          </a:stretch>
        </p:blipFill>
        <p:spPr>
          <a:xfrm>
            <a:off x="3126352" y="5277260"/>
            <a:ext cx="7003618" cy="719915"/>
          </a:xfrm>
          <a:prstGeom prst="rect">
            <a:avLst/>
          </a:prstGeom>
          <a:ln w="12700">
            <a:solidFill>
              <a:srgbClr val="535353"/>
            </a:solidFill>
            <a:miter lim="400000"/>
          </a:ln>
        </p:spPr>
      </p:pic>
      <p:pic>
        <p:nvPicPr>
          <p:cNvPr id="2197" name="Screenshot 2025-12-22 at 18.12.02.png" descr="Screenshot 2025-12-22 at 18.12.02.png"/>
          <p:cNvPicPr>
            <a:picLocks noChangeAspect="1"/>
          </p:cNvPicPr>
          <p:nvPr/>
        </p:nvPicPr>
        <p:blipFill>
          <a:blip r:embed="rId5"/>
          <a:stretch>
            <a:fillRect/>
          </a:stretch>
        </p:blipFill>
        <p:spPr>
          <a:xfrm>
            <a:off x="5857682" y="1308492"/>
            <a:ext cx="1847693" cy="2553650"/>
          </a:xfrm>
          <a:prstGeom prst="rect">
            <a:avLst/>
          </a:prstGeom>
          <a:ln w="12700">
            <a:solidFill>
              <a:srgbClr val="535353"/>
            </a:solidFill>
            <a:miter lim="400000"/>
          </a:ln>
        </p:spPr>
      </p:pic>
      <p:sp>
        <p:nvSpPr>
          <p:cNvPr id="2198" name="Rectangle"/>
          <p:cNvSpPr/>
          <p:nvPr/>
        </p:nvSpPr>
        <p:spPr>
          <a:xfrm>
            <a:off x="5952636" y="1892011"/>
            <a:ext cx="987560" cy="340102"/>
          </a:xfrm>
          <a:prstGeom prst="rect">
            <a:avLst/>
          </a:prstGeom>
          <a:ln w="25400">
            <a:solidFill>
              <a:schemeClr val="accent6"/>
            </a:solidFill>
            <a:miter/>
          </a:ln>
        </p:spPr>
        <p:txBody>
          <a:bodyPr lIns="45719" rIns="45719" anchor="ctr"/>
          <a:lstStyle/>
          <a:p>
            <a:endParaRPr/>
          </a:p>
        </p:txBody>
      </p:sp>
    </p:spTree>
  </p:cSld>
  <p:clrMapOvr>
    <a:masterClrMapping/>
  </p:clrMapOvr>
  <p:transition spd="me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2" name="Collections"/>
          <p:cNvSpPr txBox="1">
            <a:spLocks noGrp="1"/>
          </p:cNvSpPr>
          <p:nvPr>
            <p:ph type="title"/>
          </p:nvPr>
        </p:nvSpPr>
        <p:spPr>
          <a:prstGeom prst="rect">
            <a:avLst/>
          </a:prstGeom>
        </p:spPr>
        <p:txBody>
          <a:bodyPr/>
          <a:lstStyle/>
          <a:p>
            <a:r>
              <a:t>Collections</a:t>
            </a:r>
          </a:p>
        </p:txBody>
      </p:sp>
      <p:sp>
        <p:nvSpPr>
          <p:cNvPr id="2203" name="Virtual folders…"/>
          <p:cNvSpPr txBox="1">
            <a:spLocks noGrp="1"/>
          </p:cNvSpPr>
          <p:nvPr>
            <p:ph type="body" sz="half" idx="1"/>
          </p:nvPr>
        </p:nvSpPr>
        <p:spPr>
          <a:prstGeom prst="rect">
            <a:avLst/>
          </a:prstGeom>
        </p:spPr>
        <p:txBody>
          <a:bodyPr/>
          <a:lstStyle/>
          <a:p>
            <a:pPr defTabSz="832104">
              <a:spcBef>
                <a:spcPts val="1000"/>
              </a:spcBef>
              <a:defRPr sz="2184"/>
            </a:pPr>
            <a:r>
              <a:t>Virtual folders</a:t>
            </a:r>
          </a:p>
          <a:p>
            <a:pPr defTabSz="832104">
              <a:spcBef>
                <a:spcPts val="1000"/>
              </a:spcBef>
              <a:defRPr sz="2184"/>
            </a:pPr>
            <a:r>
              <a:t>Access control:</a:t>
            </a:r>
          </a:p>
          <a:p>
            <a:pPr lvl="1" indent="205136" defTabSz="832104">
              <a:spcBef>
                <a:spcPts val="1000"/>
              </a:spcBef>
              <a:defRPr sz="2184"/>
            </a:pPr>
            <a:r>
              <a:t>Public (visible to all)</a:t>
            </a:r>
          </a:p>
          <a:p>
            <a:pPr lvl="1" indent="205136" defTabSz="832104">
              <a:spcBef>
                <a:spcPts val="1000"/>
              </a:spcBef>
              <a:defRPr sz="2184"/>
            </a:pPr>
            <a:r>
              <a:t>Private (access controlled) </a:t>
            </a:r>
          </a:p>
          <a:p>
            <a:pPr defTabSz="832104">
              <a:spcBef>
                <a:spcPts val="1000"/>
              </a:spcBef>
              <a:defRPr sz="2184"/>
            </a:pPr>
            <a:r>
              <a:t>Can be searched</a:t>
            </a:r>
          </a:p>
          <a:p>
            <a:pPr defTabSz="832104">
              <a:spcBef>
                <a:spcPts val="1000"/>
              </a:spcBef>
              <a:defRPr sz="2184"/>
            </a:pPr>
            <a:r>
              <a:t>Type:</a:t>
            </a:r>
          </a:p>
          <a:p>
            <a:pPr lvl="1" indent="205136" defTabSz="832104">
              <a:spcBef>
                <a:spcPts val="1000"/>
              </a:spcBef>
              <a:defRPr sz="2184"/>
            </a:pPr>
            <a:r>
              <a:t>Manual </a:t>
            </a:r>
          </a:p>
          <a:p>
            <a:pPr lvl="1" indent="205136" defTabSz="832104">
              <a:spcBef>
                <a:spcPts val="1000"/>
              </a:spcBef>
              <a:defRPr sz="2184"/>
            </a:pPr>
            <a:r>
              <a:t>Smart</a:t>
            </a:r>
          </a:p>
          <a:p>
            <a:pPr defTabSz="832104">
              <a:spcBef>
                <a:spcPts val="1000"/>
              </a:spcBef>
              <a:defRPr sz="2184"/>
            </a:pPr>
            <a:r>
              <a:t>Same as Admin View collections </a:t>
            </a:r>
          </a:p>
        </p:txBody>
      </p:sp>
      <p:pic>
        <p:nvPicPr>
          <p:cNvPr id="2204" name="Screenshot 2025-12-23 at 14.32.17.png" descr="Screenshot 2025-12-23 at 14.32.17.png"/>
          <p:cNvPicPr>
            <a:picLocks noChangeAspect="1"/>
          </p:cNvPicPr>
          <p:nvPr/>
        </p:nvPicPr>
        <p:blipFill>
          <a:blip r:embed="rId3"/>
          <a:stretch>
            <a:fillRect/>
          </a:stretch>
        </p:blipFill>
        <p:spPr>
          <a:xfrm>
            <a:off x="5714168" y="1451228"/>
            <a:ext cx="6049299" cy="3580949"/>
          </a:xfrm>
          <a:prstGeom prst="rect">
            <a:avLst/>
          </a:prstGeom>
          <a:ln w="12700">
            <a:solidFill>
              <a:srgbClr val="535353"/>
            </a:solidFill>
            <a:miter/>
          </a:ln>
        </p:spPr>
      </p:pic>
      <p:sp>
        <p:nvSpPr>
          <p:cNvPr id="2205" name="Rectangle"/>
          <p:cNvSpPr/>
          <p:nvPr/>
        </p:nvSpPr>
        <p:spPr>
          <a:xfrm>
            <a:off x="5657150" y="3588650"/>
            <a:ext cx="1553975" cy="355601"/>
          </a:xfrm>
          <a:prstGeom prst="rect">
            <a:avLst/>
          </a:prstGeom>
          <a:ln w="25400">
            <a:solidFill>
              <a:schemeClr val="accent6"/>
            </a:solidFill>
            <a:miter/>
          </a:ln>
        </p:spPr>
        <p:txBody>
          <a:bodyPr lIns="45719" rIns="45719" anchor="ctr"/>
          <a:lstStyle/>
          <a:p>
            <a:endParaRPr/>
          </a:p>
        </p:txBody>
      </p:sp>
      <p:sp>
        <p:nvSpPr>
          <p:cNvPr id="2206" name="Rectangle"/>
          <p:cNvSpPr/>
          <p:nvPr/>
        </p:nvSpPr>
        <p:spPr>
          <a:xfrm>
            <a:off x="7364977" y="4790199"/>
            <a:ext cx="2626345" cy="207399"/>
          </a:xfrm>
          <a:prstGeom prst="rect">
            <a:avLst/>
          </a:prstGeom>
          <a:ln w="25400">
            <a:solidFill>
              <a:schemeClr val="accent6"/>
            </a:solidFill>
            <a:miter/>
          </a:ln>
        </p:spPr>
        <p:txBody>
          <a:bodyPr lIns="45719" rIns="45719" anchor="ctr"/>
          <a:lstStyle/>
          <a:p>
            <a:endParaRPr/>
          </a:p>
        </p:txBody>
      </p:sp>
      <p:sp>
        <p:nvSpPr>
          <p:cNvPr id="2207" name="Types"/>
          <p:cNvSpPr txBox="1"/>
          <p:nvPr/>
        </p:nvSpPr>
        <p:spPr>
          <a:xfrm>
            <a:off x="7712845" y="5072380"/>
            <a:ext cx="642266" cy="37084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a:solidFill>
                  <a:schemeClr val="accent6"/>
                </a:solidFill>
              </a:defRPr>
            </a:lvl1pPr>
          </a:lstStyle>
          <a:p>
            <a:r>
              <a:t>Types</a:t>
            </a: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2203">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2203">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iterate>
                                    <p:tmAbs val="0"/>
                                  </p:iterate>
                                  <p:childTnLst>
                                    <p:set>
                                      <p:cBhvr>
                                        <p:cTn id="12" fill="hold"/>
                                        <p:tgtEl>
                                          <p:spTgt spid="2203">
                                            <p:txEl>
                                              <p:pRg st="1" end="1"/>
                                            </p:txEl>
                                          </p:spTgt>
                                        </p:tgtEl>
                                        <p:attrNameLst>
                                          <p:attrName>style.visibility</p:attrName>
                                        </p:attrNameLst>
                                      </p:cBhvr>
                                      <p:to>
                                        <p:strVal val="visible"/>
                                      </p:to>
                                    </p:set>
                                  </p:childTnLst>
                                </p:cTn>
                              </p:par>
                            </p:childTnLst>
                          </p:cTn>
                        </p:par>
                        <p:par>
                          <p:cTn id="13" fill="hold">
                            <p:stCondLst>
                              <p:cond delay="0"/>
                            </p:stCondLst>
                            <p:childTnLst>
                              <p:par>
                                <p:cTn id="14" presetID="1" presetClass="entr" presetSubtype="0" fill="hold" grpId="0" nodeType="afterEffect">
                                  <p:stCondLst>
                                    <p:cond delay="0"/>
                                  </p:stCondLst>
                                  <p:iterate>
                                    <p:tmAbs val="0"/>
                                  </p:iterate>
                                  <p:childTnLst>
                                    <p:set>
                                      <p:cBhvr>
                                        <p:cTn id="15" fill="hold"/>
                                        <p:tgtEl>
                                          <p:spTgt spid="2203">
                                            <p:txEl>
                                              <p:pRg st="2" end="2"/>
                                            </p:txEl>
                                          </p:spTgt>
                                        </p:tgtEl>
                                        <p:attrNameLst>
                                          <p:attrName>style.visibility</p:attrName>
                                        </p:attrNameLst>
                                      </p:cBhvr>
                                      <p:to>
                                        <p:strVal val="visible"/>
                                      </p:to>
                                    </p:set>
                                  </p:childTnLst>
                                </p:cTn>
                              </p:par>
                            </p:childTnLst>
                          </p:cTn>
                        </p:par>
                        <p:par>
                          <p:cTn id="16" fill="hold">
                            <p:stCondLst>
                              <p:cond delay="0"/>
                            </p:stCondLst>
                            <p:childTnLst>
                              <p:par>
                                <p:cTn id="17" presetID="1" presetClass="entr" presetSubtype="0" fill="hold" grpId="0" nodeType="afterEffect">
                                  <p:stCondLst>
                                    <p:cond delay="0"/>
                                  </p:stCondLst>
                                  <p:iterate>
                                    <p:tmAbs val="0"/>
                                  </p:iterate>
                                  <p:childTnLst>
                                    <p:set>
                                      <p:cBhvr>
                                        <p:cTn id="18" fill="hold"/>
                                        <p:tgtEl>
                                          <p:spTgt spid="2203">
                                            <p:txEl>
                                              <p:pRg st="3" end="3"/>
                                            </p:txEl>
                                          </p:spTgt>
                                        </p:tgtEl>
                                        <p:attrNameLst>
                                          <p:attrName>style.visibility</p:attrName>
                                        </p:attrNameLst>
                                      </p:cBhvr>
                                      <p:to>
                                        <p:strVal val="visible"/>
                                      </p:to>
                                    </p:set>
                                  </p:childTnLst>
                                </p:cTn>
                              </p:par>
                            </p:childTnLst>
                          </p:cTn>
                        </p:par>
                        <p:par>
                          <p:cTn id="19" fill="hold">
                            <p:stCondLst>
                              <p:cond delay="0"/>
                            </p:stCondLst>
                            <p:childTnLst>
                              <p:par>
                                <p:cTn id="20" presetID="1" presetClass="entr" presetSubtype="0" fill="hold" grpId="0" nodeType="afterEffect">
                                  <p:stCondLst>
                                    <p:cond delay="0"/>
                                  </p:stCondLst>
                                  <p:iterate>
                                    <p:tmAbs val="0"/>
                                  </p:iterate>
                                  <p:childTnLst>
                                    <p:set>
                                      <p:cBhvr>
                                        <p:cTn id="21" fill="hold"/>
                                        <p:tgtEl>
                                          <p:spTgt spid="2203">
                                            <p:txEl>
                                              <p:pRg st="4" end="4"/>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iterate>
                                    <p:tmAbs val="0"/>
                                  </p:iterate>
                                  <p:childTnLst>
                                    <p:set>
                                      <p:cBhvr>
                                        <p:cTn id="25" fill="hold"/>
                                        <p:tgtEl>
                                          <p:spTgt spid="2203">
                                            <p:txEl>
                                              <p:pRg st="5" end="5"/>
                                            </p:txEl>
                                          </p:spTgt>
                                        </p:tgtEl>
                                        <p:attrNameLst>
                                          <p:attrName>style.visibility</p:attrName>
                                        </p:attrNameLst>
                                      </p:cBhvr>
                                      <p:to>
                                        <p:strVal val="visible"/>
                                      </p:to>
                                    </p:set>
                                  </p:childTnLst>
                                </p:cTn>
                              </p:par>
                            </p:childTnLst>
                          </p:cTn>
                        </p:par>
                        <p:par>
                          <p:cTn id="26" fill="hold">
                            <p:stCondLst>
                              <p:cond delay="0"/>
                            </p:stCondLst>
                            <p:childTnLst>
                              <p:par>
                                <p:cTn id="27" presetID="1" presetClass="entr" presetSubtype="0" fill="hold" grpId="0" nodeType="afterEffect">
                                  <p:stCondLst>
                                    <p:cond delay="0"/>
                                  </p:stCondLst>
                                  <p:iterate>
                                    <p:tmAbs val="0"/>
                                  </p:iterate>
                                  <p:childTnLst>
                                    <p:set>
                                      <p:cBhvr>
                                        <p:cTn id="28" fill="hold"/>
                                        <p:tgtEl>
                                          <p:spTgt spid="2203">
                                            <p:txEl>
                                              <p:pRg st="6" end="6"/>
                                            </p:txEl>
                                          </p:spTgt>
                                        </p:tgtEl>
                                        <p:attrNameLst>
                                          <p:attrName>style.visibility</p:attrName>
                                        </p:attrNameLst>
                                      </p:cBhvr>
                                      <p:to>
                                        <p:strVal val="visible"/>
                                      </p:to>
                                    </p:set>
                                  </p:childTnLst>
                                </p:cTn>
                              </p:par>
                            </p:childTnLst>
                          </p:cTn>
                        </p:par>
                        <p:par>
                          <p:cTn id="29" fill="hold">
                            <p:stCondLst>
                              <p:cond delay="0"/>
                            </p:stCondLst>
                            <p:childTnLst>
                              <p:par>
                                <p:cTn id="30" presetID="1" presetClass="entr" presetSubtype="0" fill="hold" grpId="0" nodeType="afterEffect">
                                  <p:stCondLst>
                                    <p:cond delay="0"/>
                                  </p:stCondLst>
                                  <p:iterate>
                                    <p:tmAbs val="0"/>
                                  </p:iterate>
                                  <p:childTnLst>
                                    <p:set>
                                      <p:cBhvr>
                                        <p:cTn id="31" fill="hold"/>
                                        <p:tgtEl>
                                          <p:spTgt spid="2203">
                                            <p:txEl>
                                              <p:pRg st="7" end="7"/>
                                            </p:txEl>
                                          </p:spTgt>
                                        </p:tgtEl>
                                        <p:attrNameLst>
                                          <p:attrName>style.visibility</p:attrName>
                                        </p:attrNameLst>
                                      </p:cBhvr>
                                      <p:to>
                                        <p:strVal val="visible"/>
                                      </p:to>
                                    </p:set>
                                  </p:childTnLst>
                                </p:cTn>
                              </p:par>
                            </p:childTnLst>
                          </p:cTn>
                        </p:par>
                        <p:par>
                          <p:cTn id="32" fill="hold">
                            <p:stCondLst>
                              <p:cond delay="0"/>
                            </p:stCondLst>
                            <p:childTnLst>
                              <p:par>
                                <p:cTn id="33" presetID="1" presetClass="entr" presetSubtype="0" fill="hold" grpId="0" nodeType="afterEffect">
                                  <p:stCondLst>
                                    <p:cond delay="0"/>
                                  </p:stCondLst>
                                  <p:iterate>
                                    <p:tmAbs val="0"/>
                                  </p:iterate>
                                  <p:childTnLst>
                                    <p:set>
                                      <p:cBhvr>
                                        <p:cTn id="34" fill="hold"/>
                                        <p:tgtEl>
                                          <p:spTgt spid="2206"/>
                                        </p:tgtEl>
                                        <p:attrNameLst>
                                          <p:attrName>style.visibility</p:attrName>
                                        </p:attrNameLst>
                                      </p:cBhvr>
                                      <p:to>
                                        <p:strVal val="visible"/>
                                      </p:to>
                                    </p:set>
                                  </p:childTnLst>
                                </p:cTn>
                              </p:par>
                            </p:childTnLst>
                          </p:cTn>
                        </p:par>
                        <p:par>
                          <p:cTn id="35" fill="hold">
                            <p:stCondLst>
                              <p:cond delay="0"/>
                            </p:stCondLst>
                            <p:childTnLst>
                              <p:par>
                                <p:cTn id="36" presetID="1" presetClass="entr" presetSubtype="0" fill="hold" grpId="0" nodeType="afterEffect">
                                  <p:stCondLst>
                                    <p:cond delay="0"/>
                                  </p:stCondLst>
                                  <p:iterate>
                                    <p:tmAbs val="0"/>
                                  </p:iterate>
                                  <p:childTnLst>
                                    <p:set>
                                      <p:cBhvr>
                                        <p:cTn id="37" fill="hold"/>
                                        <p:tgtEl>
                                          <p:spTgt spid="2207"/>
                                        </p:tgtEl>
                                        <p:attrNameLst>
                                          <p:attrName>style.visibility</p:attrName>
                                        </p:attrNameLst>
                                      </p:cBhvr>
                                      <p:to>
                                        <p:strVal val="visible"/>
                                      </p:to>
                                    </p:set>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iterate>
                                    <p:tmAbs val="0"/>
                                  </p:iterate>
                                  <p:childTnLst>
                                    <p:set>
                                      <p:cBhvr>
                                        <p:cTn id="41" fill="hold"/>
                                        <p:tgtEl>
                                          <p:spTgt spid="2203">
                                            <p:txEl>
                                              <p:pRg st="8" end="8"/>
                                            </p:txEl>
                                          </p:spTgt>
                                        </p:tgtEl>
                                        <p:attrNameLst>
                                          <p:attrName>style.visibility</p:attrName>
                                        </p:attrNameLst>
                                      </p:cBhvr>
                                      <p:to>
                                        <p:strVal val="visible"/>
                                      </p:to>
                                    </p:set>
                                  </p:childTnLst>
                                </p:cTn>
                              </p:par>
                            </p:childTnLst>
                          </p:cTn>
                        </p:par>
                        <p:par>
                          <p:cTn id="42" fill="hold">
                            <p:stCondLst>
                              <p:cond delay="0"/>
                            </p:stCondLst>
                            <p:childTnLst>
                              <p:par>
                                <p:cTn id="43" presetID="1" presetClass="exit" presetSubtype="0" fill="hold" grpId="1" nodeType="afterEffect">
                                  <p:stCondLst>
                                    <p:cond delay="0"/>
                                  </p:stCondLst>
                                  <p:iterate>
                                    <p:tmAbs val="0"/>
                                  </p:iterate>
                                  <p:childTnLst>
                                    <p:set>
                                      <p:cBhvr>
                                        <p:cTn id="44" fill="hold">
                                          <p:stCondLst>
                                            <p:cond delay="0"/>
                                          </p:stCondLst>
                                        </p:cTn>
                                        <p:tgtEl>
                                          <p:spTgt spid="2206"/>
                                        </p:tgtEl>
                                        <p:attrNameLst>
                                          <p:attrName>style.visibility</p:attrName>
                                        </p:attrNameLst>
                                      </p:cBhvr>
                                      <p:to>
                                        <p:strVal val="hidden"/>
                                      </p:to>
                                    </p:set>
                                  </p:childTnLst>
                                </p:cTn>
                              </p:par>
                            </p:childTnLst>
                          </p:cTn>
                        </p:par>
                        <p:par>
                          <p:cTn id="45" fill="hold">
                            <p:stCondLst>
                              <p:cond delay="0"/>
                            </p:stCondLst>
                            <p:childTnLst>
                              <p:par>
                                <p:cTn id="46" presetID="1" presetClass="exit" presetSubtype="0" fill="hold" grpId="1" nodeType="afterEffect">
                                  <p:stCondLst>
                                    <p:cond delay="0"/>
                                  </p:stCondLst>
                                  <p:iterate>
                                    <p:tmAbs val="0"/>
                                  </p:iterate>
                                  <p:childTnLst>
                                    <p:set>
                                      <p:cBhvr>
                                        <p:cTn id="47" fill="hold">
                                          <p:stCondLst>
                                            <p:cond delay="0"/>
                                          </p:stCondLst>
                                        </p:cTn>
                                        <p:tgtEl>
                                          <p:spTgt spid="2207"/>
                                        </p:tgtEl>
                                        <p:attrNameLst>
                                          <p:attrName>style.visibility</p:attrName>
                                        </p:attrNameLst>
                                      </p:cBhvr>
                                      <p:to>
                                        <p:strVal val="hidden"/>
                                      </p:to>
                                    </p:se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grpId="0" nodeType="clickEffect">
                                  <p:stCondLst>
                                    <p:cond delay="0"/>
                                  </p:stCondLst>
                                  <p:iterate>
                                    <p:tmAbs val="0"/>
                                  </p:iterate>
                                  <p:childTnLst>
                                    <p:set>
                                      <p:cBhvr>
                                        <p:cTn id="51" fill="hold"/>
                                        <p:tgtEl>
                                          <p:spTgt spid="2203">
                                            <p:txEl>
                                              <p:charRg st="153" end="15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03" grpId="0" build="p" bldLvl="5" animBg="1" advAuto="0"/>
      <p:bldP spid="2206" grpId="0" animBg="1" advAuto="0"/>
      <p:bldP spid="2206" grpId="1" animBg="1" advAuto="0"/>
      <p:bldP spid="2207" grpId="0" animBg="1" advAuto="0"/>
      <p:bldP spid="2207" grpId="1" animBg="1" advAuto="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1" name="Smart Collections"/>
          <p:cNvSpPr txBox="1">
            <a:spLocks noGrp="1"/>
          </p:cNvSpPr>
          <p:nvPr>
            <p:ph type="title"/>
          </p:nvPr>
        </p:nvSpPr>
        <p:spPr>
          <a:prstGeom prst="rect">
            <a:avLst/>
          </a:prstGeom>
        </p:spPr>
        <p:txBody>
          <a:bodyPr/>
          <a:lstStyle/>
          <a:p>
            <a:r>
              <a:t>Smart Collections</a:t>
            </a:r>
          </a:p>
        </p:txBody>
      </p:sp>
      <p:sp>
        <p:nvSpPr>
          <p:cNvPr id="2212" name="Search then……"/>
          <p:cNvSpPr txBox="1">
            <a:spLocks noGrp="1"/>
          </p:cNvSpPr>
          <p:nvPr>
            <p:ph type="body" sz="half" idx="1"/>
          </p:nvPr>
        </p:nvSpPr>
        <p:spPr>
          <a:xfrm>
            <a:off x="609600" y="1334451"/>
            <a:ext cx="4937760" cy="4992625"/>
          </a:xfrm>
          <a:prstGeom prst="rect">
            <a:avLst/>
          </a:prstGeom>
        </p:spPr>
        <p:txBody>
          <a:bodyPr/>
          <a:lstStyle/>
          <a:p>
            <a:r>
              <a:t>Search then…</a:t>
            </a:r>
          </a:p>
          <a:p>
            <a:pPr lvl="1"/>
            <a:r>
              <a:t>                  smart collection</a:t>
            </a:r>
          </a:p>
          <a:p>
            <a:r>
              <a:t>Automatic addition of new assets</a:t>
            </a:r>
          </a:p>
          <a:p>
            <a:r>
              <a:t>Public or private</a:t>
            </a:r>
          </a:p>
        </p:txBody>
      </p:sp>
      <p:pic>
        <p:nvPicPr>
          <p:cNvPr id="2213" name="Screenshot 2025-12-23 at 14.19.23.png" descr="Screenshot 2025-12-23 at 14.19.23.png"/>
          <p:cNvPicPr>
            <a:picLocks noChangeAspect="1"/>
          </p:cNvPicPr>
          <p:nvPr/>
        </p:nvPicPr>
        <p:blipFill>
          <a:blip r:embed="rId3"/>
          <a:stretch>
            <a:fillRect/>
          </a:stretch>
        </p:blipFill>
        <p:spPr>
          <a:xfrm>
            <a:off x="5766498" y="861912"/>
            <a:ext cx="5979124" cy="5528112"/>
          </a:xfrm>
          <a:prstGeom prst="rect">
            <a:avLst/>
          </a:prstGeom>
          <a:ln w="12700">
            <a:miter lim="400000"/>
          </a:ln>
        </p:spPr>
      </p:pic>
      <p:sp>
        <p:nvSpPr>
          <p:cNvPr id="2214" name="Rectangle"/>
          <p:cNvSpPr/>
          <p:nvPr/>
        </p:nvSpPr>
        <p:spPr>
          <a:xfrm>
            <a:off x="6730650" y="5999083"/>
            <a:ext cx="877700" cy="477527"/>
          </a:xfrm>
          <a:prstGeom prst="rect">
            <a:avLst/>
          </a:prstGeom>
          <a:ln w="25400">
            <a:solidFill>
              <a:schemeClr val="accent6"/>
            </a:solidFill>
            <a:miter/>
          </a:ln>
        </p:spPr>
        <p:txBody>
          <a:bodyPr lIns="45719" rIns="45719" anchor="ctr"/>
          <a:lstStyle/>
          <a:p>
            <a:endParaRPr/>
          </a:p>
        </p:txBody>
      </p:sp>
      <p:pic>
        <p:nvPicPr>
          <p:cNvPr id="2215" name="Screenshot 2025-12-23 at 14.21.07.png" descr="Screenshot 2025-12-23 at 14.21.07.png"/>
          <p:cNvPicPr>
            <a:picLocks noChangeAspect="1"/>
          </p:cNvPicPr>
          <p:nvPr/>
        </p:nvPicPr>
        <p:blipFill>
          <a:blip r:embed="rId4"/>
          <a:stretch>
            <a:fillRect/>
          </a:stretch>
        </p:blipFill>
        <p:spPr>
          <a:xfrm>
            <a:off x="808158" y="1778713"/>
            <a:ext cx="1220767" cy="604092"/>
          </a:xfrm>
          <a:prstGeom prst="rect">
            <a:avLst/>
          </a:prstGeom>
          <a:ln w="12700">
            <a:miter lim="400000"/>
          </a:ln>
        </p:spPr>
      </p:pic>
    </p:spTree>
  </p:cSld>
  <p:clrMapOvr>
    <a:masterClrMapping/>
  </p:clrMapOvr>
  <p:transition spd="me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9" name="Title 1"/>
          <p:cNvSpPr txBox="1">
            <a:spLocks noGrp="1"/>
          </p:cNvSpPr>
          <p:nvPr>
            <p:ph type="title"/>
          </p:nvPr>
        </p:nvSpPr>
        <p:spPr>
          <a:xfrm>
            <a:off x="609600" y="264084"/>
            <a:ext cx="10972800" cy="946391"/>
          </a:xfrm>
          <a:prstGeom prst="rect">
            <a:avLst/>
          </a:prstGeom>
        </p:spPr>
        <p:txBody>
          <a:bodyPr>
            <a:noAutofit/>
          </a:bodyPr>
          <a:lstStyle>
            <a:lvl1pPr>
              <a:defRPr b="0"/>
            </a:lvl1pPr>
          </a:lstStyle>
          <a:p>
            <a:r>
              <a:t>Exercise 3.3: Insights</a:t>
            </a:r>
          </a:p>
        </p:txBody>
      </p:sp>
      <p:sp>
        <p:nvSpPr>
          <p:cNvPr id="2220" name="Content Placeholder 2"/>
          <p:cNvSpPr txBox="1">
            <a:spLocks noGrp="1"/>
          </p:cNvSpPr>
          <p:nvPr>
            <p:ph type="body" sz="quarter" idx="4294967295"/>
          </p:nvPr>
        </p:nvSpPr>
        <p:spPr>
          <a:xfrm>
            <a:off x="609600" y="1554480"/>
            <a:ext cx="7730836" cy="2052779"/>
          </a:xfrm>
          <a:prstGeom prst="rect">
            <a:avLst/>
          </a:prstGeom>
        </p:spPr>
        <p:txBody>
          <a:bodyPr/>
          <a:lstStyle/>
          <a:p>
            <a:pPr>
              <a:defRPr sz="2400">
                <a:solidFill>
                  <a:srgbClr val="FFFFFF"/>
                </a:solidFill>
              </a:defRPr>
            </a:pPr>
            <a:r>
              <a:t>Watch items </a:t>
            </a:r>
          </a:p>
          <a:p>
            <a:pPr>
              <a:defRPr sz="2400">
                <a:solidFill>
                  <a:srgbClr val="FFFFFF"/>
                </a:solidFill>
              </a:defRPr>
            </a:pPr>
            <a:r>
              <a:t>Configure notifications</a:t>
            </a:r>
          </a:p>
        </p:txBody>
      </p:sp>
      <p:sp>
        <p:nvSpPr>
          <p:cNvPr id="2221" name="Title 1"/>
          <p:cNvSpPr txBox="1"/>
          <p:nvPr/>
        </p:nvSpPr>
        <p:spPr>
          <a:xfrm>
            <a:off x="609600" y="2955805"/>
            <a:ext cx="10972801" cy="94639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lstStyle>
            <a:lvl1pPr>
              <a:lnSpc>
                <a:spcPct val="80000"/>
              </a:lnSpc>
              <a:defRPr sz="3000" spc="-93">
                <a:solidFill>
                  <a:srgbClr val="FFFFFF"/>
                </a:solidFill>
              </a:defRPr>
            </a:lvl1pPr>
          </a:lstStyle>
          <a:p>
            <a:r>
              <a:t>Exercise 3.4: Collections</a:t>
            </a:r>
          </a:p>
        </p:txBody>
      </p:sp>
      <p:sp>
        <p:nvSpPr>
          <p:cNvPr id="2222" name="Content Placeholder 2"/>
          <p:cNvSpPr txBox="1"/>
          <p:nvPr/>
        </p:nvSpPr>
        <p:spPr>
          <a:xfrm>
            <a:off x="609600" y="4192205"/>
            <a:ext cx="7730836" cy="49911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nSpc>
                <a:spcPct val="110000"/>
              </a:lnSpc>
              <a:spcBef>
                <a:spcPts val="1200"/>
              </a:spcBef>
              <a:buFont typeface="Wingdings"/>
              <a:defRPr sz="2400">
                <a:solidFill>
                  <a:srgbClr val="FFFFFF"/>
                </a:solidFill>
              </a:defRPr>
            </a:pPr>
            <a:r>
              <a:t>Create a static collect and add asset and folder</a:t>
            </a:r>
          </a:p>
          <a:p>
            <a:pPr>
              <a:lnSpc>
                <a:spcPct val="110000"/>
              </a:lnSpc>
              <a:spcBef>
                <a:spcPts val="1200"/>
              </a:spcBef>
              <a:buFont typeface="Wingdings"/>
              <a:defRPr sz="2400">
                <a:solidFill>
                  <a:srgbClr val="FFFFFF"/>
                </a:solidFill>
              </a:defRPr>
            </a:pPr>
            <a:r>
              <a:t>Investigate collection permissions</a:t>
            </a:r>
          </a:p>
          <a:p>
            <a:pPr>
              <a:lnSpc>
                <a:spcPct val="110000"/>
              </a:lnSpc>
              <a:spcBef>
                <a:spcPts val="1200"/>
              </a:spcBef>
              <a:buFont typeface="Wingdings"/>
              <a:defRPr sz="2400">
                <a:solidFill>
                  <a:srgbClr val="FFFFFF"/>
                </a:solidFill>
              </a:defRPr>
            </a:pPr>
            <a:r>
              <a:rPr b="1"/>
              <a:t>Challenge</a:t>
            </a:r>
            <a:r>
              <a:t>: create a Smart Collection and use Smart Tags.</a:t>
            </a:r>
          </a:p>
        </p:txBody>
      </p:sp>
    </p:spTree>
  </p:cSld>
  <p:clrMapOvr>
    <a:masterClrMapping/>
  </p:clrMapOvr>
  <p:transition spd="me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24" name="Link Share"/>
          <p:cNvSpPr txBox="1">
            <a:spLocks noGrp="1"/>
          </p:cNvSpPr>
          <p:nvPr>
            <p:ph type="title"/>
          </p:nvPr>
        </p:nvSpPr>
        <p:spPr>
          <a:xfrm>
            <a:off x="609600" y="196484"/>
            <a:ext cx="10972800" cy="946390"/>
          </a:xfrm>
          <a:prstGeom prst="rect">
            <a:avLst/>
          </a:prstGeom>
        </p:spPr>
        <p:txBody>
          <a:bodyPr/>
          <a:lstStyle/>
          <a:p>
            <a:r>
              <a:t>Link Share</a:t>
            </a:r>
          </a:p>
        </p:txBody>
      </p:sp>
      <p:sp>
        <p:nvSpPr>
          <p:cNvPr id="2225" name="Allow anonymous access to Assets and Folders…"/>
          <p:cNvSpPr txBox="1">
            <a:spLocks noGrp="1"/>
          </p:cNvSpPr>
          <p:nvPr>
            <p:ph type="body" idx="1"/>
          </p:nvPr>
        </p:nvSpPr>
        <p:spPr>
          <a:xfrm>
            <a:off x="609600" y="1334323"/>
            <a:ext cx="10746033" cy="4992625"/>
          </a:xfrm>
          <a:prstGeom prst="rect">
            <a:avLst/>
          </a:prstGeom>
        </p:spPr>
        <p:txBody>
          <a:bodyPr/>
          <a:lstStyle/>
          <a:p>
            <a:r>
              <a:t>Allow </a:t>
            </a:r>
            <a:r>
              <a:rPr b="1"/>
              <a:t>anonymous</a:t>
            </a:r>
            <a:r>
              <a:t> access to Assets and Folders</a:t>
            </a:r>
          </a:p>
          <a:p>
            <a:r>
              <a:t>Time limited</a:t>
            </a:r>
          </a:p>
          <a:p>
            <a:r>
              <a:t>Multi-select possible</a:t>
            </a:r>
          </a:p>
          <a:p>
            <a:r>
              <a:t>Download directly or via </a:t>
            </a:r>
            <a:r>
              <a:rPr i="1"/>
              <a:t>Download Inbox</a:t>
            </a:r>
          </a:p>
        </p:txBody>
      </p:sp>
      <p:pic>
        <p:nvPicPr>
          <p:cNvPr id="2226" name="linkshare.png" descr="linkshare.png"/>
          <p:cNvPicPr>
            <a:picLocks noChangeAspect="1"/>
          </p:cNvPicPr>
          <p:nvPr/>
        </p:nvPicPr>
        <p:blipFill>
          <a:blip r:embed="rId3"/>
          <a:stretch>
            <a:fillRect/>
          </a:stretch>
        </p:blipFill>
        <p:spPr>
          <a:xfrm>
            <a:off x="7589608" y="1016431"/>
            <a:ext cx="3953902" cy="4657562"/>
          </a:xfrm>
          <a:prstGeom prst="rect">
            <a:avLst/>
          </a:prstGeom>
          <a:ln w="12700">
            <a:solidFill>
              <a:srgbClr val="535353"/>
            </a:solidFill>
            <a:miter/>
          </a:ln>
        </p:spPr>
      </p:pic>
    </p:spTree>
  </p:cSld>
  <p:clrMapOvr>
    <a:masterClrMapping/>
  </p:clrMapOvr>
  <p:transition spd="me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30" name="Title 1"/>
          <p:cNvSpPr txBox="1">
            <a:spLocks noGrp="1"/>
          </p:cNvSpPr>
          <p:nvPr>
            <p:ph type="title"/>
          </p:nvPr>
        </p:nvSpPr>
        <p:spPr>
          <a:xfrm>
            <a:off x="609600" y="264084"/>
            <a:ext cx="10972800" cy="946391"/>
          </a:xfrm>
          <a:prstGeom prst="rect">
            <a:avLst/>
          </a:prstGeom>
        </p:spPr>
        <p:txBody>
          <a:bodyPr>
            <a:noAutofit/>
          </a:bodyPr>
          <a:lstStyle>
            <a:lvl1pPr>
              <a:defRPr b="0"/>
            </a:lvl1pPr>
          </a:lstStyle>
          <a:p>
            <a:r>
              <a:t>Exercise 3.5 Link Share</a:t>
            </a:r>
          </a:p>
        </p:txBody>
      </p:sp>
      <p:sp>
        <p:nvSpPr>
          <p:cNvPr id="2231" name="Content Placeholder 2"/>
          <p:cNvSpPr txBox="1">
            <a:spLocks noGrp="1"/>
          </p:cNvSpPr>
          <p:nvPr>
            <p:ph type="body" sz="quarter" idx="4294967295"/>
          </p:nvPr>
        </p:nvSpPr>
        <p:spPr>
          <a:xfrm>
            <a:off x="609600" y="1554480"/>
            <a:ext cx="7730836" cy="2052779"/>
          </a:xfrm>
          <a:prstGeom prst="rect">
            <a:avLst/>
          </a:prstGeom>
        </p:spPr>
        <p:txBody>
          <a:bodyPr/>
          <a:lstStyle>
            <a:lvl1pPr>
              <a:defRPr sz="2400">
                <a:solidFill>
                  <a:srgbClr val="FFFFFF"/>
                </a:solidFill>
              </a:defRPr>
            </a:lvl1pPr>
          </a:lstStyle>
          <a:p>
            <a:r>
              <a:t>Understand Link Share functionality</a:t>
            </a:r>
          </a:p>
        </p:txBody>
      </p:sp>
    </p:spTree>
  </p:cSld>
  <p:clrMapOvr>
    <a:masterClrMapping/>
  </p:clrMapOvr>
  <p:transition spd="me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33" name="What else?"/>
          <p:cNvSpPr txBox="1">
            <a:spLocks noGrp="1"/>
          </p:cNvSpPr>
          <p:nvPr>
            <p:ph type="title"/>
          </p:nvPr>
        </p:nvSpPr>
        <p:spPr>
          <a:prstGeom prst="rect">
            <a:avLst/>
          </a:prstGeom>
        </p:spPr>
        <p:txBody>
          <a:bodyPr/>
          <a:lstStyle/>
          <a:p>
            <a:r>
              <a:t>What else?</a:t>
            </a:r>
          </a:p>
        </p:txBody>
      </p:sp>
      <p:sp>
        <p:nvSpPr>
          <p:cNvPr id="2234" name="Annotations and tasks…"/>
          <p:cNvSpPr txBox="1">
            <a:spLocks noGrp="1"/>
          </p:cNvSpPr>
          <p:nvPr>
            <p:ph type="body" sz="half" idx="1"/>
          </p:nvPr>
        </p:nvSpPr>
        <p:spPr>
          <a:prstGeom prst="rect">
            <a:avLst/>
          </a:prstGeom>
        </p:spPr>
        <p:txBody>
          <a:bodyPr/>
          <a:lstStyle/>
          <a:p>
            <a:r>
              <a:t>Annotations and tasks</a:t>
            </a:r>
          </a:p>
          <a:p>
            <a:r>
              <a:t>Relations</a:t>
            </a:r>
          </a:p>
          <a:p>
            <a:r>
              <a:t>Creative Cloud integration and libraries</a:t>
            </a:r>
          </a:p>
        </p:txBody>
      </p:sp>
    </p:spTree>
  </p:cSld>
  <p:clrMapOvr>
    <a:masterClrMapping/>
  </p:clrMapOvr>
  <p:transition spd="me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38" name="Title 1"/>
          <p:cNvSpPr txBox="1">
            <a:spLocks noGrp="1"/>
          </p:cNvSpPr>
          <p:nvPr>
            <p:ph type="title"/>
          </p:nvPr>
        </p:nvSpPr>
        <p:spPr>
          <a:prstGeom prst="rect">
            <a:avLst/>
          </a:prstGeom>
        </p:spPr>
        <p:txBody>
          <a:bodyPr/>
          <a:lstStyle/>
          <a:p>
            <a:pPr>
              <a:defRPr spc="-200"/>
            </a:pPr>
            <a:r>
              <a:t>Section 4</a:t>
            </a:r>
          </a:p>
          <a:p>
            <a:pPr>
              <a:defRPr spc="-200"/>
            </a:pPr>
            <a:r>
              <a:t>Dynamic Media Templates</a:t>
            </a:r>
          </a:p>
        </p:txBody>
      </p:sp>
    </p:spTree>
  </p:cSld>
  <p:clrMapOvr>
    <a:masterClrMapping/>
  </p:clrMapOvr>
  <p:transition spd="me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40" name="Title 1"/>
          <p:cNvSpPr txBox="1">
            <a:spLocks noGrp="1"/>
          </p:cNvSpPr>
          <p:nvPr>
            <p:ph type="title"/>
          </p:nvPr>
        </p:nvSpPr>
        <p:spPr>
          <a:xfrm>
            <a:off x="609599" y="264084"/>
            <a:ext cx="4937762" cy="946391"/>
          </a:xfrm>
          <a:prstGeom prst="rect">
            <a:avLst/>
          </a:prstGeom>
        </p:spPr>
        <p:txBody>
          <a:bodyPr/>
          <a:lstStyle/>
          <a:p>
            <a:r>
              <a:t>Dynamic Media Templates</a:t>
            </a:r>
          </a:p>
        </p:txBody>
      </p:sp>
      <p:sp>
        <p:nvSpPr>
          <p:cNvPr id="2241" name="Rectangle 1"/>
          <p:cNvSpPr txBox="1">
            <a:spLocks noGrp="1"/>
          </p:cNvSpPr>
          <p:nvPr>
            <p:ph type="body" sz="half" idx="1"/>
          </p:nvPr>
        </p:nvSpPr>
        <p:spPr>
          <a:xfrm>
            <a:off x="609600" y="1334323"/>
            <a:ext cx="4937762" cy="4401206"/>
          </a:xfrm>
          <a:prstGeom prst="rect">
            <a:avLst/>
          </a:prstGeom>
        </p:spPr>
        <p:txBody>
          <a:bodyPr lIns="45719" tIns="45719" rIns="45719" bIns="45719"/>
          <a:lstStyle/>
          <a:p>
            <a:pPr defTabSz="877823">
              <a:lnSpc>
                <a:spcPct val="100000"/>
              </a:lnSpc>
              <a:spcBef>
                <a:spcPts val="0"/>
              </a:spcBef>
              <a:defRPr sz="1919"/>
            </a:pPr>
            <a:r>
              <a:t>Enable brand-consistent asset variations at scale</a:t>
            </a:r>
          </a:p>
          <a:p>
            <a:pPr defTabSz="877823">
              <a:lnSpc>
                <a:spcPct val="100000"/>
              </a:lnSpc>
              <a:spcBef>
                <a:spcPts val="0"/>
              </a:spcBef>
              <a:defRPr sz="1919"/>
            </a:pPr>
            <a:endParaRPr/>
          </a:p>
          <a:p>
            <a:pPr defTabSz="877823">
              <a:lnSpc>
                <a:spcPct val="100000"/>
              </a:lnSpc>
              <a:spcBef>
                <a:spcPts val="0"/>
              </a:spcBef>
              <a:defRPr sz="1919"/>
            </a:pPr>
            <a:r>
              <a:t>Templates link artwork with dynamic text, colors, or imagery</a:t>
            </a:r>
          </a:p>
          <a:p>
            <a:pPr defTabSz="877823">
              <a:lnSpc>
                <a:spcPct val="100000"/>
              </a:lnSpc>
              <a:spcBef>
                <a:spcPts val="0"/>
              </a:spcBef>
              <a:defRPr sz="1919"/>
            </a:pPr>
            <a:endParaRPr/>
          </a:p>
          <a:p>
            <a:pPr defTabSz="877823">
              <a:lnSpc>
                <a:spcPct val="100000"/>
              </a:lnSpc>
              <a:spcBef>
                <a:spcPts val="0"/>
              </a:spcBef>
              <a:defRPr sz="1919"/>
            </a:pPr>
            <a:r>
              <a:t>Users generate on-brand renditions without creative tools</a:t>
            </a:r>
          </a:p>
          <a:p>
            <a:pPr defTabSz="877823">
              <a:lnSpc>
                <a:spcPct val="100000"/>
              </a:lnSpc>
              <a:spcBef>
                <a:spcPts val="0"/>
              </a:spcBef>
              <a:defRPr sz="1919"/>
            </a:pPr>
            <a:endParaRPr/>
          </a:p>
          <a:p>
            <a:pPr defTabSz="877823">
              <a:lnSpc>
                <a:spcPct val="100000"/>
              </a:lnSpc>
              <a:spcBef>
                <a:spcPts val="0"/>
              </a:spcBef>
              <a:defRPr sz="1919"/>
            </a:pPr>
            <a:r>
              <a:t>Parameters controlled in AEM (no file editing required)</a:t>
            </a:r>
          </a:p>
          <a:p>
            <a:pPr defTabSz="877823">
              <a:lnSpc>
                <a:spcPct val="100000"/>
              </a:lnSpc>
              <a:spcBef>
                <a:spcPts val="0"/>
              </a:spcBef>
              <a:defRPr sz="1919"/>
            </a:pPr>
            <a:endParaRPr/>
          </a:p>
          <a:p>
            <a:pPr defTabSz="877823">
              <a:lnSpc>
                <a:spcPct val="100000"/>
              </a:lnSpc>
              <a:spcBef>
                <a:spcPts val="0"/>
              </a:spcBef>
              <a:defRPr sz="1919"/>
            </a:pPr>
            <a:r>
              <a:t>Streamlined for campaigns, regionalization, personalization</a:t>
            </a:r>
          </a:p>
        </p:txBody>
      </p:sp>
      <p:pic>
        <p:nvPicPr>
          <p:cNvPr id="2242" name="Picture 8" descr="Picture 8"/>
          <p:cNvPicPr>
            <a:picLocks noChangeAspect="1"/>
          </p:cNvPicPr>
          <p:nvPr/>
        </p:nvPicPr>
        <p:blipFill>
          <a:blip r:embed="rId3"/>
          <a:stretch>
            <a:fillRect/>
          </a:stretch>
        </p:blipFill>
        <p:spPr>
          <a:xfrm>
            <a:off x="5816693" y="4762"/>
            <a:ext cx="10559716" cy="6848476"/>
          </a:xfrm>
          <a:prstGeom prst="rect">
            <a:avLst/>
          </a:prstGeom>
          <a:ln>
            <a:solidFill>
              <a:schemeClr val="accent1"/>
            </a:solidFill>
          </a:ln>
        </p:spPr>
      </p:pic>
    </p:spTree>
  </p:cSld>
  <p:clrMapOvr>
    <a:masterClrMapping/>
  </p:clrMapOvr>
  <p:transition spd="me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46" name="Conclusion"/>
          <p:cNvSpPr txBox="1">
            <a:spLocks noGrp="1"/>
          </p:cNvSpPr>
          <p:nvPr>
            <p:ph type="title"/>
          </p:nvPr>
        </p:nvSpPr>
        <p:spPr>
          <a:prstGeom prst="rect">
            <a:avLst/>
          </a:prstGeom>
        </p:spPr>
        <p:txBody>
          <a:bodyPr/>
          <a:lstStyle/>
          <a:p>
            <a:r>
              <a:t>Conclusion</a:t>
            </a:r>
          </a:p>
        </p:txBody>
      </p:sp>
    </p:spTree>
  </p:cSld>
  <p:clrMapOvr>
    <a:masterClrMapping/>
  </p:clrMapOvr>
  <p:transition spd="me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48" name="The two UIs - Admin View and Assets View"/>
          <p:cNvSpPr txBox="1">
            <a:spLocks noGrp="1"/>
          </p:cNvSpPr>
          <p:nvPr>
            <p:ph type="title"/>
          </p:nvPr>
        </p:nvSpPr>
        <p:spPr>
          <a:xfrm>
            <a:off x="609600" y="264084"/>
            <a:ext cx="10972800" cy="946391"/>
          </a:xfrm>
          <a:prstGeom prst="rect">
            <a:avLst/>
          </a:prstGeom>
        </p:spPr>
        <p:txBody>
          <a:bodyPr/>
          <a:lstStyle/>
          <a:p>
            <a:r>
              <a:t>The Future</a:t>
            </a:r>
          </a:p>
        </p:txBody>
      </p:sp>
      <p:sp>
        <p:nvSpPr>
          <p:cNvPr id="2249" name="TextBox 3"/>
          <p:cNvSpPr txBox="1"/>
          <p:nvPr/>
        </p:nvSpPr>
        <p:spPr>
          <a:xfrm>
            <a:off x="655319" y="1239244"/>
            <a:ext cx="5992369" cy="34442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marL="342900" indent="-342900">
              <a:lnSpc>
                <a:spcPct val="110000"/>
              </a:lnSpc>
              <a:spcBef>
                <a:spcPts val="900"/>
              </a:spcBef>
              <a:buSzPct val="100000"/>
              <a:buFont typeface="Adobe Clean"/>
              <a:buChar char="•"/>
              <a:defRPr sz="2400"/>
            </a:pPr>
            <a:r>
              <a:t>“Assets View” is the future “Assets”</a:t>
            </a:r>
          </a:p>
          <a:p>
            <a:pPr marL="342900" indent="-342900">
              <a:lnSpc>
                <a:spcPct val="110000"/>
              </a:lnSpc>
              <a:spcBef>
                <a:spcPts val="900"/>
              </a:spcBef>
              <a:buSzPct val="100000"/>
              <a:buFont typeface="Adobe Clean"/>
              <a:buChar char="•"/>
              <a:defRPr sz="2400"/>
            </a:pPr>
            <a:r>
              <a:t>Customers recommended to adopt Assets View for future-proofing</a:t>
            </a:r>
          </a:p>
          <a:p>
            <a:pPr marL="342900" indent="-342900">
              <a:lnSpc>
                <a:spcPct val="110000"/>
              </a:lnSpc>
              <a:spcBef>
                <a:spcPts val="900"/>
              </a:spcBef>
              <a:buSzPct val="100000"/>
              <a:buFont typeface="Adobe Clean"/>
              <a:buChar char="•"/>
              <a:defRPr sz="2400"/>
            </a:pPr>
            <a:r>
              <a:t>New features likely to be only available in Assets View,</a:t>
            </a:r>
          </a:p>
          <a:p>
            <a:pPr marL="342900" indent="-342900">
              <a:lnSpc>
                <a:spcPct val="110000"/>
              </a:lnSpc>
              <a:spcBef>
                <a:spcPts val="900"/>
              </a:spcBef>
              <a:buSzPct val="100000"/>
              <a:buFont typeface="Adobe Clean"/>
              <a:buChar char="•"/>
              <a:defRPr sz="2400"/>
            </a:pPr>
            <a:r>
              <a:t>Admin View still supported and no sunset</a:t>
            </a:r>
          </a:p>
        </p:txBody>
      </p:sp>
      <p:pic>
        <p:nvPicPr>
          <p:cNvPr id="2250" name="Picture 2" descr="Picture 2"/>
          <p:cNvPicPr>
            <a:picLocks noChangeAspect="1"/>
          </p:cNvPicPr>
          <p:nvPr/>
        </p:nvPicPr>
        <p:blipFill>
          <a:blip r:embed="rId3"/>
          <a:stretch>
            <a:fillRect/>
          </a:stretch>
        </p:blipFill>
        <p:spPr>
          <a:xfrm>
            <a:off x="5901487" y="0"/>
            <a:ext cx="5710671" cy="6858000"/>
          </a:xfrm>
          <a:prstGeom prst="rect">
            <a:avLst/>
          </a:prstGeom>
          <a:ln w="12700">
            <a:miter lim="400000"/>
          </a:ln>
        </p:spPr>
      </p:pic>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2249">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2249">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iterate>
                                    <p:tmAbs val="0"/>
                                  </p:iterate>
                                  <p:childTnLst>
                                    <p:set>
                                      <p:cBhvr>
                                        <p:cTn id="12" fill="hold"/>
                                        <p:tgtEl>
                                          <p:spTgt spid="2249">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iterate>
                                    <p:tmAbs val="0"/>
                                  </p:iterate>
                                  <p:childTnLst>
                                    <p:set>
                                      <p:cBhvr>
                                        <p:cTn id="16" fill="hold"/>
                                        <p:tgtEl>
                                          <p:spTgt spid="2249">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iterate>
                                    <p:tmAbs val="0"/>
                                  </p:iterate>
                                  <p:childTnLst>
                                    <p:set>
                                      <p:cBhvr>
                                        <p:cTn id="20" fill="hold"/>
                                        <p:tgtEl>
                                          <p:spTgt spid="2249">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iterate>
                                    <p:tmAbs val="0"/>
                                  </p:iterate>
                                  <p:childTnLst>
                                    <p:set>
                                      <p:cBhvr>
                                        <p:cTn id="24" fill="hold"/>
                                        <p:tgtEl>
                                          <p:spTgt spid="2249">
                                            <p:txEl>
                                              <p:charRg st="198" end="19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49" grpId="0" build="p" bldLvl="5" animBg="1" advAuto="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4" name="Title 3"/>
          <p:cNvSpPr txBox="1">
            <a:spLocks noGrp="1"/>
          </p:cNvSpPr>
          <p:nvPr>
            <p:ph type="title"/>
          </p:nvPr>
        </p:nvSpPr>
        <p:spPr>
          <a:xfrm>
            <a:off x="609600" y="264084"/>
            <a:ext cx="10972800" cy="946391"/>
          </a:xfrm>
          <a:prstGeom prst="rect">
            <a:avLst/>
          </a:prstGeom>
        </p:spPr>
        <p:txBody>
          <a:bodyPr/>
          <a:lstStyle/>
          <a:p>
            <a:r>
              <a:t>Key Course Takeaways</a:t>
            </a:r>
          </a:p>
        </p:txBody>
      </p:sp>
      <p:sp>
        <p:nvSpPr>
          <p:cNvPr id="2255" name="Content Placeholder 4"/>
          <p:cNvSpPr txBox="1">
            <a:spLocks noGrp="1"/>
          </p:cNvSpPr>
          <p:nvPr>
            <p:ph type="body" idx="1"/>
          </p:nvPr>
        </p:nvSpPr>
        <p:spPr>
          <a:prstGeom prst="rect">
            <a:avLst/>
          </a:prstGeom>
        </p:spPr>
        <p:txBody>
          <a:bodyPr/>
          <a:lstStyle/>
          <a:p>
            <a:pPr>
              <a:defRPr sz="2400"/>
            </a:pPr>
            <a:r>
              <a:rPr dirty="0"/>
              <a:t>Assets View:</a:t>
            </a:r>
          </a:p>
          <a:p>
            <a:pPr lvl="1">
              <a:defRPr sz="2400"/>
            </a:pPr>
            <a:r>
              <a:rPr dirty="0"/>
              <a:t> Is evolving rapidly</a:t>
            </a:r>
          </a:p>
          <a:p>
            <a:pPr lvl="1">
              <a:defRPr sz="2400"/>
            </a:pPr>
            <a:r>
              <a:rPr dirty="0"/>
              <a:t>promotes metadata/search-first design, including AI search features</a:t>
            </a:r>
          </a:p>
          <a:p>
            <a:pPr lvl="1">
              <a:defRPr sz="2400"/>
            </a:pPr>
            <a:r>
              <a:rPr dirty="0"/>
              <a:t>focuses on usability, speed, productivity and convenience for non-administrative tasks</a:t>
            </a:r>
          </a:p>
          <a:p>
            <a:pPr lvl="1">
              <a:defRPr sz="2400"/>
            </a:pPr>
            <a:r>
              <a:rPr dirty="0"/>
              <a:t>Accesses the same underlying AEM repository as Admin view</a:t>
            </a:r>
          </a:p>
          <a:p>
            <a:pPr lvl="1">
              <a:defRPr sz="2400"/>
            </a:pPr>
            <a:r>
              <a:rPr dirty="0"/>
              <a:t>is generally less </a:t>
            </a:r>
            <a:r>
              <a:rPr dirty="0" err="1"/>
              <a:t>customisable</a:t>
            </a:r>
            <a:r>
              <a:rPr dirty="0"/>
              <a:t> than Admin View</a:t>
            </a:r>
          </a:p>
          <a:p>
            <a:pPr lvl="1">
              <a:defRPr sz="2400"/>
            </a:pPr>
            <a:r>
              <a:rPr dirty="0"/>
              <a:t>has the same UI as </a:t>
            </a:r>
            <a:r>
              <a:rPr i="1" dirty="0"/>
              <a:t>Assets Essentials</a:t>
            </a:r>
            <a:r>
              <a:rPr dirty="0"/>
              <a:t>, but is part of a full Enterprise DAM system</a:t>
            </a: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iterate>
                                    <p:tmAbs val="0"/>
                                  </p:iterate>
                                  <p:childTnLst>
                                    <p:set>
                                      <p:cBhvr>
                                        <p:cTn id="6" fill="hold"/>
                                        <p:tgtEl>
                                          <p:spTgt spid="225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p:tmAbs val="0"/>
                                  </p:iterate>
                                  <p:childTnLst>
                                    <p:set>
                                      <p:cBhvr>
                                        <p:cTn id="10" fill="hold"/>
                                        <p:tgtEl>
                                          <p:spTgt spid="225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p:tmAbs val="0"/>
                                  </p:iterate>
                                  <p:childTnLst>
                                    <p:set>
                                      <p:cBhvr>
                                        <p:cTn id="14" fill="hold"/>
                                        <p:tgtEl>
                                          <p:spTgt spid="225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p:tmAbs val="0"/>
                                  </p:iterate>
                                  <p:childTnLst>
                                    <p:set>
                                      <p:cBhvr>
                                        <p:cTn id="18" fill="hold"/>
                                        <p:tgtEl>
                                          <p:spTgt spid="225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p:tmAbs val="0"/>
                                  </p:iterate>
                                  <p:childTnLst>
                                    <p:set>
                                      <p:cBhvr>
                                        <p:cTn id="22" fill="hold"/>
                                        <p:tgtEl>
                                          <p:spTgt spid="225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p:tmAbs val="0"/>
                                  </p:iterate>
                                  <p:childTnLst>
                                    <p:set>
                                      <p:cBhvr>
                                        <p:cTn id="26" fill="hold"/>
                                        <p:tgtEl>
                                          <p:spTgt spid="225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p:tmAbs val="0"/>
                                  </p:iterate>
                                  <p:childTnLst>
                                    <p:set>
                                      <p:cBhvr>
                                        <p:cTn id="30" fill="hold"/>
                                        <p:tgtEl>
                                          <p:spTgt spid="225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55" grpId="0" uiExpand="1" build="p" bldLvl="5" advAuto="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7" name="Title 1"/>
          <p:cNvSpPr txBox="1">
            <a:spLocks noGrp="1"/>
          </p:cNvSpPr>
          <p:nvPr>
            <p:ph type="title"/>
          </p:nvPr>
        </p:nvSpPr>
        <p:spPr>
          <a:xfrm>
            <a:off x="609600" y="264084"/>
            <a:ext cx="10972800" cy="946391"/>
          </a:xfrm>
          <a:prstGeom prst="rect">
            <a:avLst/>
          </a:prstGeom>
        </p:spPr>
        <p:txBody>
          <a:bodyPr/>
          <a:lstStyle/>
          <a:p>
            <a:r>
              <a:t>Questions?</a:t>
            </a:r>
          </a:p>
        </p:txBody>
      </p:sp>
      <p:sp>
        <p:nvSpPr>
          <p:cNvPr id="2258" name="TextBox 7"/>
          <p:cNvSpPr txBox="1"/>
          <p:nvPr/>
        </p:nvSpPr>
        <p:spPr>
          <a:xfrm>
            <a:off x="5172892" y="6079957"/>
            <a:ext cx="6363788" cy="2438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lgn="r">
              <a:defRPr sz="1000">
                <a:solidFill>
                  <a:srgbClr val="FFFFFF"/>
                </a:solidFill>
              </a:defRPr>
            </a:lvl1pPr>
          </a:lstStyle>
          <a:p>
            <a:r>
              <a:t>Image by Ran Zheng</a:t>
            </a:r>
          </a:p>
        </p:txBody>
      </p:sp>
      <p:pic>
        <p:nvPicPr>
          <p:cNvPr id="2259" name="Picture 10" descr="Picture 10"/>
          <p:cNvPicPr>
            <a:picLocks noChangeAspect="1"/>
          </p:cNvPicPr>
          <p:nvPr/>
        </p:nvPicPr>
        <p:blipFill>
          <a:blip r:embed="rId3"/>
          <a:stretch>
            <a:fillRect/>
          </a:stretch>
        </p:blipFill>
        <p:spPr>
          <a:xfrm>
            <a:off x="609598" y="2092569"/>
            <a:ext cx="10972800" cy="2672861"/>
          </a:xfrm>
          <a:prstGeom prst="rect">
            <a:avLst/>
          </a:prstGeom>
          <a:ln w="12700">
            <a:miter lim="400000"/>
          </a:ln>
        </p:spPr>
      </p:pic>
    </p:spTree>
  </p:cSld>
  <p:clrMapOvr>
    <a:masterClrMapping/>
  </p:clrMapOvr>
  <p:transition spd="me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3" name="Title 1"/>
          <p:cNvSpPr txBox="1">
            <a:spLocks noGrp="1"/>
          </p:cNvSpPr>
          <p:nvPr>
            <p:ph type="title"/>
          </p:nvPr>
        </p:nvSpPr>
        <p:spPr>
          <a:prstGeom prst="rect">
            <a:avLst/>
          </a:prstGeom>
        </p:spPr>
        <p:txBody>
          <a:bodyPr/>
          <a:lstStyle/>
          <a:p>
            <a:r>
              <a:t>Closer Slide</a:t>
            </a:r>
          </a:p>
        </p:txBody>
      </p:sp>
    </p:spTree>
  </p:cSld>
  <p:clrMapOvr>
    <a:masterClrMapping/>
  </p:clrMapOvr>
  <p:transition spd="med"/>
</p:sld>
</file>

<file path=ppt/theme/theme1.xml><?xml version="1.0" encoding="utf-8"?>
<a:theme xmlns:a="http://schemas.openxmlformats.org/drawingml/2006/main" name="Adobe Template 2024">
  <a:themeElements>
    <a:clrScheme name="Adobe Template 2024">
      <a:dk1>
        <a:srgbClr val="000000"/>
      </a:dk1>
      <a:lt1>
        <a:srgbClr val="FFFFFF"/>
      </a:lt1>
      <a:dk2>
        <a:srgbClr val="A7A7A7"/>
      </a:dk2>
      <a:lt2>
        <a:srgbClr val="535353"/>
      </a:lt2>
      <a:accent1>
        <a:srgbClr val="0AA35B"/>
      </a:accent1>
      <a:accent2>
        <a:srgbClr val="3A63F9"/>
      </a:accent2>
      <a:accent3>
        <a:srgbClr val="FF66CC"/>
      </a:accent3>
      <a:accent4>
        <a:srgbClr val="FFA311"/>
      </a:accent4>
      <a:accent5>
        <a:srgbClr val="F3C600"/>
      </a:accent5>
      <a:accent6>
        <a:srgbClr val="EB1000"/>
      </a:accent6>
      <a:hlink>
        <a:srgbClr val="0000FF"/>
      </a:hlink>
      <a:folHlink>
        <a:srgbClr val="FF00FF"/>
      </a:folHlink>
    </a:clrScheme>
    <a:fontScheme name="Adobe Template 2024">
      <a:majorFont>
        <a:latin typeface="Helvetica"/>
        <a:ea typeface="Helvetica"/>
        <a:cs typeface="Helvetica"/>
      </a:majorFont>
      <a:minorFont>
        <a:latin typeface="Calibri"/>
        <a:ea typeface="Calibri"/>
        <a:cs typeface="Calibri"/>
      </a:minorFont>
    </a:fontScheme>
    <a:fmtScheme name="Adobe Template 2024">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Adobe Clean"/>
            <a:ea typeface="Adobe Clean"/>
            <a:cs typeface="Adobe Clean"/>
            <a:sym typeface="Adobe Clean"/>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Adobe Clean"/>
            <a:ea typeface="Adobe Clean"/>
            <a:cs typeface="Adobe Clean"/>
            <a:sym typeface="Adobe Clean"/>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Adobe Template 2024">
  <a:themeElements>
    <a:clrScheme name="Adobe Template 2024">
      <a:dk1>
        <a:srgbClr val="000000"/>
      </a:dk1>
      <a:lt1>
        <a:srgbClr val="FFFFFF"/>
      </a:lt1>
      <a:dk2>
        <a:srgbClr val="A7A7A7"/>
      </a:dk2>
      <a:lt2>
        <a:srgbClr val="535353"/>
      </a:lt2>
      <a:accent1>
        <a:srgbClr val="0AA35B"/>
      </a:accent1>
      <a:accent2>
        <a:srgbClr val="3A63F9"/>
      </a:accent2>
      <a:accent3>
        <a:srgbClr val="FF66CC"/>
      </a:accent3>
      <a:accent4>
        <a:srgbClr val="FFA311"/>
      </a:accent4>
      <a:accent5>
        <a:srgbClr val="F3C600"/>
      </a:accent5>
      <a:accent6>
        <a:srgbClr val="EB1000"/>
      </a:accent6>
      <a:hlink>
        <a:srgbClr val="0000FF"/>
      </a:hlink>
      <a:folHlink>
        <a:srgbClr val="FF00FF"/>
      </a:folHlink>
    </a:clrScheme>
    <a:fontScheme name="Adobe Template 2024">
      <a:majorFont>
        <a:latin typeface="Helvetica"/>
        <a:ea typeface="Helvetica"/>
        <a:cs typeface="Helvetica"/>
      </a:majorFont>
      <a:minorFont>
        <a:latin typeface="Calibri"/>
        <a:ea typeface="Calibri"/>
        <a:cs typeface="Calibri"/>
      </a:minorFont>
    </a:fontScheme>
    <a:fmtScheme name="Adobe Template 2024">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Adobe Clean"/>
            <a:ea typeface="Adobe Clean"/>
            <a:cs typeface="Adobe Clean"/>
            <a:sym typeface="Adobe Clean"/>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Adobe Clean"/>
            <a:ea typeface="Adobe Clean"/>
            <a:cs typeface="Adobe Clean"/>
            <a:sym typeface="Adobe Clean"/>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0</TotalTime>
  <Words>5905</Words>
  <Application>Microsoft Macintosh PowerPoint</Application>
  <PresentationFormat>Widescreen</PresentationFormat>
  <Paragraphs>736</Paragraphs>
  <Slides>55</Slides>
  <Notes>33</Notes>
  <HiddenSlides>4</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55</vt:i4>
      </vt:variant>
    </vt:vector>
  </HeadingPairs>
  <TitlesOfParts>
    <vt:vector size="60" baseType="lpstr">
      <vt:lpstr>Adobe Clean</vt:lpstr>
      <vt:lpstr>Calibri</vt:lpstr>
      <vt:lpstr>Symbol</vt:lpstr>
      <vt:lpstr>Wingdings</vt:lpstr>
      <vt:lpstr>Adobe Template 2024</vt:lpstr>
      <vt:lpstr>Working with the new AEM Assets View</vt:lpstr>
      <vt:lpstr>Instructor</vt:lpstr>
      <vt:lpstr>PowerPoint Presentation</vt:lpstr>
      <vt:lpstr>Legal and Confidentiality Information</vt:lpstr>
      <vt:lpstr>Course Agenda</vt:lpstr>
      <vt:lpstr>This Course –What you’ll Learn</vt:lpstr>
      <vt:lpstr>A flight over the Assets landscape</vt:lpstr>
      <vt:lpstr>Assets Essentials - a Lightweight DAM for the Adobe Ecosystem</vt:lpstr>
      <vt:lpstr>Assets (Assets View and Admin View) - Enterprise DAM </vt:lpstr>
      <vt:lpstr>The two UIs - Admin View and Assets View</vt:lpstr>
      <vt:lpstr>Quick Facts – Assets View</vt:lpstr>
      <vt:lpstr>Section 1 UI Foundations </vt:lpstr>
      <vt:lpstr>Use Assets View when…</vt:lpstr>
      <vt:lpstr>Use Admin View when….</vt:lpstr>
      <vt:lpstr>Assets View UI Intro</vt:lpstr>
      <vt:lpstr>Assets View UI Intro 2</vt:lpstr>
      <vt:lpstr>Assets View UI Intro - Details</vt:lpstr>
      <vt:lpstr>Navigate to Assets View</vt:lpstr>
      <vt:lpstr>Switch between Admin and Assets View</vt:lpstr>
      <vt:lpstr>Access the Experience Cloud</vt:lpstr>
      <vt:lpstr>Activity 1.1 – The Fundamentals</vt:lpstr>
      <vt:lpstr>Renditions - Static, Dynamic and Smart Crops</vt:lpstr>
      <vt:lpstr>Approval and Publishing</vt:lpstr>
      <vt:lpstr>Activity 1.2 – Renditions, Publish, Delete</vt:lpstr>
      <vt:lpstr>Section 2 Metadata and Search</vt:lpstr>
      <vt:lpstr>Search first:  Metadata instead of Folder structure</vt:lpstr>
      <vt:lpstr>Exercise 2.1: Access Metadata</vt:lpstr>
      <vt:lpstr>Assets View:  Metadata Forms</vt:lpstr>
      <vt:lpstr>MIME Type - Examples</vt:lpstr>
      <vt:lpstr>Adobe-provided Forms (used as templates)</vt:lpstr>
      <vt:lpstr>Exercise 2.2: Apply Metadata Forms</vt:lpstr>
      <vt:lpstr>Search Capabilities – Assets View</vt:lpstr>
      <vt:lpstr>UI - Contextual Search</vt:lpstr>
      <vt:lpstr>Exercise 2.3: Explore Search Features</vt:lpstr>
      <vt:lpstr>Metadata and Search Summary</vt:lpstr>
      <vt:lpstr>Section 3 Productivity Features</vt:lpstr>
      <vt:lpstr>Quick Access</vt:lpstr>
      <vt:lpstr>Exercise 3.1: Quick Access</vt:lpstr>
      <vt:lpstr>Notifications</vt:lpstr>
      <vt:lpstr>Exercise 3.2: Notifications</vt:lpstr>
      <vt:lpstr>Insights</vt:lpstr>
      <vt:lpstr>Reports</vt:lpstr>
      <vt:lpstr>Collections</vt:lpstr>
      <vt:lpstr>Smart Collections</vt:lpstr>
      <vt:lpstr>Exercise 3.3: Insights</vt:lpstr>
      <vt:lpstr>Link Share</vt:lpstr>
      <vt:lpstr>Exercise 3.5 Link Share</vt:lpstr>
      <vt:lpstr>What else?</vt:lpstr>
      <vt:lpstr>Section 4 Dynamic Media Templates</vt:lpstr>
      <vt:lpstr>Dynamic Media Templates</vt:lpstr>
      <vt:lpstr>Conclusion</vt:lpstr>
      <vt:lpstr>The Future</vt:lpstr>
      <vt:lpstr>Key Course Takeaways</vt:lpstr>
      <vt:lpstr>Questions?</vt:lpstr>
      <vt:lpstr>Closer Slide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Rob Freeman</cp:lastModifiedBy>
  <cp:revision>1</cp:revision>
  <dcterms:modified xsi:type="dcterms:W3CDTF">2026-01-01T16:56:19Z</dcterms:modified>
</cp:coreProperties>
</file>