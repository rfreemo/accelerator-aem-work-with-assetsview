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dobe Clean"/>
          <a:ea typeface="Adobe Clean"/>
          <a:cs typeface="Adobe Clean"/>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wholeTbl>
    <a:band2H>
      <a:tcTxStyle/>
      <a:tcStyle>
        <a:tcBdr/>
        <a:fill>
          <a:solidFill>
            <a:srgbClr val="FFFFFF"/>
          </a:solidFill>
        </a:fill>
      </a:tcStyle>
    </a:band2H>
    <a:firstCol>
      <a:tcTxStyle b="off" i="off">
        <a:font>
          <a:latin typeface="Adobe Clean"/>
          <a:ea typeface="Adobe Clean"/>
          <a:cs typeface="Adobe Clean"/>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Col>
    <a:lastRow>
      <a:tcTxStyle b="off" i="off">
        <a:font>
          <a:latin typeface="Adobe Clean"/>
          <a:ea typeface="Adobe Clean"/>
          <a:cs typeface="Adobe Clean"/>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ff" i="off">
        <a:font>
          <a:latin typeface="Adobe Clean"/>
          <a:ea typeface="Adobe Clean"/>
          <a:cs typeface="Adobe Clean"/>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C7B018BB-80A7-4F77-B60F-C8B233D01FF8}" styleName="">
    <a:tblBg/>
    <a:wholeTbl>
      <a:tcTxStyle b="off" i="off">
        <a:font>
          <a:latin typeface="Adobe Clean"/>
          <a:ea typeface="Adobe Clean"/>
          <a:cs typeface="Adobe Clean"/>
        </a:font>
        <a:srgbClr val="000000"/>
      </a:tcTxStyle>
      <a:tcStyle>
        <a:tcBdr>
          <a:left>
            <a:ln w="12700" cap="flat">
              <a:noFill/>
              <a:miter lim="400000"/>
            </a:ln>
          </a:left>
          <a:right>
            <a:ln w="12700" cap="flat">
              <a:noFill/>
              <a:miter lim="400000"/>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dobe Clean"/>
          <a:ea typeface="Adobe Clean"/>
          <a:cs typeface="Adobe Clean"/>
        </a:font>
        <a:srgbClr val="000000"/>
      </a:tcTxStyle>
      <a:tcStyle>
        <a:tcBdr>
          <a:left>
            <a:ln w="12700" cap="flat">
              <a:solidFill>
                <a:srgbClr val="000000"/>
              </a:solidFill>
              <a:prstDash val="solid"/>
              <a:round/>
            </a:ln>
          </a:left>
          <a:right>
            <a:ln w="12700" cap="flat">
              <a:noFill/>
              <a:miter lim="400000"/>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E6E6E6"/>
          </a:solidFill>
        </a:fill>
      </a:tcStyle>
    </a:firstCol>
    <a:lastRow>
      <a:tcTxStyle b="on" i="off">
        <a:font>
          <a:latin typeface="Adobe Clean"/>
          <a:ea typeface="Adobe Clean"/>
          <a:cs typeface="Adobe Clean"/>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127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dobe Clean"/>
          <a:ea typeface="Adobe Clean"/>
          <a:cs typeface="Adobe Clean"/>
        </a:font>
        <a:srgbClr val="FFFFFF"/>
      </a:tcTxStyle>
      <a:tcStyle>
        <a:tcBdr>
          <a:left>
            <a:ln w="12700" cap="flat">
              <a:noFill/>
              <a:miter lim="400000"/>
            </a:ln>
          </a:left>
          <a:right>
            <a:ln w="12700" cap="flat">
              <a:noFill/>
              <a:miter lim="400000"/>
            </a:ln>
          </a:right>
          <a:top>
            <a:ln w="12700" cap="flat">
              <a:solidFill>
                <a:srgbClr val="000000"/>
              </a:solidFill>
              <a:prstDash val="solid"/>
              <a:round/>
            </a:ln>
          </a:top>
          <a:bottom>
            <a:ln w="12700" cap="flat">
              <a:solidFill>
                <a:srgbClr val="000000"/>
              </a:solidFill>
              <a:prstDash val="solid"/>
              <a:round/>
            </a:ln>
          </a:bottom>
          <a:insideH>
            <a:ln w="12700" cap="flat">
              <a:noFill/>
              <a:miter lim="400000"/>
            </a:ln>
          </a:insideH>
          <a:insideV>
            <a:ln w="12700" cap="flat">
              <a:noFill/>
              <a:miter lim="400000"/>
            </a:ln>
          </a:insideV>
        </a:tcBdr>
        <a:fill>
          <a:solidFill>
            <a:srgbClr val="000000"/>
          </a:solidFill>
        </a:fill>
      </a:tcStyle>
    </a:firstRow>
  </a:tblStyle>
  <a:tblStyle styleId="{EEE7283C-3CF3-47DC-8721-378D4A62B228}" styleName="">
    <a:tblBg/>
    <a:wholeTbl>
      <a:tcTxStyle b="off" i="off">
        <a:font>
          <a:latin typeface="Adobe Clean"/>
          <a:ea typeface="Adobe Clean"/>
          <a:cs typeface="Adobe Cle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0D0"/>
          </a:solidFill>
        </a:fill>
      </a:tcStyle>
    </a:wholeTbl>
    <a:band2H>
      <a:tcTxStyle/>
      <a:tcStyle>
        <a:tcBdr/>
        <a:fill>
          <a:solidFill>
            <a:srgbClr val="E6F0E9"/>
          </a:solidFill>
        </a:fill>
      </a:tcStyle>
    </a:band2H>
    <a:firstCol>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
          <a:latin typeface="Adobe Clean"/>
          <a:ea typeface="Adobe Clean"/>
          <a:cs typeface="Adobe Cle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D2EC"/>
          </a:solidFill>
        </a:fill>
      </a:tcStyle>
    </a:wholeTbl>
    <a:band2H>
      <a:tcTxStyle/>
      <a:tcStyle>
        <a:tcBdr/>
        <a:fill>
          <a:solidFill>
            <a:srgbClr val="FFEAF6"/>
          </a:solidFill>
        </a:fill>
      </a:tcStyle>
    </a:band2H>
    <a:firstCol>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
          <a:latin typeface="Adobe Clean"/>
          <a:ea typeface="Adobe Clean"/>
          <a:cs typeface="Adobe Clean"/>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7CACA"/>
          </a:solidFill>
        </a:fill>
      </a:tcStyle>
    </a:wholeTbl>
    <a:band2H>
      <a:tcTxStyle/>
      <a:tcStyle>
        <a:tcBdr/>
        <a:fill>
          <a:solidFill>
            <a:srgbClr val="FBE6E6"/>
          </a:solidFill>
        </a:fill>
      </a:tcStyle>
    </a:band2H>
    <a:firstCol>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dobe Clean"/>
          <a:ea typeface="Adobe Clean"/>
          <a:cs typeface="Adobe Clean"/>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
          <a:latin typeface="Adobe Clean"/>
          <a:ea typeface="Adobe Clean"/>
          <a:cs typeface="Adobe Clean"/>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dobe Clean"/>
          <a:ea typeface="Adobe Clean"/>
          <a:cs typeface="Adobe Clean"/>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dobe Clean"/>
          <a:ea typeface="Adobe Clean"/>
          <a:cs typeface="Adobe Clean"/>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dobe Clean"/>
          <a:ea typeface="Adobe Clean"/>
          <a:cs typeface="Adobe Clean"/>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theme" Target="theme/theme1.xml" /><Relationship Id="rId7" Type="http://schemas.openxmlformats.org/officeDocument/2006/relationships/slide" Target="slides/slide6.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tableStyles" Target="tableStyles.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viewProps" Target="viewProps.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microsoft.com/office/2016/11/relationships/changesInfo" Target="changesInfos/changesInfo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Freeman" userId="d6ef3ace-a6c4-4c84-b6f0-a3d322b1f21e" providerId="ADAL" clId="{932F03DB-9A77-3183-AC96-69905AA16E45}"/>
    <pc:docChg chg="modSld">
      <pc:chgData name="Rob Freeman" userId="d6ef3ace-a6c4-4c84-b6f0-a3d322b1f21e" providerId="ADAL" clId="{932F03DB-9A77-3183-AC96-69905AA16E45}" dt="2026-01-23T19:03:07.659" v="0"/>
      <pc:docMkLst>
        <pc:docMk/>
      </pc:docMkLst>
      <pc:sldChg chg="addSp mod">
        <pc:chgData name="Rob Freeman" userId="d6ef3ace-a6c4-4c84-b6f0-a3d322b1f21e" providerId="ADAL" clId="{932F03DB-9A77-3183-AC96-69905AA16E45}" dt="2026-01-23T19:03:07.659" v="0"/>
        <pc:sldMkLst>
          <pc:docMk/>
          <pc:sldMk cId="0" sldId="257"/>
        </pc:sldMkLst>
        <pc:inkChg chg="add">
          <ac:chgData name="Rob Freeman" userId="d6ef3ace-a6c4-4c84-b6f0-a3d322b1f21e" providerId="ADAL" clId="{932F03DB-9A77-3183-AC96-69905AA16E45}" dt="2026-01-23T19:03:07.659" v="0"/>
          <ac:inkMkLst>
            <pc:docMk/>
            <pc:sldMk cId="0" sldId="257"/>
            <ac:inkMk id="2" creationId="{6B7EE928-6240-E7EA-8CCE-1D3AC59942AD}"/>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23T19:03:07.401"/>
    </inkml:context>
    <inkml:brush xml:id="br0">
      <inkml:brushProperty name="width" value="0.05" units="cm"/>
      <inkml:brushProperty name="height" value="0.05" units="cm"/>
    </inkml:brush>
  </inkml:definitions>
  <inkml:trace contextRef="#ctx0" brushRef="#br0">1842 1079 6993,'0'0'2449,"0"0"-2361,0 0-224,0 0 136,0 0-1289,0 0 2578,0 0-2578,0 0 1225,-126-57 64,90 53 0,30 3 0,-45-4 112,6 5-112,3 0 0,35 0 0,-35 3 824,-2-3-824,7 2 0,-12 3 1145,2 5-1145,5-2 0,32-6 0,-36 8 1144,-4 2-1144,13-4 0,30-6 0,-72 18 936,28-3-936,36-13 0,12-3 0,-95 31 608,36-5-608,50-21 0,10-5 0,-97 51 120,84-45-120,-33 25 0,40-27 0,-64 44 648,26-12-648,35-28 0,9-8 0,-79 70 777,32-24-777,36-34 0,11-11 0,-72 84 600,35-34-600,10-6 0,24-38 0,-30 53 0,6 6 0,22-55 0,6-9 0,-46 105 0,42-93 0,-15 45 0,16-49 0,-26 75-80,18-32 80,10-37 0,2-14 0,-10 110 0,12-51 0,0-43 0,-1-16 0,6 122 0,0-46 0,-5-62 0,-1-14 0,16 125-32,5-59 32,-18-57 0,-3-9 0,34 102 32,-30-87-32,26 65 0,-26-68 0,23 47 80,1-6-80,-21-43 0,-6-11 0,59 91 400,-16-41-400,-33-41 0,-10-10 0,82 78 432,-32-37-432,-4-9 0,-40-27 0,56 39 472,0-8-472,-3-10 0,-50-22 0,68 22 96,2-8-96,-14 0 0,-55-15 0,76 18 48,-2-10-48,-10 1 0,-63-11 0,88 0 96,-72-4-96,53 0 0,-65 1 0,118-11 472,-56 5-472,-5-2 0,-62 8 0,91-14 96,-12 3-96,-12-1 0,-64 11 0,81-15 64,-5 2-64,-17-4 0,-59 16 0,88-19 24,-14-5-24,-21 4 0,-55 18 0,68-29 24,-5-8-24,-11 10 0,-51 25 0,77-40 64,-5 3-64,-23 1 0,-49 34 0,69-55 288,-11 7-288,-10 3 0,-51 44 0,68-58 112,-15-1-112,-7 6 0,-47 52 0,56-73 264,-4 0-264,-13 19 0,-39 52 0,49-88 56,-3 10-56,-16 14 0,-33 63 0,47-99 64,-12 12-64,-11 22 0,-25 64 0,31-91 104,-5 13-104,-9 9 0,-19 69 0,21-103 104,-8 12-104,-9 17 0,-6 73 0,3-90 24,-3 17-24,-12 16 0,8 60 0,-13-85 64,-10 2-64,1 21 0,19 61 0,-22-80 16,-3 18-16,1 17 0,24 47 0,-35-65-80,-1 6 80,-1 9 0,34 50 0,-53-62-104,-60-48 104,109 109 0,-69-44-56,-1 13 56,12 13 0,57 25 0,-81-16 32,6 10-32,15 14 0,60-2 0,-83 8 416,-5 6-416,24 3 0,63-14 0,-85 24 80,8 3-80,16-1 0,61-24 0,-79 39 48,7 3-48,13 7 0,60-44 0,-76 57-248,5-1 248,17-12 0,56-44 0,-63 57-64,2-1 64,20-6 0,43-49 0,-58 71-288,8-11 288,16-13 0,35-47 0,-49 60-24,13-2 24,8-7 0,30-50 0,-31 77 0,5 4 0,5-9 0,22-69 0,-22 88-64,10 5 64,6-18 0,9-74 0,-2 105-48,4-3 48,0-26 0,0-76 0,4 110 48,9-16-48,-1-21 0,-9-72 0,29 91 336,4-12-336,4-25 0,-33-58 0,55 68 40,-3-12-40,-1-25 0,-47-36 0,75 41 80,2-12-80,-5-16 0,-67-17 0,95 10 0,-3-16 0,-10-13 0,-80 13 0,127-38-264,5-21 264,-4-8 0,-120 57 0,176-97-80,-12 1 80,-32 6 0,-129 83 0,170-116-1504,-17 17 1504,-35 13 0,-119 84 0,159-112 0,-187 133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38" name="Shape 1938"/>
          <p:cNvSpPr>
            <a:spLocks noGrp="1" noRot="1" noChangeAspect="1"/>
          </p:cNvSpPr>
          <p:nvPr>
            <p:ph type="sldImg"/>
          </p:nvPr>
        </p:nvSpPr>
        <p:spPr>
          <a:xfrm>
            <a:off x="1143000" y="685800"/>
            <a:ext cx="4572000" cy="3429000"/>
          </a:xfrm>
          <a:prstGeom prst="rect">
            <a:avLst/>
          </a:prstGeom>
        </p:spPr>
        <p:txBody>
          <a:bodyPr/>
          <a:lstStyle/>
          <a:p>
            <a:endParaRPr/>
          </a:p>
        </p:txBody>
      </p:sp>
      <p:sp>
        <p:nvSpPr>
          <p:cNvPr id="1939" name="Shape 193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 /><Relationship Id="rId1" Type="http://schemas.openxmlformats.org/officeDocument/2006/relationships/notesMaster" Target="../notesMasters/notesMaster1.xml" /></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9" name="Shape 1949"/>
          <p:cNvSpPr>
            <a:spLocks noGrp="1" noRot="1" noChangeAspect="1"/>
          </p:cNvSpPr>
          <p:nvPr>
            <p:ph type="sldImg"/>
          </p:nvPr>
        </p:nvSpPr>
        <p:spPr>
          <a:prstGeom prst="rect">
            <a:avLst/>
          </a:prstGeom>
        </p:spPr>
        <p:txBody>
          <a:bodyPr/>
          <a:lstStyle/>
          <a:p>
            <a:endParaRPr/>
          </a:p>
        </p:txBody>
      </p:sp>
      <p:sp>
        <p:nvSpPr>
          <p:cNvPr id="1950" name="Shape 1950"/>
          <p:cNvSpPr>
            <a:spLocks noGrp="1"/>
          </p:cNvSpPr>
          <p:nvPr>
            <p:ph type="body" sz="quarter" idx="1"/>
          </p:nvPr>
        </p:nvSpPr>
        <p:spPr>
          <a:prstGeom prst="rect">
            <a:avLst/>
          </a:prstGeom>
        </p:spPr>
        <p:txBody>
          <a:bodyPr/>
          <a:lstStyle/>
          <a:p>
            <a:pPr>
              <a:defRPr sz="1500">
                <a:latin typeface="Arial"/>
                <a:ea typeface="Arial"/>
                <a:cs typeface="Arial"/>
                <a:sym typeface="Arial"/>
              </a:defRPr>
            </a:pPr>
            <a:r>
              <a:t>(Before we dive in, please note the important legal information presented here.  Don’t need to read through everything andyoou will get a copy of the presentation with this, however there are some points to call out</a:t>
            </a:r>
            <a:br/>
            <a:endParaRPr/>
          </a:p>
          <a:p>
            <a:pPr>
              <a:defRPr sz="1500">
                <a:latin typeface="Arial"/>
                <a:ea typeface="Arial"/>
                <a:cs typeface="Arial"/>
                <a:sym typeface="Arial"/>
              </a:defRPr>
            </a:pPr>
            <a:r>
              <a:t>The content we'll cover is intended only for those enrolled in this training - so you!</a:t>
            </a:r>
          </a:p>
          <a:p>
            <a:pPr>
              <a:defRPr sz="1500">
                <a:latin typeface="Arial"/>
                <a:ea typeface="Arial"/>
                <a:cs typeface="Arial"/>
                <a:sym typeface="Arial"/>
              </a:defRPr>
            </a:pPr>
            <a:br/>
            <a:endParaRPr/>
          </a:p>
          <a:p>
            <a:pPr>
              <a:defRPr sz="1500">
                <a:latin typeface="Arial"/>
                <a:ea typeface="Arial"/>
                <a:cs typeface="Arial"/>
                <a:sym typeface="Arial"/>
              </a:defRPr>
            </a:pPr>
            <a:r>
              <a:t>Please do not record, reproduce, or share this material, including any URLs or account information.</a:t>
            </a:r>
          </a:p>
          <a:p>
            <a:pPr>
              <a:defRPr sz="1500">
                <a:latin typeface="Arial"/>
                <a:ea typeface="Arial"/>
                <a:cs typeface="Arial"/>
                <a:sym typeface="Arial"/>
              </a:defRPr>
            </a:pPr>
            <a:br/>
            <a:endParaRPr/>
          </a:p>
          <a:p>
            <a:pPr>
              <a:defRPr sz="1500">
                <a:latin typeface="Arial"/>
                <a:ea typeface="Arial"/>
                <a:cs typeface="Arial"/>
                <a:sym typeface="Arial"/>
              </a:defRPr>
            </a:pPr>
            <a:r>
              <a:t>Adobe makes every effort to provide accurate and up-to-date content, but always refer to the latest official documentation for any updates - Assets View is moving fast and it is very difficult for everyone - us included, to keep up.</a:t>
            </a:r>
          </a:p>
          <a:p>
            <a:pPr>
              <a:defRPr sz="1500">
                <a:latin typeface="Arial"/>
                <a:ea typeface="Arial"/>
                <a:cs typeface="Arial"/>
                <a:sym typeface="Arial"/>
              </a:defRPr>
            </a:pPr>
            <a:br/>
            <a:endParaRPr/>
          </a:p>
          <a:p>
            <a:pPr>
              <a:defRPr sz="1500">
                <a:latin typeface="Arial"/>
                <a:ea typeface="Arial"/>
                <a:cs typeface="Arial"/>
                <a:sym typeface="Arial"/>
              </a:defRPr>
            </a:pPr>
            <a:r>
              <a:t>Let's ensure we respect these guidelines throughout the course.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 name="Shape 1954"/>
          <p:cNvSpPr>
            <a:spLocks noGrp="1" noRot="1" noChangeAspect="1"/>
          </p:cNvSpPr>
          <p:nvPr>
            <p:ph type="sldImg"/>
          </p:nvPr>
        </p:nvSpPr>
        <p:spPr>
          <a:prstGeom prst="rect">
            <a:avLst/>
          </a:prstGeom>
        </p:spPr>
        <p:txBody>
          <a:bodyPr/>
          <a:lstStyle/>
          <a:p>
            <a:endParaRPr/>
          </a:p>
        </p:txBody>
      </p:sp>
      <p:sp>
        <p:nvSpPr>
          <p:cNvPr id="1955" name="Shape 1955"/>
          <p:cNvSpPr>
            <a:spLocks noGrp="1"/>
          </p:cNvSpPr>
          <p:nvPr>
            <p:ph type="body" sz="quarter" idx="1"/>
          </p:nvPr>
        </p:nvSpPr>
        <p:spPr>
          <a:prstGeom prst="rect">
            <a:avLst/>
          </a:prstGeom>
        </p:spPr>
        <p:txBody>
          <a:bodyPr/>
          <a:lstStyle/>
          <a:p>
            <a:r>
              <a:t>CLICK</a:t>
            </a:r>
          </a:p>
          <a:p>
            <a:endParaRPr/>
          </a:p>
          <a:p>
            <a:r>
              <a:t>Understand the different Assets user interfaces</a:t>
            </a:r>
          </a:p>
          <a:p>
            <a:endParaRPr/>
          </a:p>
          <a:p>
            <a:r>
              <a:t>CLICK</a:t>
            </a:r>
          </a:p>
          <a:p>
            <a:endParaRPr/>
          </a:p>
          <a:p>
            <a:r>
              <a:t>Use the Assets View UI</a:t>
            </a:r>
          </a:p>
          <a:p>
            <a:endParaRPr/>
          </a:p>
          <a:p>
            <a:r>
              <a:t>CLICK</a:t>
            </a:r>
          </a:p>
          <a:p>
            <a:endParaRPr/>
          </a:p>
          <a:p>
            <a:r>
              <a:t>Understand metadata is Assets View and its role in search</a:t>
            </a:r>
          </a:p>
          <a:p>
            <a:endParaRPr/>
          </a:p>
          <a:p>
            <a:r>
              <a:t>CLICK</a:t>
            </a:r>
          </a:p>
          <a:p>
            <a:endParaRPr/>
          </a:p>
          <a:p>
            <a:r>
              <a:t>Use Assets View productivity tools and insights</a:t>
            </a:r>
          </a:p>
          <a:p>
            <a:endParaRPr/>
          </a:p>
          <a:p>
            <a:r>
              <a:t>CLICK</a:t>
            </a:r>
          </a:p>
          <a:p>
            <a:endParaRPr/>
          </a:p>
          <a:p>
            <a:r>
              <a:t>Use Dynamic Media Templates</a:t>
            </a:r>
          </a:p>
          <a:p>
            <a:endParaRPr/>
          </a:p>
          <a:p>
            <a:endParaRPr/>
          </a:p>
          <a:p>
            <a:endParaRPr/>
          </a:p>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3" name="Shape 1963"/>
          <p:cNvSpPr>
            <a:spLocks noGrp="1" noRot="1" noChangeAspect="1"/>
          </p:cNvSpPr>
          <p:nvPr>
            <p:ph type="sldImg"/>
          </p:nvPr>
        </p:nvSpPr>
        <p:spPr>
          <a:prstGeom prst="rect">
            <a:avLst/>
          </a:prstGeom>
        </p:spPr>
        <p:txBody>
          <a:bodyPr/>
          <a:lstStyle/>
          <a:p>
            <a:endParaRPr/>
          </a:p>
        </p:txBody>
      </p:sp>
      <p:sp>
        <p:nvSpPr>
          <p:cNvPr id="1964" name="Shape 1964"/>
          <p:cNvSpPr>
            <a:spLocks noGrp="1"/>
          </p:cNvSpPr>
          <p:nvPr>
            <p:ph type="body" sz="quarter" idx="1"/>
          </p:nvPr>
        </p:nvSpPr>
        <p:spPr>
          <a:prstGeom prst="rect">
            <a:avLst/>
          </a:prstGeom>
        </p:spPr>
        <p:txBody>
          <a:bodyPr/>
          <a:lstStyle/>
          <a:p>
            <a:endParaRPr/>
          </a:p>
          <a:p>
            <a:r>
              <a:t>The course is roughly half teaching and half hands-on exercises</a:t>
            </a:r>
          </a:p>
          <a:p>
            <a:endParaRPr/>
          </a:p>
          <a:p>
            <a:r>
              <a:t>In each section, I’ll use slides to explain functions and features, then we’ll do a hands-on exercise to try these out in practice. </a:t>
            </a:r>
            <a:br/>
            <a:br/>
            <a:r>
              <a:t>Explain</a:t>
            </a:r>
          </a:p>
          <a:p>
            <a:endParaRPr/>
          </a:p>
          <a:p>
            <a:r>
              <a:t>Questions slides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0" name="Shape 1970"/>
          <p:cNvSpPr>
            <a:spLocks noGrp="1" noRot="1" noChangeAspect="1"/>
          </p:cNvSpPr>
          <p:nvPr>
            <p:ph type="sldImg"/>
          </p:nvPr>
        </p:nvSpPr>
        <p:spPr>
          <a:prstGeom prst="rect">
            <a:avLst/>
          </a:prstGeom>
        </p:spPr>
        <p:txBody>
          <a:bodyPr/>
          <a:lstStyle/>
          <a:p>
            <a:endParaRPr/>
          </a:p>
        </p:txBody>
      </p:sp>
      <p:sp>
        <p:nvSpPr>
          <p:cNvPr id="1971" name="Shape 1971"/>
          <p:cNvSpPr>
            <a:spLocks noGrp="1"/>
          </p:cNvSpPr>
          <p:nvPr>
            <p:ph type="body" sz="quarter" idx="1"/>
          </p:nvPr>
        </p:nvSpPr>
        <p:spPr>
          <a:prstGeom prst="rect">
            <a:avLst/>
          </a:prstGeom>
        </p:spPr>
        <p:txBody>
          <a:bodyPr/>
          <a:lstStyle/>
          <a:p>
            <a:pPr>
              <a:defRPr sz="1700"/>
            </a:pPr>
            <a:endParaRPr/>
          </a:p>
          <a:p>
            <a:pPr>
              <a:defRPr sz="1700"/>
            </a:pPr>
            <a:r>
              <a:t> We’ll start by looking at the primary interfaces for managing Assets in Experience Manager, and their naming: we have Assets Essentials, Assets View and Admin View.</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8" name="Shape 1978"/>
          <p:cNvSpPr>
            <a:spLocks noGrp="1" noRot="1" noChangeAspect="1"/>
          </p:cNvSpPr>
          <p:nvPr>
            <p:ph type="sldImg"/>
          </p:nvPr>
        </p:nvSpPr>
        <p:spPr>
          <a:prstGeom prst="rect">
            <a:avLst/>
          </a:prstGeom>
        </p:spPr>
        <p:txBody>
          <a:bodyPr/>
          <a:lstStyle/>
          <a:p>
            <a:endParaRPr/>
          </a:p>
        </p:txBody>
      </p:sp>
      <p:sp>
        <p:nvSpPr>
          <p:cNvPr id="1979" name="Shape 1979"/>
          <p:cNvSpPr>
            <a:spLocks noGrp="1"/>
          </p:cNvSpPr>
          <p:nvPr>
            <p:ph type="body" sz="quarter" idx="1"/>
          </p:nvPr>
        </p:nvSpPr>
        <p:spPr>
          <a:prstGeom prst="rect">
            <a:avLst/>
          </a:prstGeom>
        </p:spPr>
        <p:txBody>
          <a:bodyPr/>
          <a:lstStyle/>
          <a:p>
            <a:pPr>
              <a:defRPr sz="1700"/>
            </a:pPr>
            <a:r>
              <a:t>These two products — Adobe Experience Manager Assets, where one interface is called Assets View, and Adobe Experience Manager Assets Essentials — are particularly confusing, so I’ll start by clarifying what they are and what the difference is.</a:t>
            </a:r>
          </a:p>
          <a:p>
            <a:pPr>
              <a:defRPr sz="1700"/>
            </a:pPr>
            <a:endParaRPr/>
          </a:p>
          <a:p>
            <a:pPr>
              <a:defRPr sz="1700"/>
            </a:pPr>
            <a:r>
              <a:t>Both are Adobe digital asset management products, and they use the same modern, cloud-based user interface, which you can see on this slide. From a user interface perspective, they look identical.</a:t>
            </a:r>
          </a:p>
          <a:p>
            <a:pPr>
              <a:defRPr sz="1700"/>
            </a:pPr>
            <a:endParaRPr/>
          </a:p>
          <a:p>
            <a:pPr>
              <a:defRPr sz="1700"/>
            </a:pPr>
            <a:r>
              <a:t>As a result, it’s easy to assume that the two are the same product — but that is not the case.</a:t>
            </a:r>
          </a:p>
          <a:p>
            <a:pPr>
              <a:defRPr sz="1700"/>
            </a:pPr>
            <a:endParaRPr/>
          </a:p>
          <a:p>
            <a:pPr>
              <a:defRPr sz="1700"/>
            </a:pPr>
            <a:r>
              <a:t>The key point is that the user interface is the same, but the underlying system it connects to is different.</a:t>
            </a:r>
          </a:p>
          <a:p>
            <a:pPr>
              <a:defRPr sz="1700"/>
            </a:pPr>
            <a:endParaRPr/>
          </a:p>
          <a:p>
            <a:pPr>
              <a:defRPr sz="1700"/>
            </a:pPr>
            <a:r>
              <a:t>In one case, the UI is accessing a full AEM Assets backend.</a:t>
            </a:r>
          </a:p>
          <a:p>
            <a:pPr>
              <a:defRPr sz="1700"/>
            </a:pPr>
            <a:endParaRPr/>
          </a:p>
          <a:p>
            <a:pPr>
              <a:defRPr sz="1700"/>
            </a:pPr>
            <a:r>
              <a:t>In the other, it’s accessing an AEM Assets Essentials backend — and these are very different in terms of scope and capabilities.</a:t>
            </a:r>
          </a:p>
          <a:p>
            <a:pPr>
              <a:defRPr sz="1700"/>
            </a:pPr>
            <a:endParaRPr/>
          </a:p>
          <a:p>
            <a:pPr>
              <a:defRPr sz="1700"/>
            </a:pPr>
            <a:r>
              <a:t>If both are available within an organisation, and I as a user have access to both, then when I open the Assets UI, I choose which system or repository I want to work in — Assets Essentials or full AEM Assets.</a:t>
            </a:r>
          </a:p>
          <a:p>
            <a:pPr>
              <a:defRPr sz="1700"/>
            </a:pPr>
            <a:endParaRPr/>
          </a:p>
          <a:p>
            <a:pPr>
              <a:defRPr sz="1700"/>
            </a:pPr>
            <a:r>
              <a:t>The next two slides explain that difference. And here, it’s important to think about the context and scope of the solution, not what the user interface looks like.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8" name="Shape 1988"/>
          <p:cNvSpPr>
            <a:spLocks noGrp="1" noRot="1" noChangeAspect="1"/>
          </p:cNvSpPr>
          <p:nvPr>
            <p:ph type="sldImg"/>
          </p:nvPr>
        </p:nvSpPr>
        <p:spPr>
          <a:prstGeom prst="rect">
            <a:avLst/>
          </a:prstGeom>
        </p:spPr>
        <p:txBody>
          <a:bodyPr/>
          <a:lstStyle/>
          <a:p>
            <a:endParaRPr/>
          </a:p>
        </p:txBody>
      </p:sp>
      <p:sp>
        <p:nvSpPr>
          <p:cNvPr id="1989" name="Shape 1989"/>
          <p:cNvSpPr>
            <a:spLocks noGrp="1"/>
          </p:cNvSpPr>
          <p:nvPr>
            <p:ph type="body" sz="quarter" idx="1"/>
          </p:nvPr>
        </p:nvSpPr>
        <p:spPr>
          <a:prstGeom prst="rect">
            <a:avLst/>
          </a:prstGeom>
        </p:spPr>
        <p:txBody>
          <a:bodyPr/>
          <a:lstStyle/>
          <a:p>
            <a:pPr>
              <a:defRPr sz="1500"/>
            </a:pPr>
            <a:r>
              <a:t>Let’s first look at Assets Essentials - it’s a </a:t>
            </a:r>
            <a:r>
              <a:rPr b="1"/>
              <a:t>lightweight</a:t>
            </a:r>
            <a:r>
              <a:t> DAM for Adobe solutions. </a:t>
            </a:r>
          </a:p>
          <a:p>
            <a:pPr>
              <a:defRPr sz="1500"/>
            </a:pPr>
            <a:endParaRPr/>
          </a:p>
          <a:p>
            <a:pPr>
              <a:defRPr sz="1500"/>
            </a:pPr>
            <a:r>
              <a:t>What you’re seeing in the middle of this slide is a screenshot of the Assets Essentials UI.</a:t>
            </a:r>
          </a:p>
          <a:p>
            <a:pPr>
              <a:defRPr sz="1500"/>
            </a:pPr>
            <a:endParaRPr/>
          </a:p>
          <a:p>
            <a:pPr>
              <a:defRPr sz="1500"/>
            </a:pPr>
            <a:r>
              <a:t>As I mentioned this looks identical to Assets View in full AEM Assets.</a:t>
            </a:r>
          </a:p>
          <a:p>
            <a:pPr>
              <a:defRPr sz="1500"/>
            </a:pPr>
            <a:endParaRPr/>
          </a:p>
          <a:p>
            <a:pPr>
              <a:defRPr sz="1500"/>
            </a:pPr>
            <a:r>
              <a:t>Where Assets Essentials differs is not the UI — it’s the sophistication and flexibility of the underlying assets system, and the context it lives in.</a:t>
            </a:r>
          </a:p>
          <a:p>
            <a:pPr>
              <a:defRPr sz="1500"/>
            </a:pPr>
            <a:endParaRPr/>
          </a:p>
          <a:p>
            <a:pPr>
              <a:defRPr sz="1500"/>
            </a:pPr>
            <a:r>
              <a:t>Assets Essentials is typically used as a central asset service for Adobe solutions, for example the slide shows a section of the Assets UI used in Express on the lower left of the slide, and, on the lower right, the full Assets Essentials UI embedded in Journey Optimiser.  Here it could be used for managing assets for marketing campaigns.</a:t>
            </a:r>
            <a:br/>
            <a:endParaRPr/>
          </a:p>
          <a:p>
            <a:pPr>
              <a:defRPr sz="1500"/>
            </a:pPr>
            <a:r>
              <a:t>Assets can be stored in Assets Essentials and then consumed by other Adobe tools where no significant management process is needed, just a simple asset manager.</a:t>
            </a:r>
          </a:p>
          <a:p>
            <a:pPr>
              <a:defRPr sz="1500"/>
            </a:pPr>
            <a:endParaRPr/>
          </a:p>
          <a:p>
            <a:pPr>
              <a:defRPr sz="1500"/>
            </a:pPr>
            <a:r>
              <a:t>In this kind of setup, the DAM, Assets Essentials, supports just these Adobe tools, rather than acting as the centre of a large enterprise asset management architecture.</a:t>
            </a:r>
          </a:p>
          <a:p>
            <a:pPr>
              <a:defRPr sz="1500"/>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9" name="Shape 2019"/>
          <p:cNvSpPr>
            <a:spLocks noGrp="1" noRot="1" noChangeAspect="1"/>
          </p:cNvSpPr>
          <p:nvPr>
            <p:ph type="sldImg"/>
          </p:nvPr>
        </p:nvSpPr>
        <p:spPr>
          <a:prstGeom prst="rect">
            <a:avLst/>
          </a:prstGeom>
        </p:spPr>
        <p:txBody>
          <a:bodyPr/>
          <a:lstStyle/>
          <a:p>
            <a:endParaRPr/>
          </a:p>
        </p:txBody>
      </p:sp>
      <p:sp>
        <p:nvSpPr>
          <p:cNvPr id="2020" name="Shape 2020"/>
          <p:cNvSpPr>
            <a:spLocks noGrp="1"/>
          </p:cNvSpPr>
          <p:nvPr>
            <p:ph type="body" sz="quarter" idx="1"/>
          </p:nvPr>
        </p:nvSpPr>
        <p:spPr>
          <a:prstGeom prst="rect">
            <a:avLst/>
          </a:prstGeom>
        </p:spPr>
        <p:txBody>
          <a:bodyPr/>
          <a:lstStyle/>
          <a:p>
            <a:pPr>
              <a:defRPr sz="1500"/>
            </a:pPr>
            <a:r>
              <a:t>Now let’s look at what a full AEM Assets system does. And here the same user interface is used to access a much more sophisticated underlying system.</a:t>
            </a:r>
          </a:p>
          <a:p>
            <a:pPr>
              <a:defRPr sz="1500"/>
            </a:pPr>
            <a:br/>
            <a:r>
              <a:t>This slide is deliberately busy — and that’s the point.</a:t>
            </a:r>
          </a:p>
          <a:p>
            <a:pPr>
              <a:defRPr sz="1500"/>
            </a:pPr>
            <a:endParaRPr/>
          </a:p>
          <a:p>
            <a:pPr>
              <a:defRPr sz="1500"/>
            </a:pPr>
            <a:r>
              <a:t>In full Adobe Experience Manager Assets, the DAM is not just supporting one tool or one team.</a:t>
            </a:r>
          </a:p>
          <a:p>
            <a:pPr>
              <a:defRPr sz="1500"/>
            </a:pPr>
            <a:endParaRPr/>
          </a:p>
          <a:p>
            <a:pPr>
              <a:defRPr sz="1500"/>
            </a:pPr>
            <a:r>
              <a:t>It sits at the centre of a complex enterprise ecosystem.</a:t>
            </a:r>
          </a:p>
          <a:p>
            <a:pPr>
              <a:defRPr sz="1500"/>
            </a:pPr>
            <a:endParaRPr/>
          </a:p>
          <a:p>
            <a:pPr>
              <a:defRPr sz="1500"/>
            </a:pPr>
            <a:r>
              <a:t>TALK THROUGH</a:t>
            </a:r>
          </a:p>
          <a:p>
            <a:pPr>
              <a:defRPr sz="1500"/>
            </a:pPr>
            <a:endParaRPr/>
          </a:p>
          <a:p>
            <a:pPr>
              <a:defRPr sz="1500"/>
            </a:pPr>
            <a:r>
              <a:t>This is where you see capabilities that simply don’t exist in Assets Essentials:</a:t>
            </a:r>
          </a:p>
          <a:p>
            <a:pPr>
              <a:defRPr sz="1500"/>
            </a:pPr>
            <a:endParaRPr/>
          </a:p>
          <a:p>
            <a:pPr>
              <a:defRPr sz="1500"/>
            </a:pPr>
            <a:r>
              <a:t>advanced processing, Dynamic Media, deep customization, enterprise APIs, and complex integrations.</a:t>
            </a:r>
          </a:p>
          <a:p>
            <a:pPr>
              <a:defRPr sz="1500"/>
            </a:pPr>
            <a:endParaRPr/>
          </a:p>
          <a:p>
            <a:pPr>
              <a:defRPr sz="1500"/>
            </a:pPr>
            <a:r>
              <a:t>To complicate matters further, the Assets View UI is actually not sufficient to manage all of this </a:t>
            </a:r>
            <a:r>
              <a:rPr b="1"/>
              <a:t>yet</a:t>
            </a:r>
            <a:r>
              <a:t> and we do still need the traditional AEM Touch UI to manage this complexity, under the name </a:t>
            </a:r>
            <a:r>
              <a:rPr b="1"/>
              <a:t>Admin View.</a:t>
            </a:r>
          </a:p>
          <a:p>
            <a:pPr>
              <a:defRPr sz="1500"/>
            </a:pPr>
            <a:endParaRPr b="1"/>
          </a:p>
          <a:p>
            <a:pPr>
              <a:defRPr sz="1500"/>
            </a:pPr>
            <a:r>
              <a:t>Assets View for everyday work, Admin View for configuration.</a:t>
            </a:r>
          </a:p>
          <a:p>
            <a:pPr>
              <a:defRPr sz="1500"/>
            </a:pPr>
            <a:endParaRPr/>
          </a:p>
          <a:p>
            <a:pPr>
              <a:defRPr sz="1500"/>
            </a:pPr>
            <a:r>
              <a:t>___</a:t>
            </a:r>
            <a:br/>
            <a:br/>
            <a:r>
              <a:t>Now, one important practical warning — and this confuses a lot of people, including me until I worked on this course.</a:t>
            </a:r>
          </a:p>
          <a:p>
            <a:pPr>
              <a:defRPr sz="1500"/>
            </a:pPr>
            <a:endParaRPr/>
          </a:p>
          <a:p>
            <a:pPr>
              <a:defRPr sz="1500"/>
            </a:pPr>
            <a:r>
              <a:t>A lot of documentation that is labelled Assets Essentials is actually 100% valid for Assets View in full AEM Assets — because the UI and user flows are the same.</a:t>
            </a:r>
          </a:p>
          <a:p>
            <a:pPr>
              <a:defRPr sz="1500"/>
            </a:pPr>
            <a:endParaRPr/>
          </a:p>
          <a:p>
            <a:pPr>
              <a:defRPr sz="1500"/>
            </a:pPr>
            <a:r>
              <a:t>Occasionally, the reverse is also true.</a:t>
            </a:r>
          </a:p>
          <a:p>
            <a:pPr>
              <a:defRPr sz="1500"/>
            </a:pPr>
            <a:endParaRPr/>
          </a:p>
          <a:p>
            <a:pPr>
              <a:defRPr sz="1500"/>
            </a:pPr>
            <a:r>
              <a:t>You might read Assets View documentation and realise it applies perfectly to Assets Essentials as well.</a:t>
            </a:r>
          </a:p>
          <a:p>
            <a:pPr>
              <a:defRPr sz="1500"/>
            </a:pPr>
            <a:endParaRPr/>
          </a:p>
          <a:p>
            <a:pPr>
              <a:defRPr sz="1500"/>
            </a:pPr>
            <a:r>
              <a:t>So when you read the docs, it’s important to ask:</a:t>
            </a:r>
          </a:p>
          <a:p>
            <a:pPr>
              <a:defRPr sz="1500"/>
            </a:pPr>
            <a:endParaRPr/>
          </a:p>
          <a:p>
            <a:pPr>
              <a:defRPr sz="1500"/>
            </a:pPr>
            <a:r>
              <a:t>Is this describing the UI, or is it describing the product context behind the UI?</a:t>
            </a:r>
            <a:br/>
            <a:br/>
            <a:br/>
            <a:r>
              <a:t>This overlap in documentation also applied to the training today.  We are working with a full AEM Assets system, but most of what we do today will also be relevant to Assets Essentials.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4" name="Shape 2024"/>
          <p:cNvSpPr>
            <a:spLocks noGrp="1" noRot="1" noChangeAspect="1"/>
          </p:cNvSpPr>
          <p:nvPr>
            <p:ph type="sldImg"/>
          </p:nvPr>
        </p:nvSpPr>
        <p:spPr>
          <a:prstGeom prst="rect">
            <a:avLst/>
          </a:prstGeom>
        </p:spPr>
        <p:txBody>
          <a:bodyPr/>
          <a:lstStyle/>
          <a:p>
            <a:endParaRPr/>
          </a:p>
        </p:txBody>
      </p:sp>
      <p:sp>
        <p:nvSpPr>
          <p:cNvPr id="2025" name="Shape 2025"/>
          <p:cNvSpPr>
            <a:spLocks noGrp="1"/>
          </p:cNvSpPr>
          <p:nvPr>
            <p:ph type="body" sz="quarter" idx="1"/>
          </p:nvPr>
        </p:nvSpPr>
        <p:spPr>
          <a:prstGeom prst="rect">
            <a:avLst/>
          </a:prstGeom>
        </p:spPr>
        <p:txBody>
          <a:bodyPr/>
          <a:lstStyle/>
          <a:p>
            <a:pPr>
              <a:defRPr sz="1500"/>
            </a:pPr>
            <a:r>
              <a:t>As I mentioned, Assets View cannot yet fully manage an enterprise DAM, so full AEM Assets.  We still need the touch UI so you effectively have two user experiences.</a:t>
            </a:r>
          </a:p>
          <a:p>
            <a:pPr>
              <a:defRPr sz="1500"/>
            </a:pPr>
            <a:endParaRPr/>
          </a:p>
          <a:p>
            <a:pPr>
              <a:defRPr sz="1500"/>
            </a:pPr>
            <a:r>
              <a:t>They are shown here</a:t>
            </a:r>
          </a:p>
          <a:p>
            <a:pPr>
              <a:defRPr sz="1500"/>
            </a:pPr>
            <a:endParaRPr/>
          </a:p>
          <a:p>
            <a:pPr>
              <a:defRPr sz="1500"/>
            </a:pPr>
            <a:r>
              <a:t>Admin View  on the left is the old Touch UI, now used for administration and control: schemas, workflow models, deep permissions, bulk operations, reporting and governance.</a:t>
            </a:r>
          </a:p>
          <a:p>
            <a:pPr>
              <a:defRPr sz="1500"/>
            </a:pPr>
            <a:endParaRPr/>
          </a:p>
          <a:p>
            <a:pPr>
              <a:defRPr sz="1500"/>
            </a:pPr>
            <a:r>
              <a:t>Assets View on the right  is designed for speed and usability: find, preview, download, share, light edits, collections, insights — the daily “asset work”.</a:t>
            </a:r>
          </a:p>
          <a:p>
            <a:pPr>
              <a:defRPr sz="1500"/>
            </a:pPr>
            <a:endParaRPr/>
          </a:p>
          <a:p>
            <a:pPr>
              <a:defRPr sz="1500"/>
            </a:pPr>
            <a:r>
              <a:t>The key point is that are not two separate assets systems. They’re two views on the same underlying DAM repository.</a:t>
            </a:r>
          </a:p>
          <a:p>
            <a:pPr>
              <a:defRPr sz="1500"/>
            </a:pPr>
            <a:endParaRPr/>
          </a:p>
          <a:p>
            <a:pPr>
              <a:defRPr sz="1500"/>
            </a:pPr>
            <a:r>
              <a:t>If you upload an asset in Assets View, you’ll see it in Admin View. If you configure something in Admin View, it affects what users experience in Assets View — although sometimes in different ways.</a:t>
            </a:r>
          </a:p>
          <a:p>
            <a:pPr>
              <a:defRPr sz="1500"/>
            </a:pPr>
            <a:endParaRPr/>
          </a:p>
          <a:p>
            <a:pPr>
              <a:defRPr sz="1500"/>
            </a:pPr>
            <a:r>
              <a:t>To decide which to use you can ask yourself “Am I doing work, or am I configuring the system?”.  That won’t always work, particularly in heavily customised systems, but it’s a good guide.</a:t>
            </a:r>
          </a:p>
          <a:p>
            <a:pPr>
              <a:defRPr sz="1500"/>
            </a:pPr>
            <a:endParaRPr/>
          </a:p>
          <a:p>
            <a:pPr>
              <a:defRPr sz="1500"/>
            </a:pPr>
            <a:r>
              <a:t>A last point on the slide -</a:t>
            </a:r>
            <a:r>
              <a:rPr b="1"/>
              <a:t> switch view</a:t>
            </a:r>
            <a:r>
              <a:t>.  We use this function to move between the two views.  You will see this in action in the exercises.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2" name="Shape 2032"/>
          <p:cNvSpPr>
            <a:spLocks noGrp="1" noRot="1" noChangeAspect="1"/>
          </p:cNvSpPr>
          <p:nvPr>
            <p:ph type="sldImg"/>
          </p:nvPr>
        </p:nvSpPr>
        <p:spPr>
          <a:prstGeom prst="rect">
            <a:avLst/>
          </a:prstGeom>
        </p:spPr>
        <p:txBody>
          <a:bodyPr/>
          <a:lstStyle/>
          <a:p>
            <a:endParaRPr/>
          </a:p>
        </p:txBody>
      </p:sp>
      <p:sp>
        <p:nvSpPr>
          <p:cNvPr id="2033" name="Shape 2033"/>
          <p:cNvSpPr>
            <a:spLocks noGrp="1"/>
          </p:cNvSpPr>
          <p:nvPr>
            <p:ph type="body" sz="quarter" idx="1"/>
          </p:nvPr>
        </p:nvSpPr>
        <p:spPr>
          <a:prstGeom prst="rect">
            <a:avLst/>
          </a:prstGeom>
        </p:spPr>
        <p:txBody>
          <a:bodyPr/>
          <a:lstStyle/>
          <a:p>
            <a:pPr>
              <a:defRPr sz="1500"/>
            </a:pPr>
            <a:br/>
            <a:r>
              <a:t>A few quick facts about Assets View </a:t>
            </a:r>
          </a:p>
          <a:p>
            <a:pPr>
              <a:defRPr sz="1500"/>
            </a:pPr>
            <a:endParaRPr/>
          </a:p>
          <a:p>
            <a:pPr>
              <a:defRPr sz="1500"/>
            </a:pPr>
            <a:r>
              <a:t>CLICK</a:t>
            </a:r>
            <a:br/>
            <a:br/>
            <a:r>
              <a:t>It was introduced in 2024, so it’s modern and responsive — it’s designed to feel like a contemporary web app, not a classic admin console.</a:t>
            </a:r>
          </a:p>
          <a:p>
            <a:pPr>
              <a:defRPr sz="1500"/>
            </a:pPr>
            <a:br/>
            <a:r>
              <a:t>CLICK</a:t>
            </a:r>
            <a:br/>
            <a:endParaRPr/>
          </a:p>
          <a:p>
            <a:pPr>
              <a:defRPr sz="1500"/>
            </a:pPr>
            <a:r>
              <a:t>It’s also shared across environments. In practice, that means you can select repositories from available environments — useful Ito those in roles that  touch dev, stage, and prod, or your organisation uses both AEM Assets and AEM Assets Essentials, as I described earlier. </a:t>
            </a:r>
          </a:p>
          <a:p>
            <a:pPr>
              <a:defRPr sz="1500"/>
            </a:pPr>
            <a:endParaRPr/>
          </a:p>
          <a:p>
            <a:pPr>
              <a:defRPr sz="1500"/>
            </a:pPr>
            <a:r>
              <a:t>CLICK</a:t>
            </a:r>
          </a:p>
          <a:p>
            <a:pPr>
              <a:defRPr sz="1500"/>
            </a:pPr>
            <a:endParaRPr/>
          </a:p>
          <a:p>
            <a:pPr>
              <a:defRPr sz="1500"/>
            </a:pPr>
            <a:r>
              <a:t>It’s Cloud Service only — so if someone is on AMS or on-prem, Assets View won’t be there in the same way.</a:t>
            </a:r>
          </a:p>
          <a:p>
            <a:pPr>
              <a:defRPr sz="1500"/>
            </a:pPr>
            <a:endParaRPr/>
          </a:p>
          <a:p>
            <a:pPr>
              <a:defRPr sz="1500"/>
            </a:pPr>
            <a:r>
              <a:t>CLICK</a:t>
            </a:r>
          </a:p>
          <a:p>
            <a:pPr>
              <a:defRPr sz="1500"/>
            </a:pPr>
            <a:endParaRPr/>
          </a:p>
          <a:p>
            <a:pPr>
              <a:defRPr sz="1500"/>
            </a:pPr>
            <a:r>
              <a:t>And: it’s currently less configurable than Admin View. That’s a trade-off: fewer deep customisations, but a more consistent and user-friendly experience.</a:t>
            </a:r>
          </a:p>
          <a:p>
            <a:pPr>
              <a:defRPr sz="1500"/>
            </a:pPr>
            <a:endParaRPr/>
          </a:p>
          <a:p>
            <a:pPr>
              <a:defRPr sz="1500"/>
            </a:pPr>
            <a:r>
              <a:t>So the message is: Assets View is where day-to-day work becomes faster — but deep admin power is still in Admin View.</a:t>
            </a: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8" name="Shape 2038"/>
          <p:cNvSpPr>
            <a:spLocks noGrp="1" noRot="1" noChangeAspect="1"/>
          </p:cNvSpPr>
          <p:nvPr>
            <p:ph type="sldImg"/>
          </p:nvPr>
        </p:nvSpPr>
        <p:spPr>
          <a:prstGeom prst="rect">
            <a:avLst/>
          </a:prstGeom>
        </p:spPr>
        <p:txBody>
          <a:bodyPr/>
          <a:lstStyle/>
          <a:p>
            <a:endParaRPr/>
          </a:p>
        </p:txBody>
      </p:sp>
      <p:sp>
        <p:nvSpPr>
          <p:cNvPr id="2039" name="Shape 2039"/>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2" name="Shape 2042"/>
          <p:cNvSpPr>
            <a:spLocks noGrp="1" noRot="1" noChangeAspect="1"/>
          </p:cNvSpPr>
          <p:nvPr>
            <p:ph type="sldImg"/>
          </p:nvPr>
        </p:nvSpPr>
        <p:spPr>
          <a:prstGeom prst="rect">
            <a:avLst/>
          </a:prstGeom>
        </p:spPr>
        <p:txBody>
          <a:bodyPr/>
          <a:lstStyle/>
          <a:p>
            <a:endParaRPr/>
          </a:p>
        </p:txBody>
      </p:sp>
      <p:sp>
        <p:nvSpPr>
          <p:cNvPr id="2043" name="Shape 2043"/>
          <p:cNvSpPr>
            <a:spLocks noGrp="1"/>
          </p:cNvSpPr>
          <p:nvPr>
            <p:ph type="body" sz="quarter" idx="1"/>
          </p:nvPr>
        </p:nvSpPr>
        <p:spPr>
          <a:prstGeom prst="rect">
            <a:avLst/>
          </a:prstGeom>
        </p:spPr>
        <p:txBody>
          <a:bodyPr/>
          <a:lstStyle>
            <a:lvl1pPr>
              <a:defRPr sz="1600"/>
            </a:lvl1pPr>
          </a:lstStyle>
          <a:p>
            <a:r>
              <a:t>We’re moving into UI foundations. I’ll keep this tight — we’ll run through the basics of the UI, then you’ll learn most by getting hands-on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Shape 2049"/>
          <p:cNvSpPr>
            <a:spLocks noGrp="1" noRot="1" noChangeAspect="1"/>
          </p:cNvSpPr>
          <p:nvPr>
            <p:ph type="sldImg"/>
          </p:nvPr>
        </p:nvSpPr>
        <p:spPr>
          <a:prstGeom prst="rect">
            <a:avLst/>
          </a:prstGeom>
        </p:spPr>
        <p:txBody>
          <a:bodyPr/>
          <a:lstStyle/>
          <a:p>
            <a:endParaRPr/>
          </a:p>
        </p:txBody>
      </p:sp>
      <p:sp>
        <p:nvSpPr>
          <p:cNvPr id="2050" name="Shape 2050"/>
          <p:cNvSpPr>
            <a:spLocks noGrp="1"/>
          </p:cNvSpPr>
          <p:nvPr>
            <p:ph type="body" sz="quarter" idx="1"/>
          </p:nvPr>
        </p:nvSpPr>
        <p:spPr>
          <a:prstGeom prst="rect">
            <a:avLst/>
          </a:prstGeom>
        </p:spPr>
        <p:txBody>
          <a:bodyPr/>
          <a:lstStyle/>
          <a:p>
            <a:pPr>
              <a:defRPr sz="1500"/>
            </a:pPr>
            <a:r>
              <a:t>Use Assets View when </a:t>
            </a:r>
          </a:p>
          <a:p>
            <a:pPr>
              <a:defRPr sz="1500"/>
            </a:pPr>
            <a:endParaRPr/>
          </a:p>
          <a:p>
            <a:pPr>
              <a:defRPr sz="1500"/>
            </a:pPr>
            <a:r>
              <a:t>- you want a marketer-friendly interface that makes collaboration, searching, and gaining insights simple.</a:t>
            </a:r>
            <a:br/>
            <a:endParaRPr/>
          </a:p>
          <a:p>
            <a:pPr>
              <a:defRPr sz="1500"/>
            </a:pPr>
            <a:r>
              <a:t>- you need to quickly find, annotate, download, collect, and share assets—without extra steps.</a:t>
            </a:r>
            <a:br/>
            <a:endParaRPr/>
          </a:p>
          <a:p>
            <a:pPr>
              <a:defRPr sz="1500"/>
            </a:pPr>
            <a:r>
              <a:t>- Take advantage of workspace insights, pinning, and notification features to stay organized and informed.</a:t>
            </a:r>
            <a:br/>
            <a:endParaRPr/>
          </a:p>
          <a:p>
            <a:pPr>
              <a:defRPr sz="1500"/>
            </a:pPr>
            <a:r>
              <a:t>- And if your asset workflow includes smart crop or Dynamic Media previews, you’ll find these built right in and easily accessible.</a:t>
            </a:r>
          </a:p>
          <a:p>
            <a:pPr>
              <a:defRPr sz="1500"/>
            </a:pPr>
            <a:br/>
            <a:r>
              <a:t>- Using the new editor for dynamic media templates - don’t worry if you haven’t heard of these - we will see them in the course</a:t>
            </a: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Shape 2056"/>
          <p:cNvSpPr>
            <a:spLocks noGrp="1" noRot="1" noChangeAspect="1"/>
          </p:cNvSpPr>
          <p:nvPr>
            <p:ph type="sldImg"/>
          </p:nvPr>
        </p:nvSpPr>
        <p:spPr>
          <a:prstGeom prst="rect">
            <a:avLst/>
          </a:prstGeom>
        </p:spPr>
        <p:txBody>
          <a:bodyPr/>
          <a:lstStyle/>
          <a:p>
            <a:endParaRPr/>
          </a:p>
        </p:txBody>
      </p:sp>
      <p:sp>
        <p:nvSpPr>
          <p:cNvPr id="2057" name="Shape 2057"/>
          <p:cNvSpPr>
            <a:spLocks noGrp="1"/>
          </p:cNvSpPr>
          <p:nvPr>
            <p:ph type="body" sz="quarter" idx="1"/>
          </p:nvPr>
        </p:nvSpPr>
        <p:spPr>
          <a:prstGeom prst="rect">
            <a:avLst/>
          </a:prstGeom>
        </p:spPr>
        <p:txBody>
          <a:bodyPr/>
          <a:lstStyle/>
          <a:p>
            <a:pPr>
              <a:defRPr sz="1500"/>
            </a:pPr>
            <a:r>
              <a:t>Let’s look at when you’ll need to rely on Admin View.</a:t>
            </a:r>
          </a:p>
          <a:p>
            <a:pPr>
              <a:defRPr sz="1500"/>
            </a:pPr>
            <a:endParaRPr/>
          </a:p>
          <a:p>
            <a:pPr>
              <a:defRPr sz="1500"/>
            </a:pPr>
            <a:r>
              <a:t>CLICK</a:t>
            </a:r>
          </a:p>
          <a:p>
            <a:pPr>
              <a:defRPr sz="1500"/>
            </a:pPr>
            <a:endParaRPr/>
          </a:p>
          <a:p>
            <a:pPr>
              <a:defRPr sz="1500"/>
            </a:pPr>
            <a:r>
              <a:t>If you’re configuring advanced digital asset management settings—like Dynamic Media processing, complex metadata schemas, or handling complex processing profiles and custom renditions—Admin View is required.</a:t>
            </a:r>
          </a:p>
          <a:p>
            <a:pPr>
              <a:defRPr sz="1500"/>
            </a:pPr>
            <a:endParaRPr/>
          </a:p>
          <a:p>
            <a:pPr>
              <a:defRPr sz="1500"/>
            </a:pPr>
            <a:r>
              <a:t>CLICK</a:t>
            </a:r>
            <a:br/>
            <a:endParaRPr/>
          </a:p>
          <a:p>
            <a:pPr>
              <a:defRPr sz="1500"/>
            </a:pPr>
            <a:r>
              <a:t>It’s your go-to for bulk operations, such as importing and exporting large sets of metadata, or…..</a:t>
            </a:r>
            <a:br/>
            <a:endParaRPr/>
          </a:p>
          <a:p>
            <a:pPr>
              <a:defRPr sz="1500"/>
            </a:pPr>
            <a:r>
              <a:t>CLICK</a:t>
            </a:r>
          </a:p>
          <a:p>
            <a:pPr>
              <a:defRPr sz="1500"/>
            </a:pPr>
            <a:endParaRPr/>
          </a:p>
          <a:p>
            <a:pPr>
              <a:defRPr sz="1500"/>
            </a:pPr>
            <a:r>
              <a:t>For building and maintaining custom workflows, or for complex workflow models that support your business automation, Admin View offers the necessary tools and flexibility.</a:t>
            </a:r>
            <a:br/>
            <a:endParaRPr/>
          </a:p>
          <a:p>
            <a:pPr>
              <a:defRPr sz="1500"/>
            </a:pPr>
            <a:r>
              <a:t>CLICK</a:t>
            </a:r>
          </a:p>
          <a:p>
            <a:pPr>
              <a:defRPr sz="1500"/>
            </a:pPr>
            <a:endParaRPr/>
          </a:p>
          <a:p>
            <a:pPr>
              <a:defRPr sz="1500"/>
            </a:pPr>
            <a:r>
              <a:t>And when you need to generate comprehensive reports on asset activities or system status, these capabilities are part of Admin View.</a:t>
            </a:r>
          </a:p>
          <a:p>
            <a:pPr>
              <a:defRPr sz="1500"/>
            </a:pPr>
            <a:endParaRPr/>
          </a:p>
          <a:p>
            <a:pPr>
              <a:defRPr sz="1500"/>
            </a:pPr>
            <a:r>
              <a:t>__________</a:t>
            </a:r>
          </a:p>
          <a:p>
            <a:pPr>
              <a:defRPr sz="1500"/>
            </a:pPr>
            <a:endParaRPr/>
          </a:p>
          <a:p>
            <a:pPr>
              <a:defRPr sz="1500"/>
            </a:pPr>
            <a:r>
              <a:t>In short, whenever your work calls for deep administrative control, technical configuration, or advanced integration, Admin View remains essential—even as Assets View takes on a more central role for day-to-day tasks.</a:t>
            </a: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a:p>
            <a:pPr>
              <a:defRPr sz="1500"/>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 name="Shape 2068"/>
          <p:cNvSpPr>
            <a:spLocks noGrp="1" noRot="1" noChangeAspect="1"/>
          </p:cNvSpPr>
          <p:nvPr>
            <p:ph type="sldImg"/>
          </p:nvPr>
        </p:nvSpPr>
        <p:spPr>
          <a:prstGeom prst="rect">
            <a:avLst/>
          </a:prstGeom>
        </p:spPr>
        <p:txBody>
          <a:bodyPr/>
          <a:lstStyle/>
          <a:p>
            <a:endParaRPr/>
          </a:p>
        </p:txBody>
      </p:sp>
      <p:sp>
        <p:nvSpPr>
          <p:cNvPr id="2069" name="Shape 2069"/>
          <p:cNvSpPr>
            <a:spLocks noGrp="1"/>
          </p:cNvSpPr>
          <p:nvPr>
            <p:ph type="body" sz="quarter" idx="1"/>
          </p:nvPr>
        </p:nvSpPr>
        <p:spPr>
          <a:prstGeom prst="rect">
            <a:avLst/>
          </a:prstGeom>
        </p:spPr>
        <p:txBody>
          <a:bodyPr/>
          <a:lstStyle/>
          <a:p>
            <a:pPr>
              <a:defRPr sz="1500"/>
            </a:pPr>
            <a:r>
              <a:t>Talk through.</a:t>
            </a:r>
          </a:p>
          <a:p>
            <a:pPr>
              <a:defRPr sz="1500"/>
            </a:pPr>
            <a:endParaRPr/>
          </a:p>
          <a:p>
            <a:pPr>
              <a:defRPr sz="1500"/>
            </a:pPr>
            <a:r>
              <a:t>Note:</a:t>
            </a:r>
            <a:br/>
            <a:br/>
            <a:r>
              <a:t>Toggles (menu, view, content tree)</a:t>
            </a:r>
            <a:br/>
            <a:br/>
            <a:r>
              <a:t>AI Assistant</a:t>
            </a:r>
            <a:br/>
            <a:r>
              <a:t>notifications</a:t>
            </a:r>
            <a:br/>
            <a:r>
              <a:t>Switch View</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3" name="Shape 2123"/>
          <p:cNvSpPr>
            <a:spLocks noGrp="1" noRot="1" noChangeAspect="1"/>
          </p:cNvSpPr>
          <p:nvPr>
            <p:ph type="sldImg"/>
          </p:nvPr>
        </p:nvSpPr>
        <p:spPr>
          <a:prstGeom prst="rect">
            <a:avLst/>
          </a:prstGeom>
        </p:spPr>
        <p:txBody>
          <a:bodyPr/>
          <a:lstStyle/>
          <a:p>
            <a:endParaRPr/>
          </a:p>
        </p:txBody>
      </p:sp>
      <p:sp>
        <p:nvSpPr>
          <p:cNvPr id="2124" name="Shape 2124"/>
          <p:cNvSpPr>
            <a:spLocks noGrp="1"/>
          </p:cNvSpPr>
          <p:nvPr>
            <p:ph type="body" sz="quarter" idx="1"/>
          </p:nvPr>
        </p:nvSpPr>
        <p:spPr>
          <a:prstGeom prst="rect">
            <a:avLst/>
          </a:prstGeom>
        </p:spPr>
        <p:txBody>
          <a:bodyPr/>
          <a:lstStyle/>
          <a:p>
            <a:pPr>
              <a:defRPr sz="1500"/>
            </a:pPr>
            <a:r>
              <a:t>Renditions are one of those topics that seem simple… until you have to explain them to someone else.</a:t>
            </a:r>
          </a:p>
          <a:p>
            <a:pPr>
              <a:defRPr sz="1500"/>
            </a:pPr>
            <a:endParaRPr/>
          </a:p>
          <a:p>
            <a:pPr>
              <a:defRPr sz="1500"/>
            </a:pPr>
            <a:r>
              <a:t>A practical way to think about renditions is: “different usable versions of the same asset.”  The available renditions are the same in both Admin View and Assets View.</a:t>
            </a:r>
          </a:p>
          <a:p>
            <a:pPr>
              <a:defRPr sz="1500" b="1"/>
            </a:pPr>
            <a:endParaRPr/>
          </a:p>
          <a:p>
            <a:pPr>
              <a:defRPr sz="1500" b="1"/>
            </a:pPr>
            <a:r>
              <a:t>(Click)</a:t>
            </a:r>
            <a:r>
              <a:rPr b="0"/>
              <a:t> we access the first type of renditions - </a:t>
            </a:r>
            <a:r>
              <a:t>static renditions</a:t>
            </a:r>
            <a:r>
              <a:rPr b="0"/>
              <a:t>, via the asset details panel as shown</a:t>
            </a:r>
            <a:br/>
            <a:endParaRPr/>
          </a:p>
          <a:p>
            <a:pPr>
              <a:defRPr sz="1500"/>
            </a:pPr>
            <a:r>
              <a:rPr b="1"/>
              <a:t>Static renditions </a:t>
            </a:r>
            <a:r>
              <a:t>are produced during image processing. They’re predictable, file-like and stored in the assets repository</a:t>
            </a:r>
          </a:p>
          <a:p>
            <a:pPr>
              <a:defRPr sz="1500"/>
            </a:pPr>
            <a:endParaRPr/>
          </a:p>
          <a:p>
            <a:pPr>
              <a:defRPr sz="1500" b="1"/>
            </a:pPr>
            <a:r>
              <a:t>(Click) Dynamic Renditions</a:t>
            </a:r>
            <a:r>
              <a:rPr b="0"/>
              <a:t> are accessed in the same way, but via their own icon, only visible if Dynamic Media is available </a:t>
            </a:r>
          </a:p>
          <a:p>
            <a:pPr>
              <a:defRPr sz="1500"/>
            </a:pPr>
            <a:endParaRPr b="0"/>
          </a:p>
          <a:p>
            <a:pPr>
              <a:defRPr sz="1500"/>
            </a:pPr>
            <a:r>
              <a:t>These are  generated on the fly based on URL parameters. The asset remains the same, but delivery adapts it. These renditions are not stored in the repository.</a:t>
            </a:r>
          </a:p>
          <a:p>
            <a:pPr>
              <a:defRPr sz="1500"/>
            </a:pPr>
            <a:endParaRPr/>
          </a:p>
          <a:p>
            <a:pPr>
              <a:defRPr sz="1500"/>
            </a:pPr>
            <a:r>
              <a:t>(click)</a:t>
            </a:r>
          </a:p>
          <a:p>
            <a:pPr>
              <a:defRPr sz="1500"/>
            </a:pPr>
            <a:endParaRPr/>
          </a:p>
          <a:p>
            <a:pPr>
              <a:defRPr sz="1500"/>
            </a:pPr>
            <a:r>
              <a:t>And </a:t>
            </a:r>
            <a:r>
              <a:rPr b="1"/>
              <a:t>smart crops</a:t>
            </a:r>
            <a:r>
              <a:t> are a specific kind of “intelligent delivery”: rather than manually cropping for every placement, the system generates crops based on key subject framing.</a:t>
            </a:r>
            <a:br/>
            <a:br/>
            <a:r>
              <a:t>—-</a:t>
            </a:r>
            <a:br/>
            <a:endParaRPr/>
          </a:p>
          <a:p>
            <a:pPr>
              <a:defRPr sz="1500"/>
            </a:pPr>
            <a:r>
              <a:t>Why this matters: in enterprise environments, renditions are a major lever for scale. Instead of making 10 variants manually, you manage one asset and deliver many variants properly.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 name="Shape 2129"/>
          <p:cNvSpPr>
            <a:spLocks noGrp="1" noRot="1" noChangeAspect="1"/>
          </p:cNvSpPr>
          <p:nvPr>
            <p:ph type="sldImg"/>
          </p:nvPr>
        </p:nvSpPr>
        <p:spPr>
          <a:prstGeom prst="rect">
            <a:avLst/>
          </a:prstGeom>
        </p:spPr>
        <p:txBody>
          <a:bodyPr/>
          <a:lstStyle/>
          <a:p>
            <a:endParaRPr/>
          </a:p>
        </p:txBody>
      </p:sp>
      <p:sp>
        <p:nvSpPr>
          <p:cNvPr id="2130" name="Shape 2130"/>
          <p:cNvSpPr>
            <a:spLocks noGrp="1"/>
          </p:cNvSpPr>
          <p:nvPr>
            <p:ph type="body" sz="quarter" idx="1"/>
          </p:nvPr>
        </p:nvSpPr>
        <p:spPr>
          <a:prstGeom prst="rect">
            <a:avLst/>
          </a:prstGeom>
        </p:spPr>
        <p:txBody>
          <a:bodyPr/>
          <a:lstStyle/>
          <a:p>
            <a:pPr>
              <a:defRPr sz="1500"/>
            </a:pPr>
            <a:r>
              <a:t>This slide is about avoiding a common misunderstanding: “publish” and “approve” are not the same thing.</a:t>
            </a:r>
          </a:p>
          <a:p>
            <a:pPr>
              <a:defRPr sz="1500"/>
            </a:pPr>
            <a:endParaRPr/>
          </a:p>
          <a:p>
            <a:pPr>
              <a:defRPr sz="1500" b="1"/>
            </a:pPr>
            <a:r>
              <a:t>Click</a:t>
            </a:r>
          </a:p>
          <a:p>
            <a:pPr>
              <a:defRPr sz="1500"/>
            </a:pPr>
            <a:endParaRPr/>
          </a:p>
          <a:p>
            <a:pPr>
              <a:defRPr sz="1500"/>
            </a:pPr>
            <a:r>
              <a:t>Publishing is about pushing assets available to delivery targets — normally AEM Publish and Dynamic Media servers, although AEM’s publish mechanism can be extended to include other destinations. It’s about </a:t>
            </a:r>
            <a:r>
              <a:rPr b="1"/>
              <a:t>distribution</a:t>
            </a:r>
            <a:r>
              <a:t>.</a:t>
            </a:r>
          </a:p>
          <a:p>
            <a:pPr>
              <a:defRPr sz="1500"/>
            </a:pPr>
            <a:endParaRPr/>
          </a:p>
          <a:p>
            <a:pPr>
              <a:defRPr sz="1500" b="1"/>
            </a:pPr>
            <a:r>
              <a:t>Click</a:t>
            </a:r>
          </a:p>
          <a:p>
            <a:pPr>
              <a:defRPr sz="1500"/>
            </a:pPr>
            <a:endParaRPr/>
          </a:p>
          <a:p>
            <a:pPr>
              <a:defRPr sz="1500"/>
            </a:pPr>
            <a:r>
              <a:t>Approval is more about governance — particularly for newer delivery channels and controlled distribution.  An  </a:t>
            </a:r>
            <a:r>
              <a:rPr b="1"/>
              <a:t>approval </a:t>
            </a:r>
            <a:r>
              <a:t>action doesn’t copy the asset anywhere but instead mark is as ready for use.  </a:t>
            </a:r>
          </a:p>
          <a:p>
            <a:pPr>
              <a:defRPr sz="1500"/>
            </a:pPr>
            <a:endParaRPr/>
          </a:p>
          <a:p>
            <a:pPr>
              <a:defRPr sz="1500" b="1"/>
            </a:pPr>
            <a:r>
              <a:t>Click</a:t>
            </a:r>
          </a:p>
          <a:p>
            <a:pPr>
              <a:defRPr sz="1500"/>
            </a:pPr>
            <a:endParaRPr/>
          </a:p>
          <a:p>
            <a:pPr>
              <a:defRPr sz="1500"/>
            </a:pPr>
            <a:r>
              <a:t>The way I’d summarise it is:</a:t>
            </a:r>
          </a:p>
          <a:p>
            <a:pPr>
              <a:defRPr sz="1500"/>
            </a:pPr>
            <a:r>
              <a:t>Publish is “send the image to a another, public system”</a:t>
            </a:r>
          </a:p>
          <a:p>
            <a:pPr>
              <a:defRPr sz="1500"/>
            </a:pPr>
            <a:r>
              <a:t>Approve is “it’s ready to be used in governed channels.”</a:t>
            </a:r>
          </a:p>
          <a:p>
            <a:pPr>
              <a:defRPr sz="1500"/>
            </a:pPr>
            <a:endParaRPr/>
          </a:p>
          <a:p>
            <a:pPr>
              <a:defRPr sz="1500"/>
            </a:pPr>
            <a:r>
              <a:t>While approval is a new concept in Assets, and immediately visible in asset details, but we can also approve in Admin View, but it’s somewhat hidden compared.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 name="Shape 2140"/>
          <p:cNvSpPr>
            <a:spLocks noGrp="1" noRot="1" noChangeAspect="1"/>
          </p:cNvSpPr>
          <p:nvPr>
            <p:ph type="sldImg"/>
          </p:nvPr>
        </p:nvSpPr>
        <p:spPr>
          <a:prstGeom prst="rect">
            <a:avLst/>
          </a:prstGeom>
        </p:spPr>
        <p:txBody>
          <a:bodyPr/>
          <a:lstStyle/>
          <a:p>
            <a:endParaRPr/>
          </a:p>
        </p:txBody>
      </p:sp>
      <p:sp>
        <p:nvSpPr>
          <p:cNvPr id="2141" name="Shape 2141"/>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4" name="Shape 2144"/>
          <p:cNvSpPr>
            <a:spLocks noGrp="1" noRot="1" noChangeAspect="1"/>
          </p:cNvSpPr>
          <p:nvPr>
            <p:ph type="sldImg"/>
          </p:nvPr>
        </p:nvSpPr>
        <p:spPr>
          <a:prstGeom prst="rect">
            <a:avLst/>
          </a:prstGeom>
        </p:spPr>
        <p:txBody>
          <a:bodyPr/>
          <a:lstStyle/>
          <a:p>
            <a:endParaRPr/>
          </a:p>
        </p:txBody>
      </p:sp>
      <p:sp>
        <p:nvSpPr>
          <p:cNvPr id="2145" name="Shape 2145"/>
          <p:cNvSpPr>
            <a:spLocks noGrp="1"/>
          </p:cNvSpPr>
          <p:nvPr>
            <p:ph type="body" sz="quarter" idx="1"/>
          </p:nvPr>
        </p:nvSpPr>
        <p:spPr>
          <a:prstGeom prst="rect">
            <a:avLst/>
          </a:prstGeom>
        </p:spPr>
        <p:txBody>
          <a:bodyPr/>
          <a:lstStyle/>
          <a:p>
            <a:pPr>
              <a:defRPr sz="1400"/>
            </a:pPr>
            <a:r>
              <a:t>Next we move to metadata and search</a:t>
            </a:r>
          </a:p>
          <a:p>
            <a:pPr>
              <a:defRPr sz="1400"/>
            </a:pPr>
            <a:endParaRPr/>
          </a:p>
          <a:p>
            <a:pPr>
              <a:defRPr sz="1400"/>
            </a:pPr>
            <a:r>
              <a:t>If you come from traditional folder-first DAM habits, there is a shift in mindset here.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 name="Shape 2150"/>
          <p:cNvSpPr>
            <a:spLocks noGrp="1" noRot="1" noChangeAspect="1"/>
          </p:cNvSpPr>
          <p:nvPr>
            <p:ph type="sldImg"/>
          </p:nvPr>
        </p:nvSpPr>
        <p:spPr>
          <a:prstGeom prst="rect">
            <a:avLst/>
          </a:prstGeom>
        </p:spPr>
        <p:txBody>
          <a:bodyPr/>
          <a:lstStyle/>
          <a:p>
            <a:endParaRPr/>
          </a:p>
        </p:txBody>
      </p:sp>
      <p:sp>
        <p:nvSpPr>
          <p:cNvPr id="2151" name="Shape 2151"/>
          <p:cNvSpPr>
            <a:spLocks noGrp="1"/>
          </p:cNvSpPr>
          <p:nvPr>
            <p:ph type="body" sz="quarter" idx="1"/>
          </p:nvPr>
        </p:nvSpPr>
        <p:spPr>
          <a:prstGeom prst="rect">
            <a:avLst/>
          </a:prstGeom>
        </p:spPr>
        <p:txBody>
          <a:bodyPr/>
          <a:lstStyle/>
          <a:p>
            <a:pPr>
              <a:defRPr sz="1500"/>
            </a:pPr>
            <a:r>
              <a:t>In Assets View, search and metadata filtering are the primary ways to discover assets.</a:t>
            </a:r>
          </a:p>
          <a:p>
            <a:pPr>
              <a:defRPr sz="1500"/>
            </a:pPr>
            <a:r>
              <a:t>Instead of relying on complicated folder structures, users start by entering keywords or applying filters — so search enabled by metadata is front and center in every workflow.</a:t>
            </a:r>
          </a:p>
          <a:p>
            <a:pPr>
              <a:defRPr sz="1500"/>
            </a:pPr>
            <a:endParaRPr/>
          </a:p>
          <a:p>
            <a:pPr>
              <a:defRPr sz="1500"/>
            </a:pPr>
            <a:r>
              <a:t>CLICK</a:t>
            </a:r>
            <a:br/>
            <a:endParaRPr/>
          </a:p>
          <a:p>
            <a:pPr>
              <a:buFont typeface="Wingdings"/>
              <a:defRPr sz="1500"/>
            </a:pPr>
            <a:r>
              <a:t>The search bar and filters are therefore always visible—it’s the main way users interact with assets.</a:t>
            </a:r>
          </a:p>
          <a:p>
            <a:pPr>
              <a:buFont typeface="Wingdings"/>
              <a:defRPr sz="1500"/>
            </a:pPr>
            <a:endParaRPr/>
          </a:p>
          <a:p>
            <a:pPr>
              <a:buFont typeface="Wingdings"/>
              <a:defRPr sz="1500"/>
            </a:pPr>
            <a:r>
              <a:t>CLICK</a:t>
            </a:r>
          </a:p>
          <a:p>
            <a:pPr>
              <a:buFont typeface="Wingdings"/>
              <a:defRPr sz="1500"/>
            </a:pPr>
            <a:endParaRPr/>
          </a:p>
          <a:p>
            <a:pPr>
              <a:buFont typeface="Wingdings"/>
              <a:defRPr sz="1500"/>
            </a:pPr>
            <a:r>
              <a:t>Asset metadata like titles, tags, dates, and usage rights drive the results, ensuring you get what you need quickly.</a:t>
            </a:r>
          </a:p>
          <a:p>
            <a:pPr>
              <a:buFont typeface="Wingdings"/>
              <a:defRPr sz="1500"/>
            </a:pPr>
            <a:br/>
            <a:r>
              <a:t>CLICK </a:t>
            </a:r>
          </a:p>
          <a:p>
            <a:pPr>
              <a:buFont typeface="Wingdings"/>
              <a:defRPr sz="1500"/>
            </a:pPr>
            <a:endParaRPr/>
          </a:p>
          <a:p>
            <a:pPr>
              <a:buFont typeface="Wingdings"/>
              <a:defRPr sz="1500"/>
            </a:pPr>
            <a:r>
              <a:t>Browsing folders is still possible, but it’s secondary; the interface encourages searching instead of clicking through folders.</a:t>
            </a:r>
          </a:p>
          <a:p>
            <a:pPr>
              <a:buFont typeface="Wingdings"/>
              <a:defRPr sz="1500"/>
            </a:pPr>
            <a:endParaRPr/>
          </a:p>
          <a:p>
            <a:pPr>
              <a:buFont typeface="Wingdings"/>
              <a:defRPr sz="1500"/>
            </a:pPr>
            <a:r>
              <a:t>CLICK</a:t>
            </a:r>
          </a:p>
          <a:p>
            <a:pPr>
              <a:buFont typeface="Wingdings"/>
              <a:defRPr sz="1500"/>
            </a:pPr>
            <a:endParaRPr/>
          </a:p>
          <a:p>
            <a:pPr>
              <a:buFont typeface="Wingdings"/>
              <a:defRPr sz="1500"/>
            </a:pPr>
            <a:r>
              <a:t>Features like Smart Tags and AI-powered visual search work best when assets have rich metadata.</a:t>
            </a:r>
          </a:p>
          <a:p>
            <a:pPr>
              <a:buFont typeface="Wingdings"/>
              <a:defRPr sz="1500"/>
            </a:pPr>
            <a:endParaRPr/>
          </a:p>
          <a:p>
            <a:pPr>
              <a:buFont typeface="Wingdings"/>
              <a:defRPr sz="1500"/>
            </a:pPr>
            <a:r>
              <a:t>CLICK</a:t>
            </a:r>
            <a:br/>
            <a:endParaRPr/>
          </a:p>
          <a:p>
            <a:pPr>
              <a:buFont typeface="Wingdings"/>
              <a:defRPr sz="1500"/>
            </a:pPr>
            <a:r>
              <a:t>A meta-data first approach is scalable. Using a folder structure to organize assets has practical limits in organizing large number of assets.</a:t>
            </a:r>
          </a:p>
          <a:p>
            <a:pPr>
              <a:buFont typeface="Wingdings"/>
              <a:defRPr sz="1500"/>
            </a:pPr>
            <a:endParaRPr/>
          </a:p>
          <a:p>
            <a:pPr>
              <a:buFont typeface="Wingdings"/>
              <a:defRPr sz="1500"/>
            </a:pPr>
            <a:r>
              <a:t>CLICK</a:t>
            </a:r>
            <a:br/>
            <a:endParaRPr/>
          </a:p>
          <a:p>
            <a:pPr>
              <a:buFont typeface="Wingdings"/>
              <a:defRPr sz="1500"/>
            </a:pPr>
            <a:r>
              <a:t>You don’t need to remember where a file lives—just describe what you need, and let the metadata guide you.</a:t>
            </a:r>
          </a:p>
          <a:p>
            <a:pPr>
              <a:buFont typeface="Wingdings"/>
              <a:defRPr sz="1500"/>
            </a:pPr>
            <a:br/>
            <a:endParaRPr/>
          </a:p>
          <a:p>
            <a:pPr>
              <a:defRPr sz="1500"/>
            </a:pPr>
            <a:r>
              <a:t>Summary:</a:t>
            </a:r>
          </a:p>
          <a:p>
            <a:pPr>
              <a:defRPr sz="1500"/>
            </a:pPr>
            <a:br/>
            <a:endParaRPr/>
          </a:p>
          <a:p>
            <a:pPr>
              <a:defRPr sz="1500"/>
            </a:pPr>
            <a:r>
              <a:t>Assets View is “search-first” because search isn’t just powerful—it’s the main method of finding, organizing, and working with assets. Metadata is the foundation, and search is the entryway.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1" name="Shape 2161"/>
          <p:cNvSpPr>
            <a:spLocks noGrp="1" noRot="1" noChangeAspect="1"/>
          </p:cNvSpPr>
          <p:nvPr>
            <p:ph type="sldImg"/>
          </p:nvPr>
        </p:nvSpPr>
        <p:spPr>
          <a:prstGeom prst="rect">
            <a:avLst/>
          </a:prstGeom>
        </p:spPr>
        <p:txBody>
          <a:bodyPr/>
          <a:lstStyle/>
          <a:p>
            <a:endParaRPr/>
          </a:p>
        </p:txBody>
      </p:sp>
      <p:sp>
        <p:nvSpPr>
          <p:cNvPr id="2162" name="Shape 2162"/>
          <p:cNvSpPr>
            <a:spLocks noGrp="1"/>
          </p:cNvSpPr>
          <p:nvPr>
            <p:ph type="body" sz="quarter" idx="1"/>
          </p:nvPr>
        </p:nvSpPr>
        <p:spPr>
          <a:prstGeom prst="rect">
            <a:avLst/>
          </a:prstGeom>
        </p:spPr>
        <p:txBody>
          <a:bodyPr/>
          <a:lstStyle/>
          <a:p>
            <a:pPr>
              <a:defRPr sz="1400"/>
            </a:pPr>
            <a:r>
              <a:t>Metadata forms are where many people get confused, so let’s make it simple.</a:t>
            </a:r>
          </a:p>
          <a:p>
            <a:pPr>
              <a:defRPr sz="1400"/>
            </a:pPr>
            <a:endParaRPr/>
          </a:p>
          <a:p>
            <a:pPr>
              <a:defRPr sz="1400"/>
            </a:pPr>
            <a:r>
              <a:t>In the last exercise you saw a subset of the metadata that was available on your test image.</a:t>
            </a:r>
            <a:br/>
            <a:br/>
            <a:r>
              <a:t>This is because a Metadata Form was used to filter what you saw to a sensible, relevant set of metadata.</a:t>
            </a:r>
          </a:p>
          <a:p>
            <a:pPr>
              <a:defRPr sz="1400"/>
            </a:pPr>
            <a:endParaRPr/>
          </a:p>
          <a:p>
            <a:pPr>
              <a:defRPr sz="1400"/>
            </a:pPr>
            <a:r>
              <a:t>In Assets View, metadata forms control what fields users see on the asset details page.</a:t>
            </a:r>
          </a:p>
          <a:p>
            <a:pPr>
              <a:defRPr sz="1400"/>
            </a:pPr>
            <a:endParaRPr/>
          </a:p>
          <a:p>
            <a:pPr>
              <a:defRPr sz="1400"/>
            </a:pPr>
            <a:r>
              <a:t>They are easy to set up in a visual editor, and they’re often “good enough” for business users.</a:t>
            </a:r>
          </a:p>
          <a:p>
            <a:pPr>
              <a:defRPr sz="1400"/>
            </a:pPr>
            <a:endParaRPr/>
          </a:p>
          <a:p>
            <a:pPr>
              <a:defRPr sz="1400"/>
            </a:pPr>
            <a:r>
              <a:t>But here’s the key principle: forms are UI configuration, not “the definition of metadata”.</a:t>
            </a:r>
          </a:p>
          <a:p>
            <a:pPr>
              <a:defRPr sz="1400"/>
            </a:pPr>
            <a:endParaRPr/>
          </a:p>
          <a:p>
            <a:pPr>
              <a:defRPr sz="1400"/>
            </a:pPr>
            <a:r>
              <a:t>The underlying metadata exists in the repository regardless of which fields you choose to display.</a:t>
            </a:r>
          </a:p>
          <a:p>
            <a:pPr>
              <a:defRPr sz="1400"/>
            </a:pPr>
            <a:endParaRPr/>
          </a:p>
          <a:p>
            <a:pPr>
              <a:defRPr sz="1400"/>
            </a:pPr>
            <a:r>
              <a:t>Forms can be assigned by MIME type or by folder. That’s actually quite powerful: you can tailor the user experience to the asset type or to the business area without changing the underlying asset model.</a:t>
            </a:r>
          </a:p>
          <a:p>
            <a:pPr>
              <a:defRPr sz="1400"/>
            </a:pPr>
            <a:endParaRPr/>
          </a:p>
          <a:p>
            <a:pPr>
              <a:defRPr sz="1400"/>
            </a:pPr>
            <a:r>
              <a:t>Also note the trade-off: Assets View forms have limited layout and validation compared to deep schema customisation in Admin View — again by design, to keep it simpler.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6" name="Shape 2166"/>
          <p:cNvSpPr>
            <a:spLocks noGrp="1" noRot="1" noChangeAspect="1"/>
          </p:cNvSpPr>
          <p:nvPr>
            <p:ph type="sldImg"/>
          </p:nvPr>
        </p:nvSpPr>
        <p:spPr>
          <a:prstGeom prst="rect">
            <a:avLst/>
          </a:prstGeom>
        </p:spPr>
        <p:txBody>
          <a:bodyPr/>
          <a:lstStyle/>
          <a:p>
            <a:endParaRPr/>
          </a:p>
        </p:txBody>
      </p:sp>
      <p:sp>
        <p:nvSpPr>
          <p:cNvPr id="2167" name="Shape 2167"/>
          <p:cNvSpPr>
            <a:spLocks noGrp="1"/>
          </p:cNvSpPr>
          <p:nvPr>
            <p:ph type="body" sz="quarter" idx="1"/>
          </p:nvPr>
        </p:nvSpPr>
        <p:spPr>
          <a:prstGeom prst="rect">
            <a:avLst/>
          </a:prstGeom>
        </p:spPr>
        <p:txBody>
          <a:bodyPr/>
          <a:lstStyle/>
          <a:p>
            <a:r>
              <a:t>MIME types sound technical, but they’re basically just “file type identifiers” that systems agree on.</a:t>
            </a:r>
          </a:p>
          <a:p>
            <a:endParaRPr/>
          </a:p>
          <a:p>
            <a:r>
              <a:t>Here we see a list of different types for some of the files we can manage in Assets.  Note the highlighted image and application - these are the types, and the sublimes are often similar to the file extension, so image/jpeg for example.</a:t>
            </a:r>
          </a:p>
          <a:p>
            <a:endParaRPr/>
          </a:p>
          <a:p>
            <a:br/>
            <a:r>
              <a:t>Take a moment to look through the list and understand types and subtypes.</a:t>
            </a:r>
            <a:br/>
            <a:br/>
            <a:endParaRPr/>
          </a:p>
          <a:p>
            <a:endParaRPr/>
          </a:p>
          <a:p>
            <a:r>
              <a:t>The practical relevance here is: MIME type is what Assets View can use to decide which metadata form to apply.</a:t>
            </a:r>
          </a:p>
          <a:p>
            <a:endParaRPr/>
          </a:p>
          <a:p>
            <a:r>
              <a:t>So images might show one set of fields, PDFs another, videos another.</a:t>
            </a:r>
          </a:p>
          <a:p>
            <a:endParaRPr/>
          </a:p>
          <a:p>
            <a:r>
              <a:t>That’s why people sometimes say, “Why do I see different metadata fields and tabs?” — it’s often because the UI is using different forms per type.</a:t>
            </a:r>
          </a:p>
          <a:p>
            <a:endParaRPr/>
          </a:p>
          <a:p>
            <a:endParaRPr/>
          </a:p>
          <a:p>
            <a:r>
              <a:t>We don’t need to memorise the MIME type strings. We just need to understand the mechanism.</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5" name="Shape 2185"/>
          <p:cNvSpPr>
            <a:spLocks noGrp="1" noRot="1" noChangeAspect="1"/>
          </p:cNvSpPr>
          <p:nvPr>
            <p:ph type="sldImg"/>
          </p:nvPr>
        </p:nvSpPr>
        <p:spPr>
          <a:prstGeom prst="rect">
            <a:avLst/>
          </a:prstGeom>
        </p:spPr>
        <p:txBody>
          <a:bodyPr/>
          <a:lstStyle/>
          <a:p>
            <a:endParaRPr/>
          </a:p>
        </p:txBody>
      </p:sp>
      <p:sp>
        <p:nvSpPr>
          <p:cNvPr id="2186" name="Shape 2186"/>
          <p:cNvSpPr>
            <a:spLocks noGrp="1"/>
          </p:cNvSpPr>
          <p:nvPr>
            <p:ph type="body" sz="quarter" idx="1"/>
          </p:nvPr>
        </p:nvSpPr>
        <p:spPr>
          <a:prstGeom prst="rect">
            <a:avLst/>
          </a:prstGeom>
        </p:spPr>
        <p:txBody>
          <a:bodyPr/>
          <a:lstStyle/>
          <a:p>
            <a:r>
              <a:t>Adobe provides starter forms for common types — think of these as templates, not as “the one true form.”</a:t>
            </a:r>
          </a:p>
          <a:p>
            <a:endParaRPr/>
          </a:p>
          <a:p>
            <a:r>
              <a:t>These starter form types are shown in the column in the middle of the slide - the available forms.  </a:t>
            </a:r>
          </a:p>
          <a:p>
            <a:endParaRPr/>
          </a:p>
          <a:p>
            <a:r>
              <a:t>Two examples are shown for the forms for the types application and video - you can see why different metadata is needed by looking at the two screenshots of the form fields.</a:t>
            </a:r>
          </a:p>
          <a:p>
            <a:endParaRPr/>
          </a:p>
          <a:p>
            <a:endParaRPr/>
          </a:p>
          <a:p>
            <a:r>
              <a:t>In a real project, the best practice is usually: start with Adobe’s default, then make small, intentional changes based on your business needs.</a:t>
            </a:r>
          </a:p>
          <a:p>
            <a:endParaRPr/>
          </a:p>
          <a:p>
            <a:r>
              <a:t>The risk is trying to expose everything — that creates metadata fatigue. Users stop filling fields because the UI feels like a tax form.</a:t>
            </a:r>
          </a:p>
          <a:p>
            <a:endParaRPr/>
          </a:p>
          <a:p>
            <a:r>
              <a:t>The goal is: expose the fields that actually help discovery, governance, and reuse. Hide the noise.</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4" name="Shape 2194"/>
          <p:cNvSpPr>
            <a:spLocks noGrp="1" noRot="1" noChangeAspect="1"/>
          </p:cNvSpPr>
          <p:nvPr>
            <p:ph type="sldImg"/>
          </p:nvPr>
        </p:nvSpPr>
        <p:spPr>
          <a:prstGeom prst="rect">
            <a:avLst/>
          </a:prstGeom>
        </p:spPr>
        <p:txBody>
          <a:bodyPr/>
          <a:lstStyle/>
          <a:p>
            <a:endParaRPr/>
          </a:p>
        </p:txBody>
      </p:sp>
      <p:sp>
        <p:nvSpPr>
          <p:cNvPr id="2195" name="Shape 2195"/>
          <p:cNvSpPr>
            <a:spLocks noGrp="1"/>
          </p:cNvSpPr>
          <p:nvPr>
            <p:ph type="body" sz="quarter" idx="1"/>
          </p:nvPr>
        </p:nvSpPr>
        <p:spPr>
          <a:prstGeom prst="rect">
            <a:avLst/>
          </a:prstGeom>
        </p:spPr>
        <p:txBody>
          <a:bodyPr/>
          <a:lstStyle/>
          <a:p>
            <a:pPr>
              <a:defRPr sz="1500"/>
            </a:pPr>
            <a:r>
              <a:t>Assets View provides a rich set of search capabilities for everyday users. </a:t>
            </a:r>
            <a:br/>
            <a:endParaRPr/>
          </a:p>
          <a:p>
            <a:pPr>
              <a:defRPr sz="1500"/>
            </a:pPr>
            <a:r>
              <a:rPr b="1"/>
              <a:t>click</a:t>
            </a:r>
            <a:br/>
            <a:br/>
            <a:r>
              <a:t>Beyond simple keyword lookups, it supports fuzzy search, Boolean logic, proximity queries, and wildcards. This means that typos, variations in spelling, and more complex combinations of terms can still return meaningful results. Suggestions also help guide users toward common or likely matches as they type.</a:t>
            </a:r>
          </a:p>
          <a:p>
            <a:pPr>
              <a:defRPr sz="1500"/>
            </a:pPr>
            <a:br/>
            <a:r>
              <a:rPr b="1"/>
              <a:t>click</a:t>
            </a:r>
          </a:p>
          <a:p>
            <a:pPr>
              <a:defRPr sz="1500"/>
            </a:pPr>
            <a:endParaRPr b="1"/>
          </a:p>
          <a:p>
            <a:pPr>
              <a:defRPr sz="1500"/>
            </a:pPr>
            <a:r>
              <a:t>A newer capability in Assets View is contextual search, where natural language input is translated into filters and search criteria automatically. </a:t>
            </a:r>
            <a:br/>
            <a:endParaRPr/>
          </a:p>
          <a:p>
            <a:pPr>
              <a:defRPr sz="1500"/>
            </a:pPr>
            <a:r>
              <a:t>Click</a:t>
            </a:r>
          </a:p>
          <a:p>
            <a:pPr>
              <a:defRPr sz="1500"/>
            </a:pPr>
            <a:br/>
            <a:r>
              <a:t>For instance, a query such as “images of mountains uploaded in the last month” will create the appropriate search filters without the user needing to build a structured query.</a:t>
            </a:r>
          </a:p>
          <a:p>
            <a:pPr>
              <a:defRPr sz="1500"/>
            </a:pPr>
            <a:endParaRPr/>
          </a:p>
          <a:p>
            <a:pPr>
              <a:defRPr sz="1500"/>
            </a:pPr>
            <a:r>
              <a:t>Click</a:t>
            </a:r>
            <a:br/>
            <a:br/>
            <a:r>
              <a:t>Assets View AI to rank results</a:t>
            </a:r>
            <a:br/>
            <a:br/>
            <a:r>
              <a:t>Click</a:t>
            </a:r>
            <a:br/>
            <a:endParaRPr/>
          </a:p>
          <a:p>
            <a:pPr>
              <a:defRPr sz="1500"/>
            </a:pPr>
            <a:r>
              <a:t>Most importantly the underlying aim of the AI involvement and the highly visible search field - we’ll see in a moment - search by description is encouraged, and file system structure is secondary</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3" name="Shape 2203"/>
          <p:cNvSpPr>
            <a:spLocks noGrp="1" noRot="1" noChangeAspect="1"/>
          </p:cNvSpPr>
          <p:nvPr>
            <p:ph type="sldImg"/>
          </p:nvPr>
        </p:nvSpPr>
        <p:spPr>
          <a:prstGeom prst="rect">
            <a:avLst/>
          </a:prstGeom>
        </p:spPr>
        <p:txBody>
          <a:bodyPr/>
          <a:lstStyle/>
          <a:p>
            <a:endParaRPr/>
          </a:p>
        </p:txBody>
      </p:sp>
      <p:sp>
        <p:nvSpPr>
          <p:cNvPr id="2204" name="Shape 2204"/>
          <p:cNvSpPr>
            <a:spLocks noGrp="1"/>
          </p:cNvSpPr>
          <p:nvPr>
            <p:ph type="body" sz="quarter" idx="1"/>
          </p:nvPr>
        </p:nvSpPr>
        <p:spPr>
          <a:prstGeom prst="rect">
            <a:avLst/>
          </a:prstGeom>
        </p:spPr>
        <p:txBody>
          <a:bodyPr/>
          <a:lstStyle/>
          <a:p>
            <a:pPr>
              <a:defRPr sz="1500"/>
            </a:pPr>
            <a:r>
              <a:t>Contextual search is worth showing because it changes how non-technical users behave.</a:t>
            </a:r>
          </a:p>
          <a:p>
            <a:pPr>
              <a:defRPr sz="1500"/>
            </a:pPr>
            <a:endParaRPr/>
          </a:p>
          <a:p>
            <a:pPr>
              <a:defRPr sz="1500"/>
            </a:pPr>
            <a:r>
              <a:t>DESCRIBE SCREENSHOT</a:t>
            </a:r>
          </a:p>
          <a:p>
            <a:pPr>
              <a:defRPr sz="1500"/>
            </a:pPr>
            <a:endParaRPr/>
          </a:p>
          <a:p>
            <a:pPr>
              <a:defRPr sz="1500"/>
            </a:pPr>
            <a:r>
              <a:t>Instead of building filters manually, users type a natural phrase — and the system converts it into filters.</a:t>
            </a:r>
          </a:p>
          <a:p>
            <a:pPr>
              <a:defRPr sz="1500"/>
            </a:pPr>
            <a:r>
              <a:t>The “aha moment” is when people realise: “I can search like I speak.”</a:t>
            </a:r>
          </a:p>
          <a:p>
            <a:pPr>
              <a:defRPr sz="1500"/>
            </a:pPr>
            <a:endParaRPr/>
          </a:p>
          <a:p>
            <a:pPr>
              <a:defRPr sz="1500"/>
            </a:pPr>
            <a:r>
              <a:t>But there’s an important expectation setting: it’s not magic. Results are still driven by metadata and what the system can infer.</a:t>
            </a:r>
          </a:p>
          <a:p>
            <a:pPr>
              <a:defRPr sz="1500"/>
            </a:pPr>
            <a:r>
              <a:t>So if your metadata is weak, contextual search will feel inconsistent.</a:t>
            </a:r>
          </a:p>
          <a:p>
            <a:pPr>
              <a:defRPr sz="1500"/>
            </a:pPr>
            <a:endParaRPr/>
          </a:p>
          <a:p>
            <a:pPr>
              <a:defRPr sz="1500"/>
            </a:pPr>
            <a:r>
              <a:t>Note that at present you are using the contextual search to create filters for you.  This is not a way of asking an AI to consider the actual image assets, but only their filterable metadata.  So a search for something like “a mountain in the middle with a lake at the bottom” might product mountains and lakes, but the relative position won’t work unless that phrase is part of the description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 name="Shape 2211"/>
          <p:cNvSpPr>
            <a:spLocks noGrp="1" noRot="1" noChangeAspect="1"/>
          </p:cNvSpPr>
          <p:nvPr>
            <p:ph type="sldImg"/>
          </p:nvPr>
        </p:nvSpPr>
        <p:spPr>
          <a:prstGeom prst="rect">
            <a:avLst/>
          </a:prstGeom>
        </p:spPr>
        <p:txBody>
          <a:bodyPr/>
          <a:lstStyle/>
          <a:p>
            <a:endParaRPr/>
          </a:p>
        </p:txBody>
      </p:sp>
      <p:sp>
        <p:nvSpPr>
          <p:cNvPr id="2212" name="Shape 2212"/>
          <p:cNvSpPr>
            <a:spLocks noGrp="1"/>
          </p:cNvSpPr>
          <p:nvPr>
            <p:ph type="body" sz="quarter" idx="1"/>
          </p:nvPr>
        </p:nvSpPr>
        <p:spPr>
          <a:prstGeom prst="rect">
            <a:avLst/>
          </a:prstGeom>
        </p:spPr>
        <p:txBody>
          <a:bodyPr/>
          <a:lstStyle/>
          <a:p>
            <a:pPr>
              <a:defRPr sz="1500"/>
            </a:pPr>
            <a:r>
              <a:t>Let’s lock the principles in before we move on.</a:t>
            </a:r>
          </a:p>
          <a:p>
            <a:pPr>
              <a:defRPr sz="1500"/>
            </a:pPr>
            <a:endParaRPr/>
          </a:p>
          <a:p>
            <a:pPr>
              <a:defRPr sz="1500"/>
            </a:pPr>
            <a:r>
              <a:t>Assets View uses metadata forms to control what appears in the details UI.</a:t>
            </a:r>
          </a:p>
          <a:p>
            <a:pPr>
              <a:defRPr sz="1500"/>
            </a:pPr>
            <a:r>
              <a:t>Forms are not data model definitions — they’re display filters.</a:t>
            </a:r>
          </a:p>
          <a:p>
            <a:pPr>
              <a:defRPr sz="1500"/>
            </a:pPr>
            <a:r>
              <a:t>The same underlying metadata exists regardless of whether you view it in Assets View or Admin View.</a:t>
            </a:r>
          </a:p>
          <a:p>
            <a:pPr>
              <a:defRPr sz="1500"/>
            </a:pPr>
            <a:endParaRPr/>
          </a:p>
          <a:p>
            <a:pPr>
              <a:defRPr sz="1500"/>
            </a:pPr>
            <a:r>
              <a:t>Assets View pushes you toward metadata-first working: search and filters first, folders second.</a:t>
            </a:r>
          </a:p>
          <a:p>
            <a:pPr>
              <a:defRPr sz="1500"/>
            </a:pPr>
            <a:r>
              <a:t>That’s the future-proof operating model, especially as the repository grows and teams change.</a:t>
            </a:r>
          </a:p>
          <a:p>
            <a:pPr>
              <a:defRPr sz="1500"/>
            </a:pPr>
            <a:endParaRPr/>
          </a:p>
          <a:p>
            <a:pPr>
              <a:defRPr sz="1500"/>
            </a:pPr>
            <a:r>
              <a:t>So the takeaway is simple:</a:t>
            </a:r>
          </a:p>
          <a:p>
            <a:pPr>
              <a:defRPr sz="1500"/>
            </a:pPr>
            <a:r>
              <a:t>if you want fast discovery and reuse, invest in metadata and teach people to search by description.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7" name="Shape 2217"/>
          <p:cNvSpPr>
            <a:spLocks noGrp="1" noRot="1" noChangeAspect="1"/>
          </p:cNvSpPr>
          <p:nvPr>
            <p:ph type="sldImg"/>
          </p:nvPr>
        </p:nvSpPr>
        <p:spPr>
          <a:prstGeom prst="rect">
            <a:avLst/>
          </a:prstGeom>
        </p:spPr>
        <p:txBody>
          <a:bodyPr/>
          <a:lstStyle/>
          <a:p>
            <a:endParaRPr/>
          </a:p>
        </p:txBody>
      </p:sp>
      <p:sp>
        <p:nvSpPr>
          <p:cNvPr id="2218" name="Shape 2218"/>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1" name="Shape 2221"/>
          <p:cNvSpPr>
            <a:spLocks noGrp="1" noRot="1" noChangeAspect="1"/>
          </p:cNvSpPr>
          <p:nvPr>
            <p:ph type="sldImg"/>
          </p:nvPr>
        </p:nvSpPr>
        <p:spPr>
          <a:prstGeom prst="rect">
            <a:avLst/>
          </a:prstGeom>
        </p:spPr>
        <p:txBody>
          <a:bodyPr/>
          <a:lstStyle/>
          <a:p>
            <a:endParaRPr/>
          </a:p>
        </p:txBody>
      </p:sp>
      <p:sp>
        <p:nvSpPr>
          <p:cNvPr id="2222" name="Shape 2222"/>
          <p:cNvSpPr>
            <a:spLocks noGrp="1"/>
          </p:cNvSpPr>
          <p:nvPr>
            <p:ph type="body" sz="quarter" idx="1"/>
          </p:nvPr>
        </p:nvSpPr>
        <p:spPr>
          <a:prstGeom prst="rect">
            <a:avLst/>
          </a:prstGeom>
        </p:spPr>
        <p:txBody>
          <a:bodyPr/>
          <a:lstStyle/>
          <a:p>
            <a:pPr>
              <a:defRPr sz="1500"/>
            </a:pPr>
            <a:r>
              <a:t>Next: productivity features.</a:t>
            </a:r>
          </a:p>
          <a:p>
            <a:pPr>
              <a:defRPr sz="1500"/>
            </a:pPr>
            <a:r>
              <a:t>This is the part where Assets View feels like a modern work app — not just a DAM interface.</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4" name="Shape 2234"/>
          <p:cNvSpPr>
            <a:spLocks noGrp="1" noRot="1" noChangeAspect="1"/>
          </p:cNvSpPr>
          <p:nvPr>
            <p:ph type="sldImg"/>
          </p:nvPr>
        </p:nvSpPr>
        <p:spPr>
          <a:prstGeom prst="rect">
            <a:avLst/>
          </a:prstGeom>
        </p:spPr>
        <p:txBody>
          <a:bodyPr/>
          <a:lstStyle/>
          <a:p>
            <a:endParaRPr/>
          </a:p>
        </p:txBody>
      </p:sp>
      <p:sp>
        <p:nvSpPr>
          <p:cNvPr id="2235" name="Shape 2235"/>
          <p:cNvSpPr>
            <a:spLocks noGrp="1"/>
          </p:cNvSpPr>
          <p:nvPr>
            <p:ph type="body" sz="quarter" idx="1"/>
          </p:nvPr>
        </p:nvSpPr>
        <p:spPr>
          <a:prstGeom prst="rect">
            <a:avLst/>
          </a:prstGeom>
        </p:spPr>
        <p:txBody>
          <a:bodyPr/>
          <a:lstStyle/>
          <a:p>
            <a:pPr>
              <a:defRPr sz="1500"/>
            </a:pPr>
            <a:r>
              <a:t>Quick Access is basically your “working set.”</a:t>
            </a:r>
          </a:p>
          <a:p>
            <a:pPr>
              <a:defRPr sz="1500"/>
            </a:pPr>
            <a:endParaRPr/>
          </a:p>
          <a:p>
            <a:pPr>
              <a:defRPr sz="1500"/>
            </a:pPr>
            <a:r>
              <a:t>You can pin assets, folders, and collections so they’re always one click away.</a:t>
            </a:r>
          </a:p>
          <a:p>
            <a:pPr>
              <a:defRPr sz="1500"/>
            </a:pPr>
            <a:endParaRPr/>
          </a:p>
          <a:p>
            <a:pPr>
              <a:defRPr sz="1500"/>
            </a:pPr>
            <a:r>
              <a:t>DESCRIBE SCREENSHOTS</a:t>
            </a:r>
          </a:p>
          <a:p>
            <a:pPr>
              <a:defRPr sz="1500"/>
            </a:pPr>
            <a:endParaRPr/>
          </a:p>
          <a:p>
            <a:pPr>
              <a:defRPr sz="1500"/>
            </a:pPr>
            <a:r>
              <a:t>Two things to clarify:</a:t>
            </a:r>
          </a:p>
          <a:p>
            <a:pPr>
              <a:defRPr sz="1500"/>
            </a:pPr>
            <a:endParaRPr/>
          </a:p>
          <a:p>
            <a:pPr>
              <a:defRPr sz="1500"/>
            </a:pPr>
            <a:r>
              <a:t>First, you can pin for yourself, and admins can pin for groups or the whole org — so it can also be used as lightweight “recommended places to work.”</a:t>
            </a:r>
          </a:p>
          <a:p>
            <a:pPr>
              <a:defRPr sz="1500"/>
            </a:pPr>
            <a:endParaRPr/>
          </a:p>
          <a:p>
            <a:pPr>
              <a:defRPr sz="1500"/>
            </a:pPr>
            <a:r>
              <a:t>Second, “Shared” here is not the same as “share a link.” It’s more like “visible to others in the organisation” depending on how it’s configured.</a:t>
            </a:r>
          </a:p>
          <a:p>
            <a:pPr>
              <a:defRPr sz="1500"/>
            </a:pPr>
            <a:endParaRPr/>
          </a:p>
          <a:p>
            <a:pPr>
              <a:defRPr sz="1500"/>
            </a:pPr>
            <a:r>
              <a:t>The real value is speed: people stop navigating the same folder paths every day.</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1" name="Shape 2251"/>
          <p:cNvSpPr>
            <a:spLocks noGrp="1" noRot="1" noChangeAspect="1"/>
          </p:cNvSpPr>
          <p:nvPr>
            <p:ph type="sldImg"/>
          </p:nvPr>
        </p:nvSpPr>
        <p:spPr>
          <a:prstGeom prst="rect">
            <a:avLst/>
          </a:prstGeom>
        </p:spPr>
        <p:txBody>
          <a:bodyPr/>
          <a:lstStyle/>
          <a:p>
            <a:endParaRPr/>
          </a:p>
        </p:txBody>
      </p:sp>
      <p:sp>
        <p:nvSpPr>
          <p:cNvPr id="2252" name="Shape 2252"/>
          <p:cNvSpPr>
            <a:spLocks noGrp="1"/>
          </p:cNvSpPr>
          <p:nvPr>
            <p:ph type="body" sz="quarter" idx="1"/>
          </p:nvPr>
        </p:nvSpPr>
        <p:spPr>
          <a:prstGeom prst="rect">
            <a:avLst/>
          </a:prstGeom>
        </p:spPr>
        <p:txBody>
          <a:bodyPr/>
          <a:lstStyle/>
          <a:p>
            <a:pPr>
              <a:defRPr sz="1500"/>
            </a:pPr>
            <a:r>
              <a:t>Notifications are integrated with Experience Cloud notifications, so they feel consistent across Adobe products.</a:t>
            </a:r>
          </a:p>
          <a:p>
            <a:pPr>
              <a:defRPr sz="1500"/>
            </a:pPr>
            <a:endParaRPr/>
          </a:p>
          <a:p>
            <a:pPr>
              <a:defRPr sz="1500"/>
            </a:pPr>
            <a:r>
              <a:t>The screenshot therefore shows the Experience Cloud notifications panel.  You can see that a notification from Assets is mixed with, in this case, notifications about AEM technical issues from the Cloud Manager tool.</a:t>
            </a:r>
          </a:p>
          <a:p>
            <a:pPr>
              <a:defRPr sz="1500"/>
            </a:pPr>
            <a:endParaRPr/>
          </a:p>
          <a:p>
            <a:pPr>
              <a:defRPr sz="1500"/>
            </a:pPr>
            <a:r>
              <a:t>The main concept in Assets View is “watching” items — you watch an asset or folder, and then you get notified about relevant changes.</a:t>
            </a:r>
          </a:p>
          <a:p>
            <a:pPr>
              <a:defRPr sz="1500"/>
            </a:pPr>
            <a:endParaRPr/>
          </a:p>
          <a:p>
            <a:pPr>
              <a:defRPr sz="1500"/>
            </a:pPr>
            <a:r>
              <a:t>And because notifications can route to in-app, email, or integrations, it’s flexible — but we’ll keep configuration simple today.</a:t>
            </a:r>
            <a:br/>
            <a:br/>
            <a:r>
              <a:t>Let’s see that in action in an exercise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2" name="Shape 2262"/>
          <p:cNvSpPr>
            <a:spLocks noGrp="1" noRot="1" noChangeAspect="1"/>
          </p:cNvSpPr>
          <p:nvPr>
            <p:ph type="sldImg"/>
          </p:nvPr>
        </p:nvSpPr>
        <p:spPr>
          <a:prstGeom prst="rect">
            <a:avLst/>
          </a:prstGeom>
        </p:spPr>
        <p:txBody>
          <a:bodyPr/>
          <a:lstStyle/>
          <a:p>
            <a:endParaRPr/>
          </a:p>
        </p:txBody>
      </p:sp>
      <p:sp>
        <p:nvSpPr>
          <p:cNvPr id="2263" name="Shape 2263"/>
          <p:cNvSpPr>
            <a:spLocks noGrp="1"/>
          </p:cNvSpPr>
          <p:nvPr>
            <p:ph type="body" sz="quarter" idx="1"/>
          </p:nvPr>
        </p:nvSpPr>
        <p:spPr>
          <a:prstGeom prst="rect">
            <a:avLst/>
          </a:prstGeom>
        </p:spPr>
        <p:txBody>
          <a:bodyPr/>
          <a:lstStyle/>
          <a:p>
            <a:pPr>
              <a:defRPr sz="1500"/>
            </a:pPr>
            <a:r>
              <a:t>Insights are lightweight analytics inside Assets View.</a:t>
            </a:r>
          </a:p>
          <a:p>
            <a:pPr>
              <a:defRPr sz="1500"/>
            </a:pPr>
            <a:endParaRPr/>
          </a:p>
          <a:p>
            <a:pPr>
              <a:defRPr sz="1500"/>
            </a:pPr>
            <a:r>
              <a:t>CLICK</a:t>
            </a:r>
          </a:p>
          <a:p>
            <a:pPr>
              <a:defRPr sz="1500"/>
            </a:pPr>
            <a:endParaRPr/>
          </a:p>
          <a:p>
            <a:pPr>
              <a:defRPr sz="1500"/>
            </a:pPr>
            <a:r>
              <a:t>Think of it as “operational visibility”: downloads, uploads, asset counts, and searches — enough to understand usage patterns without running a full reporting project.</a:t>
            </a:r>
          </a:p>
          <a:p>
            <a:pPr>
              <a:defRPr sz="1500"/>
            </a:pPr>
            <a:endParaRPr/>
          </a:p>
          <a:p>
            <a:pPr>
              <a:defRPr sz="1500"/>
            </a:pPr>
            <a:r>
              <a:t>Two key points</a:t>
            </a:r>
          </a:p>
          <a:p>
            <a:pPr>
              <a:defRPr sz="1500"/>
            </a:pPr>
            <a:endParaRPr/>
          </a:p>
          <a:p>
            <a:pPr>
              <a:defRPr sz="1500"/>
            </a:pPr>
            <a:r>
              <a:t>Insights are product-scoped — they don’t automatically unify interactions across Content Hub or external channels.</a:t>
            </a:r>
          </a:p>
          <a:p>
            <a:pPr>
              <a:defRPr sz="1500"/>
            </a:pPr>
            <a:endParaRPr/>
          </a:p>
          <a:p>
            <a:pPr>
              <a:defRPr sz="1500"/>
            </a:pPr>
            <a:r>
              <a:t>They don’t include everything that might happen through deep integrations.</a:t>
            </a:r>
          </a:p>
          <a:p>
            <a:pPr>
              <a:defRPr sz="1500"/>
            </a:pPr>
            <a:endParaRPr/>
          </a:p>
          <a:p>
            <a:pPr>
              <a:defRPr sz="1500"/>
            </a:pPr>
            <a:r>
              <a:t>So: useful for day-to-day understanding, not a replacement for enterprise BI.</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1" name="Shape 2271"/>
          <p:cNvSpPr>
            <a:spLocks noGrp="1" noRot="1" noChangeAspect="1"/>
          </p:cNvSpPr>
          <p:nvPr>
            <p:ph type="sldImg"/>
          </p:nvPr>
        </p:nvSpPr>
        <p:spPr>
          <a:prstGeom prst="rect">
            <a:avLst/>
          </a:prstGeom>
        </p:spPr>
        <p:txBody>
          <a:bodyPr/>
          <a:lstStyle/>
          <a:p>
            <a:endParaRPr/>
          </a:p>
        </p:txBody>
      </p:sp>
      <p:sp>
        <p:nvSpPr>
          <p:cNvPr id="2272" name="Shape 2272"/>
          <p:cNvSpPr>
            <a:spLocks noGrp="1"/>
          </p:cNvSpPr>
          <p:nvPr>
            <p:ph type="body" sz="quarter" idx="1"/>
          </p:nvPr>
        </p:nvSpPr>
        <p:spPr>
          <a:prstGeom prst="rect">
            <a:avLst/>
          </a:prstGeom>
        </p:spPr>
        <p:txBody>
          <a:bodyPr/>
          <a:lstStyle/>
          <a:p>
            <a:pPr>
              <a:defRPr sz="1500"/>
            </a:pPr>
            <a:r>
              <a:t>Reports are more “exportable” than insights.</a:t>
            </a:r>
          </a:p>
          <a:p>
            <a:pPr>
              <a:defRPr sz="1500"/>
            </a:pPr>
            <a:endParaRPr/>
          </a:p>
          <a:p>
            <a:pPr>
              <a:defRPr sz="1500"/>
            </a:pPr>
            <a:r>
              <a:t>You’ll usually use them when someone asks for a list, an audit, or a usage summary.</a:t>
            </a:r>
          </a:p>
          <a:p>
            <a:pPr>
              <a:defRPr sz="1500"/>
            </a:pPr>
            <a:endParaRPr/>
          </a:p>
          <a:p>
            <a:pPr>
              <a:defRPr sz="1500"/>
            </a:pPr>
            <a:r>
              <a:t>The Dynamic Media angle is important: Dynamic Media reporting can surface asset requests via DM URLs, which is often exactly what teams want when they’re trying to understand delivery usage.</a:t>
            </a:r>
          </a:p>
          <a:p>
            <a:pPr>
              <a:defRPr sz="1500"/>
            </a:pPr>
            <a:endParaRPr/>
          </a:p>
          <a:p>
            <a:pPr>
              <a:defRPr sz="1500"/>
            </a:pPr>
            <a:r>
              <a:t>Lets keep expectations realistic. Reports here are limited basic tools at present — not a full reporting platform.</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0" name="Shape 2280"/>
          <p:cNvSpPr>
            <a:spLocks noGrp="1" noRot="1" noChangeAspect="1"/>
          </p:cNvSpPr>
          <p:nvPr>
            <p:ph type="sldImg"/>
          </p:nvPr>
        </p:nvSpPr>
        <p:spPr>
          <a:prstGeom prst="rect">
            <a:avLst/>
          </a:prstGeom>
        </p:spPr>
        <p:txBody>
          <a:bodyPr/>
          <a:lstStyle/>
          <a:p>
            <a:endParaRPr/>
          </a:p>
        </p:txBody>
      </p:sp>
      <p:sp>
        <p:nvSpPr>
          <p:cNvPr id="2281" name="Shape 2281"/>
          <p:cNvSpPr>
            <a:spLocks noGrp="1"/>
          </p:cNvSpPr>
          <p:nvPr>
            <p:ph type="body" sz="quarter" idx="1"/>
          </p:nvPr>
        </p:nvSpPr>
        <p:spPr>
          <a:prstGeom prst="rect">
            <a:avLst/>
          </a:prstGeom>
        </p:spPr>
        <p:txBody>
          <a:bodyPr/>
          <a:lstStyle/>
          <a:p>
            <a:pPr>
              <a:defRPr sz="1500"/>
            </a:pPr>
            <a:r>
              <a:t>Collections are virtual folders — and they’re one of the best ways to work in a metadata-first model.</a:t>
            </a:r>
          </a:p>
          <a:p>
            <a:pPr>
              <a:defRPr sz="1500"/>
            </a:pPr>
            <a:endParaRPr/>
          </a:p>
          <a:p>
            <a:pPr>
              <a:defRPr sz="1500"/>
            </a:pPr>
            <a:r>
              <a:t>Instead of creating more and more folder structures, you create a collection that represents a purpose: “Campaign X”, “Approved hero images”, “Partner pack”, whatever.</a:t>
            </a:r>
          </a:p>
          <a:p>
            <a:pPr>
              <a:defRPr sz="1500"/>
            </a:pPr>
            <a:endParaRPr/>
          </a:p>
          <a:p>
            <a:pPr>
              <a:defRPr sz="1500" b="1"/>
            </a:pPr>
            <a:r>
              <a:t>Click</a:t>
            </a:r>
          </a:p>
          <a:p>
            <a:pPr>
              <a:defRPr sz="1500"/>
            </a:pPr>
            <a:endParaRPr/>
          </a:p>
          <a:p>
            <a:pPr>
              <a:defRPr sz="1500"/>
            </a:pPr>
            <a:r>
              <a:t>Collections can be public or private,.  Private collections have a permissions dialog where you can grant access to the collection.</a:t>
            </a:r>
          </a:p>
          <a:p>
            <a:pPr>
              <a:defRPr sz="1500"/>
            </a:pPr>
            <a:endParaRPr/>
          </a:p>
          <a:p>
            <a:pPr>
              <a:defRPr sz="1500" b="1"/>
            </a:pPr>
            <a:r>
              <a:t>Click</a:t>
            </a:r>
          </a:p>
          <a:p>
            <a:pPr>
              <a:defRPr sz="1500"/>
            </a:pPr>
            <a:endParaRPr/>
          </a:p>
          <a:p>
            <a:pPr>
              <a:defRPr sz="1500"/>
            </a:pPr>
            <a:r>
              <a:t>There are two type - manual and smart.  You select and manually add folders and assets to Manual Collections.  Smart collections we’ll come to in the next slide</a:t>
            </a:r>
          </a:p>
          <a:p>
            <a:pPr>
              <a:defRPr sz="1500"/>
            </a:pPr>
            <a:endParaRPr/>
          </a:p>
          <a:p>
            <a:pPr>
              <a:defRPr sz="1500" b="1"/>
            </a:pPr>
            <a:r>
              <a:t>Click</a:t>
            </a:r>
          </a:p>
          <a:p>
            <a:pPr>
              <a:defRPr sz="1500"/>
            </a:pPr>
            <a:endParaRPr/>
          </a:p>
          <a:p>
            <a:pPr>
              <a:defRPr sz="1500"/>
            </a:pPr>
            <a:r>
              <a:t>The collections are essentially the same as in the Admin View and they do show in both interfaces</a:t>
            </a:r>
          </a:p>
          <a:p>
            <a:pPr>
              <a:defRPr sz="1500"/>
            </a:pPr>
            <a:endParaRPr/>
          </a:p>
          <a:p>
            <a:pPr>
              <a:defRPr sz="1500"/>
            </a:pPr>
            <a:r>
              <a:t>The important point is: collections reduce the pressure to create “perfect folder structures” — because they let you group assets in multiple ways without moving them.</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8" name="Shape 2288"/>
          <p:cNvSpPr>
            <a:spLocks noGrp="1" noRot="1" noChangeAspect="1"/>
          </p:cNvSpPr>
          <p:nvPr>
            <p:ph type="sldImg"/>
          </p:nvPr>
        </p:nvSpPr>
        <p:spPr>
          <a:prstGeom prst="rect">
            <a:avLst/>
          </a:prstGeom>
        </p:spPr>
        <p:txBody>
          <a:bodyPr/>
          <a:lstStyle/>
          <a:p>
            <a:endParaRPr/>
          </a:p>
        </p:txBody>
      </p:sp>
      <p:sp>
        <p:nvSpPr>
          <p:cNvPr id="2289" name="Shape 2289"/>
          <p:cNvSpPr>
            <a:spLocks noGrp="1"/>
          </p:cNvSpPr>
          <p:nvPr>
            <p:ph type="body" sz="quarter" idx="1"/>
          </p:nvPr>
        </p:nvSpPr>
        <p:spPr>
          <a:prstGeom prst="rect">
            <a:avLst/>
          </a:prstGeom>
        </p:spPr>
        <p:txBody>
          <a:bodyPr/>
          <a:lstStyle/>
          <a:p>
            <a:pPr>
              <a:defRPr sz="1500"/>
            </a:pPr>
            <a:r>
              <a:t>Smart collections are where collections get really powerful.</a:t>
            </a:r>
          </a:p>
          <a:p>
            <a:pPr>
              <a:defRPr sz="1500"/>
            </a:pPr>
            <a:endParaRPr/>
          </a:p>
          <a:p>
            <a:pPr>
              <a:defRPr sz="1500"/>
            </a:pPr>
            <a:r>
              <a:t>You run a search, then save it as a smart collection — and it stays up to date automatically.</a:t>
            </a:r>
          </a:p>
          <a:p>
            <a:pPr>
              <a:defRPr sz="1500"/>
            </a:pPr>
            <a:endParaRPr/>
          </a:p>
          <a:p>
            <a:pPr>
              <a:defRPr sz="1500"/>
            </a:pPr>
            <a:r>
              <a:t>DESCRIBE SCREENSHOT</a:t>
            </a:r>
          </a:p>
          <a:p>
            <a:pPr>
              <a:defRPr sz="1500"/>
            </a:pPr>
            <a:endParaRPr/>
          </a:p>
          <a:p>
            <a:pPr>
              <a:defRPr sz="1500"/>
            </a:pPr>
            <a:r>
              <a:t>So instead of manually maintaining a list, the system maintains it for you based on criteria like tags, metadata fields, dates, or other filters.</a:t>
            </a:r>
          </a:p>
          <a:p>
            <a:pPr>
              <a:defRPr sz="1500"/>
            </a:pPr>
            <a:endParaRPr/>
          </a:p>
          <a:p>
            <a:pPr>
              <a:defRPr sz="1500"/>
            </a:pPr>
            <a:r>
              <a:t>The trick is: keep the rules understandable.</a:t>
            </a:r>
          </a:p>
          <a:p>
            <a:pPr>
              <a:defRPr sz="1500"/>
            </a:pPr>
            <a:endParaRPr/>
          </a:p>
          <a:p>
            <a:pPr>
              <a:defRPr sz="1500"/>
            </a:pPr>
            <a:r>
              <a:t>Smart collections that only one person understands become fragile.</a:t>
            </a:r>
          </a:p>
          <a:p>
            <a:pPr>
              <a:defRPr sz="1500"/>
            </a:pPr>
            <a:r>
              <a:t>Smart collections that match business language become durable.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9" name="Shape 2299"/>
          <p:cNvSpPr>
            <a:spLocks noGrp="1" noRot="1" noChangeAspect="1"/>
          </p:cNvSpPr>
          <p:nvPr>
            <p:ph type="sldImg"/>
          </p:nvPr>
        </p:nvSpPr>
        <p:spPr>
          <a:prstGeom prst="rect">
            <a:avLst/>
          </a:prstGeom>
        </p:spPr>
        <p:txBody>
          <a:bodyPr/>
          <a:lstStyle/>
          <a:p>
            <a:endParaRPr/>
          </a:p>
        </p:txBody>
      </p:sp>
      <p:sp>
        <p:nvSpPr>
          <p:cNvPr id="2300" name="Shape 2300"/>
          <p:cNvSpPr>
            <a:spLocks noGrp="1"/>
          </p:cNvSpPr>
          <p:nvPr>
            <p:ph type="body" sz="quarter" idx="1"/>
          </p:nvPr>
        </p:nvSpPr>
        <p:spPr>
          <a:prstGeom prst="rect">
            <a:avLst/>
          </a:prstGeom>
        </p:spPr>
        <p:txBody>
          <a:bodyPr/>
          <a:lstStyle/>
          <a:p>
            <a:r>
              <a:t>Link Share is a very practical feature: it gives time-limited anonymous access to assets or folders.</a:t>
            </a:r>
          </a:p>
          <a:p>
            <a:endParaRPr/>
          </a:p>
          <a:p>
            <a:r>
              <a:t>This is often used for external sharing: agencies, partners, internal stakeholders without direct access.</a:t>
            </a:r>
          </a:p>
          <a:p>
            <a:endParaRPr/>
          </a:p>
          <a:p>
            <a:r>
              <a:t>The key controls are:</a:t>
            </a:r>
          </a:p>
          <a:p>
            <a:endParaRPr/>
          </a:p>
          <a:p>
            <a:r>
              <a:t>time limitation</a:t>
            </a:r>
          </a:p>
          <a:p>
            <a:endParaRPr/>
          </a:p>
          <a:p>
            <a:r>
              <a:t>multi-select</a:t>
            </a:r>
          </a:p>
          <a:p>
            <a:endParaRPr/>
          </a:p>
          <a:p>
            <a:r>
              <a:t>and download methods (direct or via download inbox, a mechanism to allow processing of multiple assets, followed by download)</a:t>
            </a:r>
          </a:p>
          <a:p>
            <a:endParaRPr/>
          </a:p>
          <a:p>
            <a:r>
              <a:t>In enterprise contexts, link sharing needs governance — because it’s very easy to overshare if teams treat it casually. So we’ll understand the feature.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0" name="Shape 2310"/>
          <p:cNvSpPr>
            <a:spLocks noGrp="1" noRot="1" noChangeAspect="1"/>
          </p:cNvSpPr>
          <p:nvPr>
            <p:ph type="sldImg"/>
          </p:nvPr>
        </p:nvSpPr>
        <p:spPr>
          <a:prstGeom prst="rect">
            <a:avLst/>
          </a:prstGeom>
        </p:spPr>
        <p:txBody>
          <a:bodyPr/>
          <a:lstStyle/>
          <a:p>
            <a:endParaRPr/>
          </a:p>
        </p:txBody>
      </p:sp>
      <p:sp>
        <p:nvSpPr>
          <p:cNvPr id="2311" name="Shape 2311"/>
          <p:cNvSpPr>
            <a:spLocks noGrp="1"/>
          </p:cNvSpPr>
          <p:nvPr>
            <p:ph type="body" sz="quarter" idx="1"/>
          </p:nvPr>
        </p:nvSpPr>
        <p:spPr>
          <a:prstGeom prst="rect">
            <a:avLst/>
          </a:prstGeom>
        </p:spPr>
        <p:txBody>
          <a:bodyPr/>
          <a:lstStyle/>
          <a:p>
            <a:r>
              <a:t>This slide is basically: “there are more collaboration features, but we’re not covering them today.”</a:t>
            </a:r>
          </a:p>
          <a:p>
            <a:endParaRPr/>
          </a:p>
          <a:p>
            <a:r>
              <a:t>CLICK</a:t>
            </a:r>
          </a:p>
          <a:p>
            <a:endParaRPr/>
          </a:p>
          <a:p>
            <a:r>
              <a:t>Annotations can be useful, especially for lightweight collaborative work.  </a:t>
            </a:r>
          </a:p>
          <a:p>
            <a:br/>
            <a:r>
              <a:t>EXPLAIN SCREENSHOT</a:t>
            </a:r>
          </a:p>
          <a:p>
            <a:endParaRPr/>
          </a:p>
          <a:p>
            <a:r>
              <a:t>CLICK</a:t>
            </a:r>
          </a:p>
          <a:p>
            <a:endParaRPr/>
          </a:p>
          <a:p>
            <a:r>
              <a:t>Tasks allow you to assign a job to another user, so enabling simple project workflows. </a:t>
            </a:r>
          </a:p>
          <a:p>
            <a:endParaRPr/>
          </a:p>
          <a:p>
            <a:r>
              <a:t>The screenshot shows the creating of a task for Student 22 - reworking the sun to address the complaint that we saw in the annotations.</a:t>
            </a:r>
          </a:p>
          <a:p>
            <a:endParaRPr/>
          </a:p>
          <a:p>
            <a:r>
              <a:t>In a sophisticated enterprise DAM this is unlikely to be widely used, but for lightweight work in Assets Essentials, it may be useful.</a:t>
            </a:r>
          </a:p>
          <a:p>
            <a:endParaRPr/>
          </a:p>
          <a:p>
            <a:r>
              <a:t>CLICK</a:t>
            </a:r>
          </a:p>
          <a:p>
            <a:endParaRPr/>
          </a:p>
          <a:p>
            <a:r>
              <a:t>Relations are straightforward in Assets View and work the same way as in Admin View.   They are a mechanism for associating one asset with another.  A common example is the linking of an image to it’s source, as we see in the screenshot - the sprinter image has a relationship with the PSD source file.</a:t>
            </a:r>
          </a:p>
          <a:p>
            <a:endParaRPr/>
          </a:p>
          <a:p>
            <a:r>
              <a:t>CLICK</a:t>
            </a:r>
          </a:p>
          <a:p>
            <a:endParaRPr/>
          </a:p>
          <a:p>
            <a:r>
              <a:t>And finally, Creative Cloud integrations and Libraries are valuable and allow us to multiple Adobe Asset sources and solutions, but we’re leaving them out purely due to time. If you need that area, the right approach is: read the documentation and treat it as a separate enablement topic.</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6" name="Shape 2316"/>
          <p:cNvSpPr>
            <a:spLocks noGrp="1" noRot="1" noChangeAspect="1"/>
          </p:cNvSpPr>
          <p:nvPr>
            <p:ph type="sldImg"/>
          </p:nvPr>
        </p:nvSpPr>
        <p:spPr>
          <a:prstGeom prst="rect">
            <a:avLst/>
          </a:prstGeom>
        </p:spPr>
        <p:txBody>
          <a:bodyPr/>
          <a:lstStyle/>
          <a:p>
            <a:endParaRPr/>
          </a:p>
        </p:txBody>
      </p:sp>
      <p:sp>
        <p:nvSpPr>
          <p:cNvPr id="2317" name="Shape 2317"/>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 name="Shape 2324"/>
          <p:cNvSpPr>
            <a:spLocks noGrp="1" noRot="1" noChangeAspect="1"/>
          </p:cNvSpPr>
          <p:nvPr>
            <p:ph type="sldImg"/>
          </p:nvPr>
        </p:nvSpPr>
        <p:spPr>
          <a:prstGeom prst="rect">
            <a:avLst/>
          </a:prstGeom>
        </p:spPr>
        <p:txBody>
          <a:bodyPr/>
          <a:lstStyle/>
          <a:p>
            <a:endParaRPr/>
          </a:p>
        </p:txBody>
      </p:sp>
      <p:sp>
        <p:nvSpPr>
          <p:cNvPr id="2325" name="Shape 2325"/>
          <p:cNvSpPr>
            <a:spLocks noGrp="1"/>
          </p:cNvSpPr>
          <p:nvPr>
            <p:ph type="body" sz="quarter" idx="1"/>
          </p:nvPr>
        </p:nvSpPr>
        <p:spPr>
          <a:prstGeom prst="rect">
            <a:avLst/>
          </a:prstGeom>
        </p:spPr>
        <p:txBody>
          <a:bodyPr/>
          <a:lstStyle/>
          <a:p>
            <a:pPr>
              <a:defRPr sz="1500"/>
            </a:pPr>
            <a:r>
              <a:t>We will though cover something that is a great feature of Assets and fun to experiment with - a bit more visual and exciting!</a:t>
            </a:r>
            <a:br/>
            <a:br/>
            <a:r>
              <a:t>Dynamic Media Templates are a capability that has been available in Dynamic Media for some years but it is made accessible and much easier to use in Assets View.  </a:t>
            </a:r>
          </a:p>
          <a:p>
            <a:pPr>
              <a:defRPr sz="1500"/>
            </a:pPr>
            <a:endParaRPr/>
          </a:p>
          <a:p>
            <a:pPr>
              <a:defRPr sz="1500"/>
            </a:pPr>
            <a:r>
              <a:t>Templates allow organizations to scale creative output while maintaining brand consistency. A designer creates a master template once, linking certain elements—like text fields, colors, or image slots—to dynamic parameters.</a:t>
            </a:r>
          </a:p>
          <a:p>
            <a:pPr>
              <a:defRPr sz="1500"/>
            </a:pPr>
            <a:br/>
            <a:endParaRPr/>
          </a:p>
          <a:p>
            <a:pPr>
              <a:defRPr sz="1500"/>
            </a:pPr>
            <a:r>
              <a:t>Business users can then open the template in Assets View and generate their own on-brand variations. For example, a marketer can swap in new product shots, update a headline, or localize text for a region, all without touching Photoshop or Illustrator.</a:t>
            </a:r>
          </a:p>
          <a:p>
            <a:pPr>
              <a:defRPr sz="1500"/>
            </a:pPr>
            <a:br/>
            <a:endParaRPr/>
          </a:p>
          <a:p>
            <a:pPr>
              <a:defRPr sz="1500"/>
            </a:pPr>
            <a:r>
              <a:t>Because parameters are controlled in AEM, users can only edit what the designer intended. Fonts, layouts, and brand rules stay locked, so the output remains consistent while still supporting personalization and localization.</a:t>
            </a:r>
          </a:p>
          <a:p>
            <a:pPr>
              <a:defRPr sz="1500"/>
            </a:pPr>
            <a:br/>
            <a:endParaRPr/>
          </a:p>
          <a:p>
            <a:pPr>
              <a:defRPr sz="1500"/>
            </a:pPr>
            <a:r>
              <a:t>This dramatically reduces turnaround time for campaigns and ensures every asset variation stays on brand—at scale.</a:t>
            </a:r>
          </a:p>
          <a:p>
            <a:pPr>
              <a:defRPr sz="1500"/>
            </a:pPr>
            <a:br/>
            <a:endParaRPr/>
          </a:p>
          <a:p>
            <a:pPr>
              <a:defRPr sz="1500"/>
            </a:pPr>
            <a:r>
              <a:t>We won't go deeper in to templates today, and the takeaway for power users is just that the new feature is available in Assets View.</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3" name="Shape 2333"/>
          <p:cNvSpPr>
            <a:spLocks noGrp="1" noRot="1" noChangeAspect="1"/>
          </p:cNvSpPr>
          <p:nvPr>
            <p:ph type="sldImg"/>
          </p:nvPr>
        </p:nvSpPr>
        <p:spPr>
          <a:prstGeom prst="rect">
            <a:avLst/>
          </a:prstGeom>
        </p:spPr>
        <p:txBody>
          <a:bodyPr/>
          <a:lstStyle/>
          <a:p>
            <a:endParaRPr/>
          </a:p>
        </p:txBody>
      </p:sp>
      <p:sp>
        <p:nvSpPr>
          <p:cNvPr id="2334" name="Shape 2334"/>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1" name="Shape 2341"/>
          <p:cNvSpPr>
            <a:spLocks noGrp="1" noRot="1" noChangeAspect="1"/>
          </p:cNvSpPr>
          <p:nvPr>
            <p:ph type="sldImg"/>
          </p:nvPr>
        </p:nvSpPr>
        <p:spPr>
          <a:prstGeom prst="rect">
            <a:avLst/>
          </a:prstGeom>
        </p:spPr>
        <p:txBody>
          <a:bodyPr/>
          <a:lstStyle/>
          <a:p>
            <a:endParaRPr/>
          </a:p>
        </p:txBody>
      </p:sp>
      <p:sp>
        <p:nvSpPr>
          <p:cNvPr id="2342" name="Shape 2342"/>
          <p:cNvSpPr>
            <a:spLocks noGrp="1"/>
          </p:cNvSpPr>
          <p:nvPr>
            <p:ph type="body" sz="quarter" idx="1"/>
          </p:nvPr>
        </p:nvSpPr>
        <p:spPr>
          <a:prstGeom prst="rect">
            <a:avLst/>
          </a:prstGeom>
        </p:spPr>
        <p:txBody>
          <a:bodyPr/>
          <a:lstStyle/>
          <a:p>
            <a:pPr>
              <a:defRPr sz="1500"/>
            </a:pPr>
            <a:r>
              <a:t>So where is this strange mix of admin and assets view going? Well…</a:t>
            </a:r>
            <a:br/>
            <a:endParaRPr/>
          </a:p>
          <a:p>
            <a:pPr>
              <a:defRPr sz="1500" b="1"/>
            </a:pPr>
            <a:r>
              <a:t>Click</a:t>
            </a:r>
          </a:p>
          <a:p>
            <a:pPr>
              <a:defRPr sz="1500"/>
            </a:pPr>
            <a:endParaRPr/>
          </a:p>
          <a:p>
            <a:pPr>
              <a:defRPr sz="1500"/>
            </a:pPr>
            <a:r>
              <a:t>The future of assets is in Assets View, with ContentHub as the asset distribution portal.</a:t>
            </a:r>
          </a:p>
          <a:p>
            <a:pPr>
              <a:defRPr sz="1500"/>
            </a:pPr>
            <a:endParaRPr/>
          </a:p>
          <a:p>
            <a:pPr>
              <a:defRPr sz="1500" b="1"/>
            </a:pPr>
            <a:r>
              <a:t>Click</a:t>
            </a:r>
          </a:p>
          <a:p>
            <a:pPr>
              <a:defRPr sz="1500"/>
            </a:pPr>
            <a:endParaRPr/>
          </a:p>
          <a:p>
            <a:pPr>
              <a:defRPr sz="1500"/>
            </a:pPr>
            <a:r>
              <a:t>Where possible Adobe encourages customers to adopt Assets View for future-proofing.</a:t>
            </a:r>
          </a:p>
          <a:p>
            <a:pPr>
              <a:defRPr sz="1500"/>
            </a:pPr>
            <a:endParaRPr/>
          </a:p>
          <a:p>
            <a:pPr>
              <a:defRPr sz="1500" b="1"/>
            </a:pPr>
            <a:r>
              <a:t>Click</a:t>
            </a:r>
          </a:p>
          <a:p>
            <a:pPr>
              <a:defRPr sz="1500"/>
            </a:pPr>
            <a:endParaRPr/>
          </a:p>
          <a:p>
            <a:pPr>
              <a:defRPr sz="1500"/>
            </a:pPr>
            <a:r>
              <a:t>New features and innovations — such as natural language search, and the sophisticated  </a:t>
            </a:r>
            <a:r>
              <a:rPr i="1"/>
              <a:t>_Dynamic Media Template_ </a:t>
            </a:r>
            <a:r>
              <a:t>editor — are launching exclusively in Assets View. Also admin and configuration features will be added to Assets View as we move towards feature parity.</a:t>
            </a:r>
            <a:br/>
            <a:br/>
            <a:r>
              <a:rPr b="1"/>
              <a:t>Click</a:t>
            </a:r>
          </a:p>
          <a:p>
            <a:pPr>
              <a:defRPr sz="1500"/>
            </a:pPr>
            <a:endParaRPr b="1"/>
          </a:p>
          <a:p>
            <a:pPr>
              <a:defRPr sz="1500"/>
            </a:pPr>
            <a:r>
              <a:t>Despite that, for the time being Admin View (Touch UI) is still essential and continues to be supported. There is no end of life date.</a:t>
            </a:r>
            <a:br/>
            <a:endParaRPr/>
          </a:p>
          <a:p>
            <a:pPr>
              <a:defRPr sz="1500"/>
            </a:pPr>
            <a:endParaRPr/>
          </a:p>
          <a:p>
            <a:pPr>
              <a:defRPr sz="1500"/>
            </a:pPr>
            <a:endParaRPr/>
          </a:p>
          <a:p>
            <a:pPr>
              <a:defRPr sz="1500"/>
            </a:pPr>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6" name="Shape 2346"/>
          <p:cNvSpPr>
            <a:spLocks noGrp="1" noRot="1" noChangeAspect="1"/>
          </p:cNvSpPr>
          <p:nvPr>
            <p:ph type="sldImg"/>
          </p:nvPr>
        </p:nvSpPr>
        <p:spPr>
          <a:prstGeom prst="rect">
            <a:avLst/>
          </a:prstGeom>
        </p:spPr>
        <p:txBody>
          <a:bodyPr/>
          <a:lstStyle/>
          <a:p>
            <a:endParaRPr/>
          </a:p>
        </p:txBody>
      </p:sp>
      <p:sp>
        <p:nvSpPr>
          <p:cNvPr id="2347" name="Shape 2347"/>
          <p:cNvSpPr>
            <a:spLocks noGrp="1"/>
          </p:cNvSpPr>
          <p:nvPr>
            <p:ph type="body" sz="quarter" idx="1"/>
          </p:nvPr>
        </p:nvSpPr>
        <p:spPr>
          <a:prstGeom prst="rect">
            <a:avLst/>
          </a:prstGeom>
        </p:spPr>
        <p:txBody>
          <a:bodyPr/>
          <a:lstStyle/>
          <a:p>
            <a:pPr>
              <a:defRPr sz="1500"/>
            </a:pPr>
            <a:r>
              <a:t>Assets View:</a:t>
            </a:r>
          </a:p>
          <a:p>
            <a:pPr>
              <a:defRPr sz="1500"/>
            </a:pPr>
            <a:endParaRPr/>
          </a:p>
          <a:p>
            <a:pPr>
              <a:defRPr sz="1500"/>
            </a:pPr>
            <a:r>
              <a:t>CLICK</a:t>
            </a:r>
          </a:p>
          <a:p>
            <a:pPr>
              <a:defRPr sz="1500"/>
            </a:pPr>
            <a:endParaRPr/>
          </a:p>
          <a:p>
            <a:pPr>
              <a:defRPr sz="1500"/>
            </a:pPr>
            <a:r>
              <a:t> Is evolving rapidly</a:t>
            </a:r>
          </a:p>
          <a:p>
            <a:pPr>
              <a:defRPr sz="1500"/>
            </a:pPr>
            <a:endParaRPr/>
          </a:p>
          <a:p>
            <a:pPr>
              <a:defRPr sz="1500"/>
            </a:pPr>
            <a:r>
              <a:t>CLICK</a:t>
            </a:r>
          </a:p>
          <a:p>
            <a:pPr>
              <a:defRPr sz="1500"/>
            </a:pPr>
            <a:endParaRPr/>
          </a:p>
          <a:p>
            <a:pPr>
              <a:defRPr sz="1500"/>
            </a:pPr>
            <a:r>
              <a:t>promotes metadata/search-first design, including AI search features</a:t>
            </a:r>
          </a:p>
          <a:p>
            <a:pPr>
              <a:defRPr sz="1500"/>
            </a:pPr>
            <a:endParaRPr/>
          </a:p>
          <a:p>
            <a:pPr>
              <a:defRPr sz="1500"/>
            </a:pPr>
            <a:r>
              <a:t>CLICK</a:t>
            </a:r>
          </a:p>
          <a:p>
            <a:pPr>
              <a:defRPr sz="1500"/>
            </a:pPr>
            <a:endParaRPr/>
          </a:p>
          <a:p>
            <a:pPr>
              <a:defRPr sz="1500"/>
            </a:pPr>
            <a:r>
              <a:t>focuses on usability, speed, productivity and convenience for non-administrative tasks</a:t>
            </a:r>
          </a:p>
          <a:p>
            <a:pPr>
              <a:defRPr sz="1500"/>
            </a:pPr>
            <a:endParaRPr/>
          </a:p>
          <a:p>
            <a:pPr>
              <a:defRPr sz="1500"/>
            </a:pPr>
            <a:r>
              <a:t>CLICK</a:t>
            </a:r>
          </a:p>
          <a:p>
            <a:pPr>
              <a:defRPr sz="1500"/>
            </a:pPr>
            <a:endParaRPr/>
          </a:p>
          <a:p>
            <a:pPr>
              <a:defRPr sz="1500"/>
            </a:pPr>
            <a:r>
              <a:t>Accesses the same underlying AEM repository as Admin view</a:t>
            </a:r>
          </a:p>
          <a:p>
            <a:pPr>
              <a:defRPr sz="1500"/>
            </a:pPr>
            <a:endParaRPr/>
          </a:p>
          <a:p>
            <a:pPr>
              <a:defRPr sz="1500"/>
            </a:pPr>
            <a:r>
              <a:t>CLICK</a:t>
            </a:r>
          </a:p>
          <a:p>
            <a:pPr>
              <a:defRPr sz="1500"/>
            </a:pPr>
            <a:endParaRPr/>
          </a:p>
          <a:p>
            <a:pPr>
              <a:defRPr sz="1500"/>
            </a:pPr>
            <a:r>
              <a:t>is generally less customisable than Admin View</a:t>
            </a:r>
          </a:p>
          <a:p>
            <a:pPr>
              <a:defRPr sz="1500"/>
            </a:pPr>
            <a:endParaRPr/>
          </a:p>
          <a:p>
            <a:pPr>
              <a:defRPr sz="1500"/>
            </a:pPr>
            <a:r>
              <a:t>CLICK</a:t>
            </a:r>
          </a:p>
          <a:p>
            <a:pPr>
              <a:defRPr sz="1500"/>
            </a:pPr>
            <a:endParaRPr/>
          </a:p>
          <a:p>
            <a:pPr>
              <a:defRPr sz="1500"/>
            </a:pPr>
            <a:r>
              <a:t>has the same UI as Assets Essentials, but is part of a full Enterprise DAM system</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2" name="Shape 2352"/>
          <p:cNvSpPr>
            <a:spLocks noGrp="1" noRot="1" noChangeAspect="1"/>
          </p:cNvSpPr>
          <p:nvPr>
            <p:ph type="sldImg"/>
          </p:nvPr>
        </p:nvSpPr>
        <p:spPr>
          <a:prstGeom prst="rect">
            <a:avLst/>
          </a:prstGeom>
        </p:spPr>
        <p:txBody>
          <a:bodyPr/>
          <a:lstStyle/>
          <a:p>
            <a:endParaRPr/>
          </a:p>
        </p:txBody>
      </p:sp>
      <p:sp>
        <p:nvSpPr>
          <p:cNvPr id="2353" name="Shape 2353"/>
          <p:cNvSpPr>
            <a:spLocks noGrp="1"/>
          </p:cNvSpPr>
          <p:nvPr>
            <p:ph type="body" sz="quarter" idx="1"/>
          </p:nvPr>
        </p:nvSpPr>
        <p:spPr>
          <a:prstGeom prst="rect">
            <a:avLst/>
          </a:prstGeom>
        </p:spPr>
        <p:txBody>
          <a:bodyPr/>
          <a:lstStyle/>
          <a:p>
            <a:pPr>
              <a:defRPr b="1">
                <a:latin typeface="Adobe Clean"/>
                <a:ea typeface="Adobe Clean"/>
                <a:cs typeface="Adobe Clean"/>
                <a:sym typeface="Adobe Clean"/>
              </a:defRPr>
            </a:pPr>
            <a:r>
              <a:t>TALK</a:t>
            </a:r>
          </a:p>
          <a:p>
            <a:pPr marL="181240" indent="-181240">
              <a:buSzPct val="100000"/>
              <a:buFont typeface="Symbol"/>
              <a:buChar char="·"/>
              <a:defRPr>
                <a:latin typeface="Adobe Clean"/>
                <a:ea typeface="Adobe Clean"/>
                <a:cs typeface="Adobe Clean"/>
                <a:sym typeface="Adobe Clean"/>
              </a:defRPr>
            </a:pPr>
            <a:r>
              <a:t>Any final questions?</a:t>
            </a:r>
          </a:p>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
    <p:bg>
      <p:bgPr>
        <a:solidFill>
          <a:schemeClr val="accent6"/>
        </a:solidFill>
        <a:effectLst/>
      </p:bgPr>
    </p:bg>
    <p:spTree>
      <p:nvGrpSpPr>
        <p:cNvPr id="1" name=""/>
        <p:cNvGrpSpPr/>
        <p:nvPr/>
      </p:nvGrpSpPr>
      <p:grpSpPr>
        <a:xfrm>
          <a:off x="0" y="0"/>
          <a:ext cx="0" cy="0"/>
          <a:chOff x="0" y="0"/>
          <a:chExt cx="0" cy="0"/>
        </a:xfrm>
      </p:grpSpPr>
      <p:sp>
        <p:nvSpPr>
          <p:cNvPr id="12" name="Title Text"/>
          <p:cNvSpPr txBox="1">
            <a:spLocks noGrp="1"/>
          </p:cNvSpPr>
          <p:nvPr>
            <p:ph type="title"/>
          </p:nvPr>
        </p:nvSpPr>
        <p:spPr>
          <a:xfrm>
            <a:off x="609600" y="1122362"/>
            <a:ext cx="10972800" cy="2387601"/>
          </a:xfrm>
          <a:prstGeom prst="rect">
            <a:avLst/>
          </a:prstGeom>
        </p:spPr>
        <p:txBody>
          <a:bodyPr anchor="b"/>
          <a:lstStyle>
            <a:lvl1pPr>
              <a:defRPr sz="7700" b="1" spc="-120">
                <a:solidFill>
                  <a:srgbClr val="FFFFFF"/>
                </a:solidFill>
              </a:defRPr>
            </a:lvl1pPr>
          </a:lstStyle>
          <a:p>
            <a:r>
              <a:t>Title Text</a:t>
            </a:r>
          </a:p>
        </p:txBody>
      </p:sp>
      <p:sp>
        <p:nvSpPr>
          <p:cNvPr id="13" name="Body Level One…"/>
          <p:cNvSpPr txBox="1">
            <a:spLocks noGrp="1"/>
          </p:cNvSpPr>
          <p:nvPr>
            <p:ph type="body" sz="half" idx="1"/>
          </p:nvPr>
        </p:nvSpPr>
        <p:spPr>
          <a:xfrm>
            <a:off x="609600" y="3602037"/>
            <a:ext cx="10972800" cy="1655763"/>
          </a:xfrm>
          <a:prstGeom prst="rect">
            <a:avLst/>
          </a:prstGeom>
        </p:spPr>
        <p:txBody>
          <a:bodyPr>
            <a:normAutofit/>
          </a:bodyPr>
          <a:lstStyle>
            <a:lvl1pPr>
              <a:buFontTx/>
              <a:defRPr sz="2400">
                <a:solidFill>
                  <a:srgbClr val="FFFFFF"/>
                </a:solidFill>
              </a:defRPr>
            </a:lvl1pPr>
            <a:lvl2pPr indent="457200">
              <a:buFontTx/>
              <a:defRPr sz="2400">
                <a:solidFill>
                  <a:srgbClr val="FFFFFF"/>
                </a:solidFill>
              </a:defRPr>
            </a:lvl2pPr>
            <a:lvl3pPr indent="914400">
              <a:buFontTx/>
              <a:defRPr sz="2400">
                <a:solidFill>
                  <a:srgbClr val="FFFFFF"/>
                </a:solidFill>
              </a:defRPr>
            </a:lvl3pPr>
            <a:lvl4pPr indent="1371600">
              <a:buFontTx/>
              <a:defRPr sz="2400">
                <a:solidFill>
                  <a:srgbClr val="FFFFFF"/>
                </a:solidFill>
              </a:defRPr>
            </a:lvl4pPr>
            <a:lvl5pPr indent="1828800">
              <a:buFontTx/>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pic>
        <p:nvPicPr>
          <p:cNvPr id="14" name="Picture 3" descr="Picture 3"/>
          <p:cNvPicPr>
            <a:picLocks noChangeAspect="1"/>
          </p:cNvPicPr>
          <p:nvPr/>
        </p:nvPicPr>
        <p:blipFill>
          <a:blip r:embed="rId2"/>
          <a:stretch>
            <a:fillRect/>
          </a:stretch>
        </p:blipFill>
        <p:spPr>
          <a:xfrm>
            <a:off x="619000" y="5997507"/>
            <a:ext cx="1316737" cy="318212"/>
          </a:xfrm>
          <a:prstGeom prst="rect">
            <a:avLst/>
          </a:prstGeom>
          <a:ln w="12700">
            <a:miter lim="400000"/>
          </a:ln>
        </p:spPr>
      </p:pic>
      <p:sp>
        <p:nvSpPr>
          <p:cNvPr id="1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Slide - Ligh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609600" y="1122362"/>
            <a:ext cx="10972800" cy="2387601"/>
          </a:xfrm>
          <a:prstGeom prst="rect">
            <a:avLst/>
          </a:prstGeom>
        </p:spPr>
        <p:txBody>
          <a:bodyPr anchor="b"/>
          <a:lstStyle>
            <a:lvl1pPr>
              <a:defRPr sz="7700" b="1" spc="-120"/>
            </a:lvl1pPr>
          </a:lstStyle>
          <a:p>
            <a:r>
              <a:t>Title Text</a:t>
            </a:r>
          </a:p>
        </p:txBody>
      </p:sp>
      <p:sp>
        <p:nvSpPr>
          <p:cNvPr id="23" name="Body Level One…"/>
          <p:cNvSpPr txBox="1">
            <a:spLocks noGrp="1"/>
          </p:cNvSpPr>
          <p:nvPr>
            <p:ph type="body" sz="half" idx="1"/>
          </p:nvPr>
        </p:nvSpPr>
        <p:spPr>
          <a:xfrm>
            <a:off x="609600" y="3602037"/>
            <a:ext cx="10972800" cy="1655763"/>
          </a:xfrm>
          <a:prstGeom prst="rect">
            <a:avLst/>
          </a:prstGeom>
        </p:spPr>
        <p:txBody>
          <a:bodyPr>
            <a:normAutofit/>
          </a:bodyPr>
          <a:lstStyle>
            <a:lvl1pPr>
              <a:buFontTx/>
              <a:defRPr sz="2400"/>
            </a:lvl1pPr>
            <a:lvl2pPr indent="457200">
              <a:buFontTx/>
              <a:defRPr sz="2400"/>
            </a:lvl2pPr>
            <a:lvl3pPr indent="914400">
              <a:buFontTx/>
              <a:defRPr sz="2400"/>
            </a:lvl3pPr>
            <a:lvl4pPr indent="1371600">
              <a:buFontTx/>
              <a:defRPr sz="2400"/>
            </a:lvl4pPr>
            <a:lvl5pPr indent="1828800">
              <a:buFontTx/>
              <a:defRPr sz="2400"/>
            </a:lvl5pPr>
          </a:lstStyle>
          <a:p>
            <a:r>
              <a:t>Body Level One</a:t>
            </a:r>
          </a:p>
          <a:p>
            <a:pPr lvl="1"/>
            <a:r>
              <a:t>Body Level Two</a:t>
            </a:r>
          </a:p>
          <a:p>
            <a:pPr lvl="2"/>
            <a:r>
              <a:t>Body Level Three</a:t>
            </a:r>
          </a:p>
          <a:p>
            <a:pPr lvl="3"/>
            <a:r>
              <a:t>Body Level Four</a:t>
            </a:r>
          </a:p>
          <a:p>
            <a:pPr lvl="4"/>
            <a:r>
              <a:t>Body Level Five</a:t>
            </a:r>
          </a:p>
        </p:txBody>
      </p:sp>
      <p:pic>
        <p:nvPicPr>
          <p:cNvPr id="24" name="Picture 4" descr="Picture 4"/>
          <p:cNvPicPr>
            <a:picLocks noChangeAspect="1"/>
          </p:cNvPicPr>
          <p:nvPr/>
        </p:nvPicPr>
        <p:blipFill>
          <a:blip r:embed="rId2"/>
          <a:stretch>
            <a:fillRect/>
          </a:stretch>
        </p:blipFill>
        <p:spPr>
          <a:xfrm>
            <a:off x="617027" y="6003485"/>
            <a:ext cx="1316737" cy="318213"/>
          </a:xfrm>
          <a:prstGeom prst="rect">
            <a:avLst/>
          </a:prstGeom>
          <a:ln w="12700">
            <a:miter lim="400000"/>
          </a:ln>
        </p:spPr>
      </p:pic>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Slide - Dark">
    <p:bg>
      <p:bgPr>
        <a:solidFill>
          <a:srgbClr val="000000"/>
        </a:solidFill>
        <a:effectLst/>
      </p:bgPr>
    </p:bg>
    <p:spTree>
      <p:nvGrpSpPr>
        <p:cNvPr id="1" name=""/>
        <p:cNvGrpSpPr/>
        <p:nvPr/>
      </p:nvGrpSpPr>
      <p:grpSpPr>
        <a:xfrm>
          <a:off x="0" y="0"/>
          <a:ext cx="0" cy="0"/>
          <a:chOff x="0" y="0"/>
          <a:chExt cx="0" cy="0"/>
        </a:xfrm>
      </p:grpSpPr>
      <p:sp>
        <p:nvSpPr>
          <p:cNvPr id="32" name="Title Text"/>
          <p:cNvSpPr txBox="1">
            <a:spLocks noGrp="1"/>
          </p:cNvSpPr>
          <p:nvPr>
            <p:ph type="title"/>
          </p:nvPr>
        </p:nvSpPr>
        <p:spPr>
          <a:xfrm>
            <a:off x="609600" y="1122362"/>
            <a:ext cx="10972800" cy="2387601"/>
          </a:xfrm>
          <a:prstGeom prst="rect">
            <a:avLst/>
          </a:prstGeom>
        </p:spPr>
        <p:txBody>
          <a:bodyPr anchor="b"/>
          <a:lstStyle>
            <a:lvl1pPr>
              <a:defRPr sz="7700" b="1" spc="-120">
                <a:solidFill>
                  <a:srgbClr val="FFFFFF"/>
                </a:solidFill>
              </a:defRPr>
            </a:lvl1pPr>
          </a:lstStyle>
          <a:p>
            <a:r>
              <a:t>Title Text</a:t>
            </a:r>
          </a:p>
        </p:txBody>
      </p:sp>
      <p:sp>
        <p:nvSpPr>
          <p:cNvPr id="33" name="Body Level One…"/>
          <p:cNvSpPr txBox="1">
            <a:spLocks noGrp="1"/>
          </p:cNvSpPr>
          <p:nvPr>
            <p:ph type="body" sz="half" idx="1"/>
          </p:nvPr>
        </p:nvSpPr>
        <p:spPr>
          <a:xfrm>
            <a:off x="609600" y="3602037"/>
            <a:ext cx="10972800" cy="1655763"/>
          </a:xfrm>
          <a:prstGeom prst="rect">
            <a:avLst/>
          </a:prstGeom>
        </p:spPr>
        <p:txBody>
          <a:bodyPr>
            <a:normAutofit/>
          </a:bodyPr>
          <a:lstStyle>
            <a:lvl1pPr>
              <a:buFontTx/>
              <a:defRPr sz="2400">
                <a:solidFill>
                  <a:srgbClr val="FFFFFF"/>
                </a:solidFill>
              </a:defRPr>
            </a:lvl1pPr>
            <a:lvl2pPr indent="457200">
              <a:buFontTx/>
              <a:defRPr sz="2400">
                <a:solidFill>
                  <a:srgbClr val="FFFFFF"/>
                </a:solidFill>
              </a:defRPr>
            </a:lvl2pPr>
            <a:lvl3pPr indent="914400">
              <a:buFontTx/>
              <a:defRPr sz="2400">
                <a:solidFill>
                  <a:srgbClr val="FFFFFF"/>
                </a:solidFill>
              </a:defRPr>
            </a:lvl3pPr>
            <a:lvl4pPr indent="1371600">
              <a:buFontTx/>
              <a:defRPr sz="2400">
                <a:solidFill>
                  <a:srgbClr val="FFFFFF"/>
                </a:solidFill>
              </a:defRPr>
            </a:lvl4pPr>
            <a:lvl5pPr indent="1828800">
              <a:buFontTx/>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pic>
        <p:nvPicPr>
          <p:cNvPr id="34" name="Picture 4" descr="Picture 4"/>
          <p:cNvPicPr>
            <a:picLocks noChangeAspect="1"/>
          </p:cNvPicPr>
          <p:nvPr/>
        </p:nvPicPr>
        <p:blipFill>
          <a:blip r:embed="rId2"/>
          <a:stretch>
            <a:fillRect/>
          </a:stretch>
        </p:blipFill>
        <p:spPr>
          <a:xfrm>
            <a:off x="617027" y="6003485"/>
            <a:ext cx="1316737" cy="318213"/>
          </a:xfrm>
          <a:prstGeom prst="rect">
            <a:avLst/>
          </a:prstGeom>
          <a:ln w="12700">
            <a:miter lim="400000"/>
          </a:ln>
        </p:spPr>
      </p:pic>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Slide with Image - Light">
    <p:spTree>
      <p:nvGrpSpPr>
        <p:cNvPr id="1" name=""/>
        <p:cNvGrpSpPr/>
        <p:nvPr/>
      </p:nvGrpSpPr>
      <p:grpSpPr>
        <a:xfrm>
          <a:off x="0" y="0"/>
          <a:ext cx="0" cy="0"/>
          <a:chOff x="0" y="0"/>
          <a:chExt cx="0" cy="0"/>
        </a:xfrm>
      </p:grpSpPr>
      <p:sp>
        <p:nvSpPr>
          <p:cNvPr id="42" name="Title Text"/>
          <p:cNvSpPr txBox="1">
            <a:spLocks noGrp="1"/>
          </p:cNvSpPr>
          <p:nvPr>
            <p:ph type="title"/>
          </p:nvPr>
        </p:nvSpPr>
        <p:spPr>
          <a:xfrm>
            <a:off x="609598" y="426061"/>
            <a:ext cx="5334003" cy="2387601"/>
          </a:xfrm>
          <a:prstGeom prst="rect">
            <a:avLst/>
          </a:prstGeom>
        </p:spPr>
        <p:txBody>
          <a:bodyPr anchor="b"/>
          <a:lstStyle>
            <a:lvl1pPr>
              <a:defRPr sz="5400" b="1" spc="-120"/>
            </a:lvl1pPr>
          </a:lstStyle>
          <a:p>
            <a:r>
              <a:t>Title Text</a:t>
            </a:r>
          </a:p>
        </p:txBody>
      </p:sp>
      <p:sp>
        <p:nvSpPr>
          <p:cNvPr id="43" name="Body Level One…"/>
          <p:cNvSpPr txBox="1">
            <a:spLocks noGrp="1"/>
          </p:cNvSpPr>
          <p:nvPr>
            <p:ph type="body" sz="quarter" idx="1"/>
          </p:nvPr>
        </p:nvSpPr>
        <p:spPr>
          <a:xfrm>
            <a:off x="609598" y="3012925"/>
            <a:ext cx="5334003" cy="1655763"/>
          </a:xfrm>
          <a:prstGeom prst="rect">
            <a:avLst/>
          </a:prstGeom>
        </p:spPr>
        <p:txBody>
          <a:bodyPr>
            <a:normAutofit/>
          </a:bodyPr>
          <a:lstStyle>
            <a:lvl1pPr>
              <a:buFontTx/>
              <a:defRPr sz="2400"/>
            </a:lvl1pPr>
            <a:lvl2pPr indent="457200">
              <a:buFontTx/>
              <a:defRPr sz="2400"/>
            </a:lvl2pPr>
            <a:lvl3pPr indent="914400">
              <a:buFontTx/>
              <a:defRPr sz="2400"/>
            </a:lvl3pPr>
            <a:lvl4pPr indent="1371600">
              <a:buFontTx/>
              <a:defRPr sz="2400"/>
            </a:lvl4pPr>
            <a:lvl5pPr indent="1828800">
              <a:buFontTx/>
              <a:defRPr sz="2400"/>
            </a:lvl5pPr>
          </a:lstStyle>
          <a:p>
            <a:r>
              <a:t>Body Level One</a:t>
            </a:r>
          </a:p>
          <a:p>
            <a:pPr lvl="1"/>
            <a:r>
              <a:t>Body Level Two</a:t>
            </a:r>
          </a:p>
          <a:p>
            <a:pPr lvl="2"/>
            <a:r>
              <a:t>Body Level Three</a:t>
            </a:r>
          </a:p>
          <a:p>
            <a:pPr lvl="3"/>
            <a:r>
              <a:t>Body Level Four</a:t>
            </a:r>
          </a:p>
          <a:p>
            <a:pPr lvl="4"/>
            <a:r>
              <a:t>Body Level Five</a:t>
            </a:r>
          </a:p>
        </p:txBody>
      </p:sp>
      <p:sp>
        <p:nvSpPr>
          <p:cNvPr id="44" name="Picture Placeholder 7"/>
          <p:cNvSpPr>
            <a:spLocks noGrp="1"/>
          </p:cNvSpPr>
          <p:nvPr>
            <p:ph type="pic" idx="21"/>
          </p:nvPr>
        </p:nvSpPr>
        <p:spPr>
          <a:xfrm>
            <a:off x="6096000" y="0"/>
            <a:ext cx="6096000" cy="6858000"/>
          </a:xfrm>
          <a:prstGeom prst="rect">
            <a:avLst/>
          </a:prstGeom>
        </p:spPr>
        <p:txBody>
          <a:bodyPr lIns="91439" tIns="45719" rIns="91439" bIns="45719"/>
          <a:lstStyle/>
          <a:p>
            <a:endParaRPr/>
          </a:p>
        </p:txBody>
      </p:sp>
      <p:pic>
        <p:nvPicPr>
          <p:cNvPr id="45" name="Picture 4" descr="Picture 4"/>
          <p:cNvPicPr>
            <a:picLocks noChangeAspect="1"/>
          </p:cNvPicPr>
          <p:nvPr/>
        </p:nvPicPr>
        <p:blipFill>
          <a:blip r:embed="rId2"/>
          <a:stretch>
            <a:fillRect/>
          </a:stretch>
        </p:blipFill>
        <p:spPr>
          <a:xfrm>
            <a:off x="617027" y="6003485"/>
            <a:ext cx="1316737" cy="318213"/>
          </a:xfrm>
          <a:prstGeom prst="rect">
            <a:avLst/>
          </a:prstGeom>
          <a:ln w="12700">
            <a:miter lim="400000"/>
          </a:ln>
        </p:spPr>
      </p:pic>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Section Divider">
    <p:spTree>
      <p:nvGrpSpPr>
        <p:cNvPr id="1" name=""/>
        <p:cNvGrpSpPr/>
        <p:nvPr/>
      </p:nvGrpSpPr>
      <p:grpSpPr>
        <a:xfrm>
          <a:off x="0" y="0"/>
          <a:ext cx="0" cy="0"/>
          <a:chOff x="0" y="0"/>
          <a:chExt cx="0" cy="0"/>
        </a:xfrm>
      </p:grpSpPr>
      <p:sp>
        <p:nvSpPr>
          <p:cNvPr id="53" name="Title Text"/>
          <p:cNvSpPr txBox="1">
            <a:spLocks noGrp="1"/>
          </p:cNvSpPr>
          <p:nvPr>
            <p:ph type="title"/>
          </p:nvPr>
        </p:nvSpPr>
        <p:spPr>
          <a:prstGeom prst="rect">
            <a:avLst/>
          </a:prstGeom>
        </p:spPr>
        <p:txBody>
          <a:bodyPr/>
          <a:lstStyle/>
          <a:p>
            <a:r>
              <a:t>Title Text</a:t>
            </a:r>
          </a:p>
        </p:txBody>
      </p:sp>
      <p:sp>
        <p:nvSpPr>
          <p:cNvPr id="5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White - Bottom Graphic">
    <p:spTree>
      <p:nvGrpSpPr>
        <p:cNvPr id="1" name=""/>
        <p:cNvGrpSpPr/>
        <p:nvPr/>
      </p:nvGrpSpPr>
      <p:grpSpPr>
        <a:xfrm>
          <a:off x="0" y="0"/>
          <a:ext cx="0" cy="0"/>
          <a:chOff x="0" y="0"/>
          <a:chExt cx="0" cy="0"/>
        </a:xfrm>
      </p:grpSpPr>
      <p:sp>
        <p:nvSpPr>
          <p:cNvPr id="61"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62"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63"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64"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65"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66"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67"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68"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69"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70"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71"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72"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73"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74"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75"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76"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7"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78"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79"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80"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81"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82"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83"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84"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85"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86"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87"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88"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89"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90" name="Body Level One…"/>
          <p:cNvSpPr txBox="1">
            <a:spLocks noGrp="1"/>
          </p:cNvSpPr>
          <p:nvPr>
            <p:ph type="body" idx="1"/>
          </p:nvPr>
        </p:nvSpPr>
        <p:spPr>
          <a:xfrm>
            <a:off x="609600" y="1334323"/>
            <a:ext cx="10972800" cy="4992625"/>
          </a:xfrm>
          <a:prstGeom prst="rect">
            <a:avLst/>
          </a:prstGeom>
        </p:spPr>
        <p:txBody>
          <a:bodyPr>
            <a:normAutofit/>
          </a:bodyPr>
          <a:lstStyle>
            <a:lvl1pPr>
              <a:defRPr sz="2400"/>
            </a:lvl1pPr>
            <a:lvl2pPr>
              <a:defRPr sz="2400"/>
            </a:lvl2pPr>
            <a:lvl3pPr>
              <a:defRPr sz="2400"/>
            </a:lvl3pPr>
            <a:lvl4pPr>
              <a:defRPr sz="2400"/>
            </a:lvl4pPr>
            <a:lvl5pPr>
              <a:defRPr sz="2400"/>
            </a:lvl5pPr>
          </a:lstStyle>
          <a:p>
            <a:r>
              <a:t>Body Level One</a:t>
            </a:r>
          </a:p>
          <a:p>
            <a:pPr lvl="1"/>
            <a:r>
              <a:t>Body Level Two</a:t>
            </a:r>
          </a:p>
          <a:p>
            <a:pPr lvl="2"/>
            <a:r>
              <a:t>Body Level Three</a:t>
            </a:r>
          </a:p>
          <a:p>
            <a:pPr lvl="3"/>
            <a:r>
              <a:t>Body Level Four</a:t>
            </a:r>
          </a:p>
          <a:p>
            <a:pPr lvl="4"/>
            <a:r>
              <a:t>Body Level Five</a:t>
            </a:r>
          </a:p>
        </p:txBody>
      </p:sp>
      <p:sp>
        <p:nvSpPr>
          <p:cNvPr id="91"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itle and Content 1/2 Image">
    <p:spTree>
      <p:nvGrpSpPr>
        <p:cNvPr id="1" name=""/>
        <p:cNvGrpSpPr/>
        <p:nvPr/>
      </p:nvGrpSpPr>
      <p:grpSpPr>
        <a:xfrm>
          <a:off x="0" y="0"/>
          <a:ext cx="0" cy="0"/>
          <a:chOff x="0" y="0"/>
          <a:chExt cx="0" cy="0"/>
        </a:xfrm>
      </p:grpSpPr>
      <p:sp>
        <p:nvSpPr>
          <p:cNvPr id="9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9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0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0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0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0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0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0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0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0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0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1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1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1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1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1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1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1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1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1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2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2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2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2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2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2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26" name="Title Text"/>
          <p:cNvSpPr txBox="1">
            <a:spLocks noGrp="1"/>
          </p:cNvSpPr>
          <p:nvPr>
            <p:ph type="title"/>
          </p:nvPr>
        </p:nvSpPr>
        <p:spPr>
          <a:xfrm>
            <a:off x="609600" y="264084"/>
            <a:ext cx="4937760" cy="946391"/>
          </a:xfrm>
          <a:prstGeom prst="rect">
            <a:avLst/>
          </a:prstGeom>
        </p:spPr>
        <p:txBody>
          <a:bodyPr/>
          <a:lstStyle>
            <a:lvl1pPr>
              <a:defRPr sz="3200" b="1"/>
            </a:lvl1pPr>
          </a:lstStyle>
          <a:p>
            <a:r>
              <a:t>Title Text</a:t>
            </a:r>
          </a:p>
        </p:txBody>
      </p:sp>
      <p:sp>
        <p:nvSpPr>
          <p:cNvPr id="127" name="Body Level One…"/>
          <p:cNvSpPr txBox="1">
            <a:spLocks noGrp="1"/>
          </p:cNvSpPr>
          <p:nvPr>
            <p:ph type="body" sz="half" idx="1"/>
          </p:nvPr>
        </p:nvSpPr>
        <p:spPr>
          <a:xfrm>
            <a:off x="609600" y="1334323"/>
            <a:ext cx="4572000" cy="4992625"/>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28" name="Picture Placeholder 5"/>
          <p:cNvSpPr>
            <a:spLocks noGrp="1"/>
          </p:cNvSpPr>
          <p:nvPr>
            <p:ph type="pic" idx="21"/>
          </p:nvPr>
        </p:nvSpPr>
        <p:spPr>
          <a:xfrm>
            <a:off x="6096000" y="0"/>
            <a:ext cx="6096000" cy="6858000"/>
          </a:xfrm>
          <a:prstGeom prst="rect">
            <a:avLst/>
          </a:prstGeom>
        </p:spPr>
        <p:txBody>
          <a:bodyPr lIns="91439" tIns="45719" rIns="91439" bIns="45719"/>
          <a:lstStyle/>
          <a:p>
            <a:endParaRPr/>
          </a:p>
        </p:txBody>
      </p:sp>
      <p:sp>
        <p:nvSpPr>
          <p:cNvPr id="129" name="Blocker"/>
          <p:cNvSpPr/>
          <p:nvPr/>
        </p:nvSpPr>
        <p:spPr>
          <a:xfrm>
            <a:off x="9834006" y="6488705"/>
            <a:ext cx="1748394" cy="201955"/>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30" name="Copyright"/>
          <p:cNvSpPr txBox="1"/>
          <p:nvPr/>
        </p:nvSpPr>
        <p:spPr>
          <a:xfrm>
            <a:off x="382777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31" name="Slide Number"/>
          <p:cNvSpPr txBox="1">
            <a:spLocks noGrp="1"/>
          </p:cNvSpPr>
          <p:nvPr>
            <p:ph type="sldNum" sz="quarter" idx="2"/>
          </p:nvPr>
        </p:nvSpPr>
        <p:spPr>
          <a:xfrm>
            <a:off x="3620368"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Title and Content 1/3 Image">
    <p:spTree>
      <p:nvGrpSpPr>
        <p:cNvPr id="1" name=""/>
        <p:cNvGrpSpPr/>
        <p:nvPr/>
      </p:nvGrpSpPr>
      <p:grpSpPr>
        <a:xfrm>
          <a:off x="0" y="0"/>
          <a:ext cx="0" cy="0"/>
          <a:chOff x="0" y="0"/>
          <a:chExt cx="0" cy="0"/>
        </a:xfrm>
      </p:grpSpPr>
      <p:sp>
        <p:nvSpPr>
          <p:cNvPr id="13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3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4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4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4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4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4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4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4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4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4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4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5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5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5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5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5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5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5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5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5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6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6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6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6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6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6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66" name="Title Text"/>
          <p:cNvSpPr txBox="1">
            <a:spLocks noGrp="1"/>
          </p:cNvSpPr>
          <p:nvPr>
            <p:ph type="title"/>
          </p:nvPr>
        </p:nvSpPr>
        <p:spPr>
          <a:xfrm>
            <a:off x="609601" y="264084"/>
            <a:ext cx="6766560" cy="946391"/>
          </a:xfrm>
          <a:prstGeom prst="rect">
            <a:avLst/>
          </a:prstGeom>
        </p:spPr>
        <p:txBody>
          <a:bodyPr/>
          <a:lstStyle>
            <a:lvl1pPr>
              <a:defRPr sz="3200" b="1"/>
            </a:lvl1pPr>
          </a:lstStyle>
          <a:p>
            <a:r>
              <a:t>Title Text</a:t>
            </a:r>
          </a:p>
        </p:txBody>
      </p:sp>
      <p:sp>
        <p:nvSpPr>
          <p:cNvPr id="167" name="Body Level One…"/>
          <p:cNvSpPr txBox="1">
            <a:spLocks noGrp="1"/>
          </p:cNvSpPr>
          <p:nvPr>
            <p:ph type="body" sz="half" idx="1"/>
          </p:nvPr>
        </p:nvSpPr>
        <p:spPr>
          <a:xfrm>
            <a:off x="609601" y="1334323"/>
            <a:ext cx="5943601" cy="4992625"/>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68" name="Picture Placeholder 5"/>
          <p:cNvSpPr>
            <a:spLocks noGrp="1"/>
          </p:cNvSpPr>
          <p:nvPr>
            <p:ph type="pic" sz="half" idx="21"/>
          </p:nvPr>
        </p:nvSpPr>
        <p:spPr>
          <a:xfrm>
            <a:off x="7894319" y="0"/>
            <a:ext cx="4297681" cy="6858000"/>
          </a:xfrm>
          <a:prstGeom prst="rect">
            <a:avLst/>
          </a:prstGeom>
        </p:spPr>
        <p:txBody>
          <a:bodyPr lIns="91439" tIns="45719" rIns="91439" bIns="45719"/>
          <a:lstStyle/>
          <a:p>
            <a:endParaRPr/>
          </a:p>
        </p:txBody>
      </p:sp>
      <p:sp>
        <p:nvSpPr>
          <p:cNvPr id="169" name="Copyright"/>
          <p:cNvSpPr txBox="1"/>
          <p:nvPr/>
        </p:nvSpPr>
        <p:spPr>
          <a:xfrm>
            <a:off x="5656581"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70" name="Blocker"/>
          <p:cNvSpPr/>
          <p:nvPr/>
        </p:nvSpPr>
        <p:spPr>
          <a:xfrm>
            <a:off x="9834006" y="6503996"/>
            <a:ext cx="1748394" cy="201955"/>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71" name="Slide Number"/>
          <p:cNvSpPr txBox="1">
            <a:spLocks noGrp="1"/>
          </p:cNvSpPr>
          <p:nvPr>
            <p:ph type="sldNum" sz="quarter" idx="2"/>
          </p:nvPr>
        </p:nvSpPr>
        <p:spPr>
          <a:xfrm>
            <a:off x="5449168"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wo Columns - Content">
    <p:spTree>
      <p:nvGrpSpPr>
        <p:cNvPr id="1" name=""/>
        <p:cNvGrpSpPr/>
        <p:nvPr/>
      </p:nvGrpSpPr>
      <p:grpSpPr>
        <a:xfrm>
          <a:off x="0" y="0"/>
          <a:ext cx="0" cy="0"/>
          <a:chOff x="0" y="0"/>
          <a:chExt cx="0" cy="0"/>
        </a:xfrm>
      </p:grpSpPr>
      <p:sp>
        <p:nvSpPr>
          <p:cNvPr id="17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7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8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8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8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8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8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8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8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8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8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8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9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9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9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9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9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9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9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9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9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9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20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20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20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20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20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20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206"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207" name="Body Level One…"/>
          <p:cNvSpPr txBox="1">
            <a:spLocks noGrp="1"/>
          </p:cNvSpPr>
          <p:nvPr>
            <p:ph type="body" sz="half" idx="1"/>
          </p:nvPr>
        </p:nvSpPr>
        <p:spPr>
          <a:xfrm>
            <a:off x="609600" y="1334323"/>
            <a:ext cx="4937760" cy="4992625"/>
          </a:xfrm>
          <a:prstGeom prst="rect">
            <a:avLst/>
          </a:prstGeom>
        </p:spPr>
        <p:txBody>
          <a:bodyPr>
            <a:normAutofit/>
          </a:bodyPr>
          <a:lstStyle>
            <a:lvl1pPr>
              <a:defRPr sz="2400"/>
            </a:lvl1pPr>
            <a:lvl2pPr>
              <a:defRPr sz="2400"/>
            </a:lvl2pPr>
            <a:lvl3pPr>
              <a:defRPr sz="2400"/>
            </a:lvl3pPr>
            <a:lvl4pPr>
              <a:defRPr sz="2400"/>
            </a:lvl4pPr>
            <a:lvl5pPr>
              <a:defRPr sz="2400"/>
            </a:lvl5pPr>
          </a:lstStyle>
          <a:p>
            <a:r>
              <a:t>Body Level One</a:t>
            </a:r>
          </a:p>
          <a:p>
            <a:pPr lvl="1"/>
            <a:r>
              <a:t>Body Level Two</a:t>
            </a:r>
          </a:p>
          <a:p>
            <a:pPr lvl="2"/>
            <a:r>
              <a:t>Body Level Three</a:t>
            </a:r>
          </a:p>
          <a:p>
            <a:pPr lvl="3"/>
            <a:r>
              <a:t>Body Level Four</a:t>
            </a:r>
          </a:p>
          <a:p>
            <a:pPr lvl="4"/>
            <a:r>
              <a:t>Body Level Five</a:t>
            </a:r>
          </a:p>
        </p:txBody>
      </p:sp>
      <p:sp>
        <p:nvSpPr>
          <p:cNvPr id="208"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hree Columns - Content">
    <p:spTree>
      <p:nvGrpSpPr>
        <p:cNvPr id="1" name=""/>
        <p:cNvGrpSpPr/>
        <p:nvPr/>
      </p:nvGrpSpPr>
      <p:grpSpPr>
        <a:xfrm>
          <a:off x="0" y="0"/>
          <a:ext cx="0" cy="0"/>
          <a:chOff x="0" y="0"/>
          <a:chExt cx="0" cy="0"/>
        </a:xfrm>
      </p:grpSpPr>
      <p:sp>
        <p:nvSpPr>
          <p:cNvPr id="215"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216"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217"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218"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219"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220"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221"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222"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223"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224"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225"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226"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227"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228"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229"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230"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231"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232"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233"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234"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235"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236"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237"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238"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239"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240"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241"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242"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243"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244" name="Body Level One…"/>
          <p:cNvSpPr txBox="1">
            <a:spLocks noGrp="1"/>
          </p:cNvSpPr>
          <p:nvPr>
            <p:ph type="body" sz="quarter" idx="1"/>
          </p:nvPr>
        </p:nvSpPr>
        <p:spPr>
          <a:xfrm>
            <a:off x="612648" y="1334323"/>
            <a:ext cx="3200401" cy="4992625"/>
          </a:xfrm>
          <a:prstGeom prst="rect">
            <a:avLst/>
          </a:prstGeom>
        </p:spPr>
        <p:txBody>
          <a:bodyPr>
            <a:normAutofit/>
          </a:bodyPr>
          <a:lstStyle>
            <a:lvl1pPr>
              <a:defRPr sz="1600"/>
            </a:lvl1pPr>
            <a:lvl2pPr>
              <a:defRPr sz="1600"/>
            </a:lvl2pPr>
            <a:lvl3pPr>
              <a:defRPr sz="1600"/>
            </a:lvl3pPr>
            <a:lvl4pPr>
              <a:defRPr sz="1600"/>
            </a:lvl4pPr>
            <a:lvl5pPr>
              <a:defRPr sz="1600"/>
            </a:lvl5pPr>
          </a:lstStyle>
          <a:p>
            <a:r>
              <a:t>Body Level One</a:t>
            </a:r>
          </a:p>
          <a:p>
            <a:pPr lvl="1"/>
            <a:r>
              <a:t>Body Level Two</a:t>
            </a:r>
          </a:p>
          <a:p>
            <a:pPr lvl="2"/>
            <a:r>
              <a:t>Body Level Three</a:t>
            </a:r>
          </a:p>
          <a:p>
            <a:pPr lvl="3"/>
            <a:r>
              <a:t>Body Level Four</a:t>
            </a:r>
          </a:p>
          <a:p>
            <a:pPr lvl="4"/>
            <a:r>
              <a:t>Body Level Five</a:t>
            </a:r>
          </a:p>
        </p:txBody>
      </p:sp>
      <p:sp>
        <p:nvSpPr>
          <p:cNvPr id="245"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Four Columns - Content">
    <p:spTree>
      <p:nvGrpSpPr>
        <p:cNvPr id="1" name=""/>
        <p:cNvGrpSpPr/>
        <p:nvPr/>
      </p:nvGrpSpPr>
      <p:grpSpPr>
        <a:xfrm>
          <a:off x="0" y="0"/>
          <a:ext cx="0" cy="0"/>
          <a:chOff x="0" y="0"/>
          <a:chExt cx="0" cy="0"/>
        </a:xfrm>
      </p:grpSpPr>
      <p:sp>
        <p:nvSpPr>
          <p:cNvPr id="252"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253"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254"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255"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256"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257"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258"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259"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260"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261"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262"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263"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264"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265"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266"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267"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268"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269"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270"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271"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272"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273"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274"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275"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276"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277"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278"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279"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280"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281" name="Body Level One…"/>
          <p:cNvSpPr txBox="1">
            <a:spLocks noGrp="1"/>
          </p:cNvSpPr>
          <p:nvPr>
            <p:ph type="body" sz="quarter" idx="1"/>
          </p:nvPr>
        </p:nvSpPr>
        <p:spPr>
          <a:xfrm>
            <a:off x="612648" y="1334323"/>
            <a:ext cx="2240280" cy="4992625"/>
          </a:xfrm>
          <a:prstGeom prst="rect">
            <a:avLst/>
          </a:prstGeom>
        </p:spPr>
        <p:txBody>
          <a:bodyPr>
            <a:normAutofit/>
          </a:bodyPr>
          <a:lstStyle>
            <a:lvl1pPr>
              <a:spcBef>
                <a:spcPts val="900"/>
              </a:spcBef>
              <a:defRPr sz="1400"/>
            </a:lvl1pPr>
            <a:lvl2pPr>
              <a:spcBef>
                <a:spcPts val="900"/>
              </a:spcBef>
              <a:defRPr sz="1400"/>
            </a:lvl2pPr>
            <a:lvl3pPr>
              <a:spcBef>
                <a:spcPts val="900"/>
              </a:spcBef>
              <a:defRPr sz="1400"/>
            </a:lvl3pPr>
            <a:lvl4pPr>
              <a:spcBef>
                <a:spcPts val="900"/>
              </a:spcBef>
              <a:defRPr sz="1400"/>
            </a:lvl4pPr>
            <a:lvl5pPr>
              <a:spcBef>
                <a:spcPts val="900"/>
              </a:spcBef>
              <a:defRPr sz="1400"/>
            </a:lvl5pPr>
          </a:lstStyle>
          <a:p>
            <a:r>
              <a:t>Body Level One</a:t>
            </a:r>
          </a:p>
          <a:p>
            <a:pPr lvl="1"/>
            <a:r>
              <a:t>Body Level Two</a:t>
            </a:r>
          </a:p>
          <a:p>
            <a:pPr lvl="2"/>
            <a:r>
              <a:t>Body Level Three</a:t>
            </a:r>
          </a:p>
          <a:p>
            <a:pPr lvl="3"/>
            <a:r>
              <a:t>Body Level Four</a:t>
            </a:r>
          </a:p>
          <a:p>
            <a:pPr lvl="4"/>
            <a:r>
              <a:t>Body Level Five</a:t>
            </a:r>
          </a:p>
        </p:txBody>
      </p:sp>
      <p:sp>
        <p:nvSpPr>
          <p:cNvPr id="282"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Five Columns - Content">
    <p:spTree>
      <p:nvGrpSpPr>
        <p:cNvPr id="1" name=""/>
        <p:cNvGrpSpPr/>
        <p:nvPr/>
      </p:nvGrpSpPr>
      <p:grpSpPr>
        <a:xfrm>
          <a:off x="0" y="0"/>
          <a:ext cx="0" cy="0"/>
          <a:chOff x="0" y="0"/>
          <a:chExt cx="0" cy="0"/>
        </a:xfrm>
      </p:grpSpPr>
      <p:sp>
        <p:nvSpPr>
          <p:cNvPr id="289"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290"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291"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292"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293"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294"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295"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296"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297"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298"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299"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300"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301"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302"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303"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304"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305"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306"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307"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308"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309"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310"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311"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312"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313"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314"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315"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316"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317"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318" name="Body Level One…"/>
          <p:cNvSpPr txBox="1">
            <a:spLocks noGrp="1"/>
          </p:cNvSpPr>
          <p:nvPr>
            <p:ph type="body" sz="quarter" idx="1"/>
          </p:nvPr>
        </p:nvSpPr>
        <p:spPr>
          <a:xfrm>
            <a:off x="612648" y="1334323"/>
            <a:ext cx="1920241" cy="4992625"/>
          </a:xfrm>
          <a:prstGeom prst="rect">
            <a:avLst/>
          </a:prstGeom>
        </p:spPr>
        <p:txBody>
          <a:bodyPr>
            <a:normAutofit/>
          </a:bodyPr>
          <a:lstStyle>
            <a:lvl1pPr>
              <a:spcBef>
                <a:spcPts val="900"/>
              </a:spcBef>
              <a:defRPr sz="1200"/>
            </a:lvl1pPr>
            <a:lvl2pPr>
              <a:spcBef>
                <a:spcPts val="900"/>
              </a:spcBef>
              <a:defRPr sz="1200"/>
            </a:lvl2pPr>
            <a:lvl3pPr>
              <a:spcBef>
                <a:spcPts val="900"/>
              </a:spcBef>
              <a:defRPr sz="1200"/>
            </a:lvl3pPr>
            <a:lvl4pPr>
              <a:spcBef>
                <a:spcPts val="900"/>
              </a:spcBef>
              <a:defRPr sz="1200"/>
            </a:lvl4pPr>
            <a:lvl5pPr>
              <a:spcBef>
                <a:spcPts val="900"/>
              </a:spcBef>
              <a:defRPr sz="1200"/>
            </a:lvl5pPr>
          </a:lstStyle>
          <a:p>
            <a:r>
              <a:t>Body Level One</a:t>
            </a:r>
          </a:p>
          <a:p>
            <a:pPr lvl="1"/>
            <a:r>
              <a:t>Body Level Two</a:t>
            </a:r>
          </a:p>
          <a:p>
            <a:pPr lvl="2"/>
            <a:r>
              <a:t>Body Level Three</a:t>
            </a:r>
          </a:p>
          <a:p>
            <a:pPr lvl="3"/>
            <a:r>
              <a:t>Body Level Four</a:t>
            </a:r>
          </a:p>
          <a:p>
            <a:pPr lvl="4"/>
            <a:r>
              <a:t>Body Level Five</a:t>
            </a:r>
          </a:p>
        </p:txBody>
      </p:sp>
      <p:sp>
        <p:nvSpPr>
          <p:cNvPr id="319"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wo Columns - Image and Content">
    <p:spTree>
      <p:nvGrpSpPr>
        <p:cNvPr id="1" name=""/>
        <p:cNvGrpSpPr/>
        <p:nvPr/>
      </p:nvGrpSpPr>
      <p:grpSpPr>
        <a:xfrm>
          <a:off x="0" y="0"/>
          <a:ext cx="0" cy="0"/>
          <a:chOff x="0" y="0"/>
          <a:chExt cx="0" cy="0"/>
        </a:xfrm>
      </p:grpSpPr>
      <p:sp>
        <p:nvSpPr>
          <p:cNvPr id="32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32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32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32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33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33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33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33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33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33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33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33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33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33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34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34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34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34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34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34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34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34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34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34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35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35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35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35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354"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355" name="Picture Placeholder 1"/>
          <p:cNvSpPr>
            <a:spLocks noGrp="1"/>
          </p:cNvSpPr>
          <p:nvPr>
            <p:ph type="pic" sz="quarter" idx="21"/>
          </p:nvPr>
        </p:nvSpPr>
        <p:spPr>
          <a:xfrm>
            <a:off x="609600" y="1335024"/>
            <a:ext cx="4937760" cy="2514601"/>
          </a:xfrm>
          <a:prstGeom prst="rect">
            <a:avLst/>
          </a:prstGeom>
        </p:spPr>
        <p:txBody>
          <a:bodyPr lIns="91439" tIns="45719" rIns="91439" bIns="45719"/>
          <a:lstStyle/>
          <a:p>
            <a:endParaRPr/>
          </a:p>
        </p:txBody>
      </p:sp>
      <p:sp>
        <p:nvSpPr>
          <p:cNvPr id="356" name="Body Level One…"/>
          <p:cNvSpPr txBox="1">
            <a:spLocks noGrp="1"/>
          </p:cNvSpPr>
          <p:nvPr>
            <p:ph type="body" sz="quarter" idx="1"/>
          </p:nvPr>
        </p:nvSpPr>
        <p:spPr>
          <a:xfrm>
            <a:off x="609600" y="4023359"/>
            <a:ext cx="4846321" cy="2286001"/>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57" name="Picture Placeholder 2"/>
          <p:cNvSpPr>
            <a:spLocks noGrp="1"/>
          </p:cNvSpPr>
          <p:nvPr>
            <p:ph type="pic" sz="quarter" idx="22"/>
          </p:nvPr>
        </p:nvSpPr>
        <p:spPr>
          <a:xfrm>
            <a:off x="6644640" y="1335024"/>
            <a:ext cx="4937760" cy="2514601"/>
          </a:xfrm>
          <a:prstGeom prst="rect">
            <a:avLst/>
          </a:prstGeom>
        </p:spPr>
        <p:txBody>
          <a:bodyPr lIns="91439" tIns="45719" rIns="91439" bIns="45719"/>
          <a:lstStyle/>
          <a:p>
            <a:endParaRPr/>
          </a:p>
        </p:txBody>
      </p:sp>
      <p:sp>
        <p:nvSpPr>
          <p:cNvPr id="358"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hree Columns - Image and Content">
    <p:spTree>
      <p:nvGrpSpPr>
        <p:cNvPr id="1" name=""/>
        <p:cNvGrpSpPr/>
        <p:nvPr/>
      </p:nvGrpSpPr>
      <p:grpSpPr>
        <a:xfrm>
          <a:off x="0" y="0"/>
          <a:ext cx="0" cy="0"/>
          <a:chOff x="0" y="0"/>
          <a:chExt cx="0" cy="0"/>
        </a:xfrm>
      </p:grpSpPr>
      <p:sp>
        <p:nvSpPr>
          <p:cNvPr id="365"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366"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367"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368"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369"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370"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371"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372"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373"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374"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375"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376"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377"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378"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379"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380"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381"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382"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383"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384"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385"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386"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387"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388"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389"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390"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391"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392"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393"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394" name="Body Level One…"/>
          <p:cNvSpPr txBox="1">
            <a:spLocks noGrp="1"/>
          </p:cNvSpPr>
          <p:nvPr>
            <p:ph type="body" sz="quarter" idx="1"/>
          </p:nvPr>
        </p:nvSpPr>
        <p:spPr>
          <a:xfrm>
            <a:off x="612648" y="4023359"/>
            <a:ext cx="3200401" cy="2286001"/>
          </a:xfrm>
          <a:prstGeom prst="rect">
            <a:avLst/>
          </a:prstGeom>
        </p:spPr>
        <p:txBody>
          <a:bodyPr>
            <a:normAutofit/>
          </a:bodyPr>
          <a:lstStyle>
            <a:lvl1pPr>
              <a:defRPr sz="1600"/>
            </a:lvl1pPr>
            <a:lvl2pPr>
              <a:defRPr sz="1600"/>
            </a:lvl2pPr>
            <a:lvl3pPr>
              <a:defRPr sz="1600"/>
            </a:lvl3pPr>
            <a:lvl4pPr>
              <a:defRPr sz="1600"/>
            </a:lvl4pPr>
            <a:lvl5pPr>
              <a:defRPr sz="1600"/>
            </a:lvl5pPr>
          </a:lstStyle>
          <a:p>
            <a:r>
              <a:t>Body Level One</a:t>
            </a:r>
          </a:p>
          <a:p>
            <a:pPr lvl="1"/>
            <a:r>
              <a:t>Body Level Two</a:t>
            </a:r>
          </a:p>
          <a:p>
            <a:pPr lvl="2"/>
            <a:r>
              <a:t>Body Level Three</a:t>
            </a:r>
          </a:p>
          <a:p>
            <a:pPr lvl="3"/>
            <a:r>
              <a:t>Body Level Four</a:t>
            </a:r>
          </a:p>
          <a:p>
            <a:pPr lvl="4"/>
            <a:r>
              <a:t>Body Level Five</a:t>
            </a:r>
          </a:p>
        </p:txBody>
      </p:sp>
      <p:sp>
        <p:nvSpPr>
          <p:cNvPr id="395" name="Picture Placeholder 1"/>
          <p:cNvSpPr>
            <a:spLocks noGrp="1"/>
          </p:cNvSpPr>
          <p:nvPr>
            <p:ph type="pic" sz="quarter" idx="21"/>
          </p:nvPr>
        </p:nvSpPr>
        <p:spPr>
          <a:xfrm>
            <a:off x="609600" y="1335024"/>
            <a:ext cx="3255265" cy="2514601"/>
          </a:xfrm>
          <a:prstGeom prst="rect">
            <a:avLst/>
          </a:prstGeom>
        </p:spPr>
        <p:txBody>
          <a:bodyPr lIns="91439" tIns="45719" rIns="91439" bIns="45719"/>
          <a:lstStyle/>
          <a:p>
            <a:endParaRPr/>
          </a:p>
        </p:txBody>
      </p:sp>
      <p:sp>
        <p:nvSpPr>
          <p:cNvPr id="396" name="Picture Placeholder 2"/>
          <p:cNvSpPr>
            <a:spLocks noGrp="1"/>
          </p:cNvSpPr>
          <p:nvPr>
            <p:ph type="pic" sz="quarter" idx="22"/>
          </p:nvPr>
        </p:nvSpPr>
        <p:spPr>
          <a:xfrm>
            <a:off x="4468367" y="1335024"/>
            <a:ext cx="3255266" cy="2514601"/>
          </a:xfrm>
          <a:prstGeom prst="rect">
            <a:avLst/>
          </a:prstGeom>
        </p:spPr>
        <p:txBody>
          <a:bodyPr lIns="91439" tIns="45719" rIns="91439" bIns="45719"/>
          <a:lstStyle/>
          <a:p>
            <a:endParaRPr/>
          </a:p>
        </p:txBody>
      </p:sp>
      <p:sp>
        <p:nvSpPr>
          <p:cNvPr id="397" name="Picture Placeholder 3"/>
          <p:cNvSpPr>
            <a:spLocks noGrp="1"/>
          </p:cNvSpPr>
          <p:nvPr>
            <p:ph type="pic" sz="quarter" idx="23"/>
          </p:nvPr>
        </p:nvSpPr>
        <p:spPr>
          <a:xfrm>
            <a:off x="8327135" y="1335024"/>
            <a:ext cx="3255265" cy="2514601"/>
          </a:xfrm>
          <a:prstGeom prst="rect">
            <a:avLst/>
          </a:prstGeom>
        </p:spPr>
        <p:txBody>
          <a:bodyPr lIns="91439" tIns="45719" rIns="91439" bIns="45719"/>
          <a:lstStyle/>
          <a:p>
            <a:endParaRPr/>
          </a:p>
        </p:txBody>
      </p:sp>
      <p:sp>
        <p:nvSpPr>
          <p:cNvPr id="398"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Four Columns - Image and Content">
    <p:spTree>
      <p:nvGrpSpPr>
        <p:cNvPr id="1" name=""/>
        <p:cNvGrpSpPr/>
        <p:nvPr/>
      </p:nvGrpSpPr>
      <p:grpSpPr>
        <a:xfrm>
          <a:off x="0" y="0"/>
          <a:ext cx="0" cy="0"/>
          <a:chOff x="0" y="0"/>
          <a:chExt cx="0" cy="0"/>
        </a:xfrm>
      </p:grpSpPr>
      <p:sp>
        <p:nvSpPr>
          <p:cNvPr id="405"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406"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407"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408"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409"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410"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411"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412"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413"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414"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415"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416"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417"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418"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419"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420"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421"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422"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423"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424"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425"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426"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427"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428"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429"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430"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431"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432"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433"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434" name="Body Level One…"/>
          <p:cNvSpPr txBox="1">
            <a:spLocks noGrp="1"/>
          </p:cNvSpPr>
          <p:nvPr>
            <p:ph type="body" sz="quarter" idx="1"/>
          </p:nvPr>
        </p:nvSpPr>
        <p:spPr>
          <a:xfrm>
            <a:off x="612648" y="4023359"/>
            <a:ext cx="2194561" cy="2286001"/>
          </a:xfrm>
          <a:prstGeom prst="rect">
            <a:avLst/>
          </a:prstGeom>
        </p:spPr>
        <p:txBody>
          <a:bodyPr>
            <a:normAutofit/>
          </a:bodyPr>
          <a:lstStyle>
            <a:lvl1pPr>
              <a:spcBef>
                <a:spcPts val="900"/>
              </a:spcBef>
              <a:defRPr sz="1400"/>
            </a:lvl1pPr>
            <a:lvl2pPr>
              <a:spcBef>
                <a:spcPts val="900"/>
              </a:spcBef>
              <a:defRPr sz="1400"/>
            </a:lvl2pPr>
            <a:lvl3pPr>
              <a:spcBef>
                <a:spcPts val="900"/>
              </a:spcBef>
              <a:defRPr sz="1400"/>
            </a:lvl3pPr>
            <a:lvl4pPr>
              <a:spcBef>
                <a:spcPts val="900"/>
              </a:spcBef>
              <a:defRPr sz="1400"/>
            </a:lvl4pPr>
            <a:lvl5pPr>
              <a:spcBef>
                <a:spcPts val="900"/>
              </a:spcBef>
              <a:defRPr sz="1400"/>
            </a:lvl5pPr>
          </a:lstStyle>
          <a:p>
            <a:r>
              <a:t>Body Level One</a:t>
            </a:r>
          </a:p>
          <a:p>
            <a:pPr lvl="1"/>
            <a:r>
              <a:t>Body Level Two</a:t>
            </a:r>
          </a:p>
          <a:p>
            <a:pPr lvl="2"/>
            <a:r>
              <a:t>Body Level Three</a:t>
            </a:r>
          </a:p>
          <a:p>
            <a:pPr lvl="3"/>
            <a:r>
              <a:t>Body Level Four</a:t>
            </a:r>
          </a:p>
          <a:p>
            <a:pPr lvl="4"/>
            <a:r>
              <a:t>Body Level Five</a:t>
            </a:r>
          </a:p>
        </p:txBody>
      </p:sp>
      <p:sp>
        <p:nvSpPr>
          <p:cNvPr id="435" name="Picture Placeholder 1"/>
          <p:cNvSpPr>
            <a:spLocks noGrp="1"/>
          </p:cNvSpPr>
          <p:nvPr>
            <p:ph type="pic" sz="quarter" idx="21"/>
          </p:nvPr>
        </p:nvSpPr>
        <p:spPr>
          <a:xfrm>
            <a:off x="609600" y="1335024"/>
            <a:ext cx="2240280" cy="2514601"/>
          </a:xfrm>
          <a:prstGeom prst="rect">
            <a:avLst/>
          </a:prstGeom>
        </p:spPr>
        <p:txBody>
          <a:bodyPr lIns="91439" tIns="45719" rIns="91439" bIns="45719"/>
          <a:lstStyle/>
          <a:p>
            <a:endParaRPr/>
          </a:p>
        </p:txBody>
      </p:sp>
      <p:sp>
        <p:nvSpPr>
          <p:cNvPr id="436" name="Picture Placeholder 2"/>
          <p:cNvSpPr>
            <a:spLocks noGrp="1"/>
          </p:cNvSpPr>
          <p:nvPr>
            <p:ph type="pic" sz="quarter" idx="22"/>
          </p:nvPr>
        </p:nvSpPr>
        <p:spPr>
          <a:xfrm>
            <a:off x="3520440" y="1335024"/>
            <a:ext cx="2240281" cy="2514601"/>
          </a:xfrm>
          <a:prstGeom prst="rect">
            <a:avLst/>
          </a:prstGeom>
        </p:spPr>
        <p:txBody>
          <a:bodyPr lIns="91439" tIns="45719" rIns="91439" bIns="45719"/>
          <a:lstStyle/>
          <a:p>
            <a:endParaRPr/>
          </a:p>
        </p:txBody>
      </p:sp>
      <p:sp>
        <p:nvSpPr>
          <p:cNvPr id="437" name="Picture Placeholder 3"/>
          <p:cNvSpPr>
            <a:spLocks noGrp="1"/>
          </p:cNvSpPr>
          <p:nvPr>
            <p:ph type="pic" sz="quarter" idx="23"/>
          </p:nvPr>
        </p:nvSpPr>
        <p:spPr>
          <a:xfrm>
            <a:off x="6431279" y="1335024"/>
            <a:ext cx="2240281" cy="2514601"/>
          </a:xfrm>
          <a:prstGeom prst="rect">
            <a:avLst/>
          </a:prstGeom>
        </p:spPr>
        <p:txBody>
          <a:bodyPr lIns="91439" tIns="45719" rIns="91439" bIns="45719"/>
          <a:lstStyle/>
          <a:p>
            <a:endParaRPr/>
          </a:p>
        </p:txBody>
      </p:sp>
      <p:sp>
        <p:nvSpPr>
          <p:cNvPr id="438" name="Picture Placeholder 4"/>
          <p:cNvSpPr>
            <a:spLocks noGrp="1"/>
          </p:cNvSpPr>
          <p:nvPr>
            <p:ph type="pic" sz="quarter" idx="24"/>
          </p:nvPr>
        </p:nvSpPr>
        <p:spPr>
          <a:xfrm>
            <a:off x="9342119" y="1335024"/>
            <a:ext cx="2240281" cy="2514601"/>
          </a:xfrm>
          <a:prstGeom prst="rect">
            <a:avLst/>
          </a:prstGeom>
        </p:spPr>
        <p:txBody>
          <a:bodyPr lIns="91439" tIns="45719" rIns="91439" bIns="45719"/>
          <a:lstStyle/>
          <a:p>
            <a:endParaRPr/>
          </a:p>
        </p:txBody>
      </p:sp>
      <p:sp>
        <p:nvSpPr>
          <p:cNvPr id="439"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Five Columns - Image and Content">
    <p:spTree>
      <p:nvGrpSpPr>
        <p:cNvPr id="1" name=""/>
        <p:cNvGrpSpPr/>
        <p:nvPr/>
      </p:nvGrpSpPr>
      <p:grpSpPr>
        <a:xfrm>
          <a:off x="0" y="0"/>
          <a:ext cx="0" cy="0"/>
          <a:chOff x="0" y="0"/>
          <a:chExt cx="0" cy="0"/>
        </a:xfrm>
      </p:grpSpPr>
      <p:sp>
        <p:nvSpPr>
          <p:cNvPr id="44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44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44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44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45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45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45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45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45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45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45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45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45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45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46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46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46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46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46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46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46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46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46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46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47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47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47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47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474"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475" name="Body Level One…"/>
          <p:cNvSpPr txBox="1">
            <a:spLocks noGrp="1"/>
          </p:cNvSpPr>
          <p:nvPr>
            <p:ph type="body" sz="quarter" idx="1"/>
          </p:nvPr>
        </p:nvSpPr>
        <p:spPr>
          <a:xfrm>
            <a:off x="612648" y="4023359"/>
            <a:ext cx="1645921" cy="2286001"/>
          </a:xfrm>
          <a:prstGeom prst="rect">
            <a:avLst/>
          </a:prstGeom>
        </p:spPr>
        <p:txBody>
          <a:bodyPr>
            <a:normAutofit/>
          </a:bodyPr>
          <a:lstStyle>
            <a:lvl1pPr>
              <a:spcBef>
                <a:spcPts val="900"/>
              </a:spcBef>
              <a:defRPr sz="1200"/>
            </a:lvl1pPr>
            <a:lvl2pPr>
              <a:spcBef>
                <a:spcPts val="900"/>
              </a:spcBef>
              <a:defRPr sz="1200"/>
            </a:lvl2pPr>
            <a:lvl3pPr>
              <a:spcBef>
                <a:spcPts val="900"/>
              </a:spcBef>
              <a:defRPr sz="1200"/>
            </a:lvl3pPr>
            <a:lvl4pPr>
              <a:spcBef>
                <a:spcPts val="900"/>
              </a:spcBef>
              <a:defRPr sz="1200"/>
            </a:lvl4pPr>
            <a:lvl5pPr>
              <a:spcBef>
                <a:spcPts val="900"/>
              </a:spcBef>
              <a:defRPr sz="1200"/>
            </a:lvl5pPr>
          </a:lstStyle>
          <a:p>
            <a:r>
              <a:t>Body Level One</a:t>
            </a:r>
          </a:p>
          <a:p>
            <a:pPr lvl="1"/>
            <a:r>
              <a:t>Body Level Two</a:t>
            </a:r>
          </a:p>
          <a:p>
            <a:pPr lvl="2"/>
            <a:r>
              <a:t>Body Level Three</a:t>
            </a:r>
          </a:p>
          <a:p>
            <a:pPr lvl="3"/>
            <a:r>
              <a:t>Body Level Four</a:t>
            </a:r>
          </a:p>
          <a:p>
            <a:pPr lvl="4"/>
            <a:r>
              <a:t>Body Level Five</a:t>
            </a:r>
          </a:p>
        </p:txBody>
      </p:sp>
      <p:sp>
        <p:nvSpPr>
          <p:cNvPr id="476" name="Picture Placeholder 1"/>
          <p:cNvSpPr>
            <a:spLocks noGrp="1"/>
          </p:cNvSpPr>
          <p:nvPr>
            <p:ph type="pic" sz="quarter" idx="21"/>
          </p:nvPr>
        </p:nvSpPr>
        <p:spPr>
          <a:xfrm>
            <a:off x="609600" y="1335024"/>
            <a:ext cx="1828800" cy="2514601"/>
          </a:xfrm>
          <a:prstGeom prst="rect">
            <a:avLst/>
          </a:prstGeom>
        </p:spPr>
        <p:txBody>
          <a:bodyPr lIns="91439" tIns="45719" rIns="91439" bIns="45719"/>
          <a:lstStyle/>
          <a:p>
            <a:endParaRPr/>
          </a:p>
        </p:txBody>
      </p:sp>
      <p:sp>
        <p:nvSpPr>
          <p:cNvPr id="477" name="Picture Placeholder 2"/>
          <p:cNvSpPr>
            <a:spLocks noGrp="1"/>
          </p:cNvSpPr>
          <p:nvPr>
            <p:ph type="pic" sz="quarter" idx="22"/>
          </p:nvPr>
        </p:nvSpPr>
        <p:spPr>
          <a:xfrm>
            <a:off x="2895600" y="1335024"/>
            <a:ext cx="1828800" cy="2514601"/>
          </a:xfrm>
          <a:prstGeom prst="rect">
            <a:avLst/>
          </a:prstGeom>
        </p:spPr>
        <p:txBody>
          <a:bodyPr lIns="91439" tIns="45719" rIns="91439" bIns="45719"/>
          <a:lstStyle/>
          <a:p>
            <a:endParaRPr/>
          </a:p>
        </p:txBody>
      </p:sp>
      <p:sp>
        <p:nvSpPr>
          <p:cNvPr id="478" name="Picture Placeholder 3"/>
          <p:cNvSpPr>
            <a:spLocks noGrp="1"/>
          </p:cNvSpPr>
          <p:nvPr>
            <p:ph type="pic" sz="quarter" idx="23"/>
          </p:nvPr>
        </p:nvSpPr>
        <p:spPr>
          <a:xfrm>
            <a:off x="5181600" y="1335024"/>
            <a:ext cx="1828800" cy="2514601"/>
          </a:xfrm>
          <a:prstGeom prst="rect">
            <a:avLst/>
          </a:prstGeom>
        </p:spPr>
        <p:txBody>
          <a:bodyPr lIns="91439" tIns="45719" rIns="91439" bIns="45719"/>
          <a:lstStyle/>
          <a:p>
            <a:endParaRPr/>
          </a:p>
        </p:txBody>
      </p:sp>
      <p:sp>
        <p:nvSpPr>
          <p:cNvPr id="479" name="Picture Placeholder 4"/>
          <p:cNvSpPr>
            <a:spLocks noGrp="1"/>
          </p:cNvSpPr>
          <p:nvPr>
            <p:ph type="pic" sz="quarter" idx="24"/>
          </p:nvPr>
        </p:nvSpPr>
        <p:spPr>
          <a:xfrm>
            <a:off x="7467600" y="1335024"/>
            <a:ext cx="1828800" cy="2514601"/>
          </a:xfrm>
          <a:prstGeom prst="rect">
            <a:avLst/>
          </a:prstGeom>
        </p:spPr>
        <p:txBody>
          <a:bodyPr lIns="91439" tIns="45719" rIns="91439" bIns="45719"/>
          <a:lstStyle/>
          <a:p>
            <a:endParaRPr/>
          </a:p>
        </p:txBody>
      </p:sp>
      <p:sp>
        <p:nvSpPr>
          <p:cNvPr id="480" name="Picture Placeholder 5"/>
          <p:cNvSpPr>
            <a:spLocks noGrp="1"/>
          </p:cNvSpPr>
          <p:nvPr>
            <p:ph type="pic" sz="quarter" idx="25"/>
          </p:nvPr>
        </p:nvSpPr>
        <p:spPr>
          <a:xfrm>
            <a:off x="9753600" y="1335024"/>
            <a:ext cx="1828800" cy="2514601"/>
          </a:xfrm>
          <a:prstGeom prst="rect">
            <a:avLst/>
          </a:prstGeom>
        </p:spPr>
        <p:txBody>
          <a:bodyPr lIns="91439" tIns="45719" rIns="91439" bIns="45719"/>
          <a:lstStyle/>
          <a:p>
            <a:endParaRPr/>
          </a:p>
        </p:txBody>
      </p:sp>
      <p:sp>
        <p:nvSpPr>
          <p:cNvPr id="481"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Two Columns - Photo and Title">
    <p:spTree>
      <p:nvGrpSpPr>
        <p:cNvPr id="1" name=""/>
        <p:cNvGrpSpPr/>
        <p:nvPr/>
      </p:nvGrpSpPr>
      <p:grpSpPr>
        <a:xfrm>
          <a:off x="0" y="0"/>
          <a:ext cx="0" cy="0"/>
          <a:chOff x="0" y="0"/>
          <a:chExt cx="0" cy="0"/>
        </a:xfrm>
      </p:grpSpPr>
      <p:sp>
        <p:nvSpPr>
          <p:cNvPr id="48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48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49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49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49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49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49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49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49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49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49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49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50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50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50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50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50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50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50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50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50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50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51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51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51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51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51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51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516"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517" name="Body Level One…"/>
          <p:cNvSpPr txBox="1">
            <a:spLocks noGrp="1"/>
          </p:cNvSpPr>
          <p:nvPr>
            <p:ph type="body" sz="quarter" idx="1"/>
          </p:nvPr>
        </p:nvSpPr>
        <p:spPr>
          <a:xfrm>
            <a:off x="609600" y="1566126"/>
            <a:ext cx="4846321" cy="342467"/>
          </a:xfrm>
          <a:prstGeom prst="rect">
            <a:avLst/>
          </a:prstGeom>
        </p:spPr>
        <p:txBody>
          <a:bodyPr anchor="ctr">
            <a:normAutofit/>
          </a:bodyPr>
          <a:lstStyle>
            <a:lvl1pPr>
              <a:buFontTx/>
              <a:defRPr sz="1600" b="1"/>
            </a:lvl1pPr>
            <a:lvl2pPr marL="405039" indent="-179614">
              <a:buSzPct val="70000"/>
              <a:buFontTx/>
              <a:buChar char="▪"/>
              <a:defRPr sz="1600" b="1"/>
            </a:lvl2pPr>
            <a:lvl3pPr marL="628650" indent="-190500">
              <a:buSzPct val="70000"/>
              <a:buFontTx/>
              <a:buChar char="▪"/>
              <a:defRPr sz="1600" b="1"/>
            </a:lvl3pPr>
            <a:lvl4pPr marL="711200" indent="-165100">
              <a:buSzPct val="70000"/>
              <a:buFontTx/>
              <a:buChar char="▪"/>
              <a:defRPr sz="1600" b="1"/>
            </a:lvl4pPr>
            <a:lvl5pPr marL="905308" indent="-189345">
              <a:buSzPct val="70000"/>
              <a:buFontTx/>
              <a:buChar char="▪"/>
              <a:defRPr sz="1600" b="1"/>
            </a:lvl5pPr>
          </a:lstStyle>
          <a:p>
            <a:r>
              <a:t>Body Level One</a:t>
            </a:r>
          </a:p>
          <a:p>
            <a:pPr lvl="1"/>
            <a:r>
              <a:t>Body Level Two</a:t>
            </a:r>
          </a:p>
          <a:p>
            <a:pPr lvl="2"/>
            <a:r>
              <a:t>Body Level Three</a:t>
            </a:r>
          </a:p>
          <a:p>
            <a:pPr lvl="3"/>
            <a:r>
              <a:t>Body Level Four</a:t>
            </a:r>
          </a:p>
          <a:p>
            <a:pPr lvl="4"/>
            <a:r>
              <a:t>Body Level Five</a:t>
            </a:r>
          </a:p>
        </p:txBody>
      </p:sp>
      <p:sp>
        <p:nvSpPr>
          <p:cNvPr id="518" name="Picture Placeholder 7"/>
          <p:cNvSpPr>
            <a:spLocks noGrp="1"/>
          </p:cNvSpPr>
          <p:nvPr>
            <p:ph type="pic" sz="half" idx="21"/>
          </p:nvPr>
        </p:nvSpPr>
        <p:spPr>
          <a:xfrm>
            <a:off x="609600" y="2103120"/>
            <a:ext cx="4937760" cy="4023360"/>
          </a:xfrm>
          <a:prstGeom prst="rect">
            <a:avLst/>
          </a:prstGeom>
        </p:spPr>
        <p:txBody>
          <a:bodyPr lIns="91439" tIns="45719" rIns="91439" bIns="45719"/>
          <a:lstStyle/>
          <a:p>
            <a:endParaRPr/>
          </a:p>
        </p:txBody>
      </p:sp>
      <p:sp>
        <p:nvSpPr>
          <p:cNvPr id="519" name="Text Placeholder 3"/>
          <p:cNvSpPr>
            <a:spLocks noGrp="1"/>
          </p:cNvSpPr>
          <p:nvPr>
            <p:ph type="body" sz="quarter" idx="22"/>
          </p:nvPr>
        </p:nvSpPr>
        <p:spPr>
          <a:xfrm>
            <a:off x="6644640" y="1566126"/>
            <a:ext cx="4846321" cy="342467"/>
          </a:xfrm>
          <a:prstGeom prst="rect">
            <a:avLst/>
          </a:prstGeom>
        </p:spPr>
        <p:txBody>
          <a:bodyPr anchor="ctr">
            <a:normAutofit/>
          </a:bodyPr>
          <a:lstStyle/>
          <a:p>
            <a:pPr>
              <a:buFontTx/>
              <a:defRPr sz="1600" b="1"/>
            </a:pPr>
            <a:endParaRPr/>
          </a:p>
        </p:txBody>
      </p:sp>
      <p:sp>
        <p:nvSpPr>
          <p:cNvPr id="520" name="Picture Placeholder 9"/>
          <p:cNvSpPr>
            <a:spLocks noGrp="1"/>
          </p:cNvSpPr>
          <p:nvPr>
            <p:ph type="pic" sz="half" idx="23"/>
          </p:nvPr>
        </p:nvSpPr>
        <p:spPr>
          <a:xfrm>
            <a:off x="6644640" y="2103120"/>
            <a:ext cx="4937760" cy="4023360"/>
          </a:xfrm>
          <a:prstGeom prst="rect">
            <a:avLst/>
          </a:prstGeom>
        </p:spPr>
        <p:txBody>
          <a:bodyPr lIns="91439" tIns="45719" rIns="91439" bIns="45719"/>
          <a:lstStyle/>
          <a:p>
            <a:endParaRPr/>
          </a:p>
        </p:txBody>
      </p:sp>
      <p:sp>
        <p:nvSpPr>
          <p:cNvPr id="521"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Three Columns - Photo and Title">
    <p:spTree>
      <p:nvGrpSpPr>
        <p:cNvPr id="1" name=""/>
        <p:cNvGrpSpPr/>
        <p:nvPr/>
      </p:nvGrpSpPr>
      <p:grpSpPr>
        <a:xfrm>
          <a:off x="0" y="0"/>
          <a:ext cx="0" cy="0"/>
          <a:chOff x="0" y="0"/>
          <a:chExt cx="0" cy="0"/>
        </a:xfrm>
      </p:grpSpPr>
      <p:sp>
        <p:nvSpPr>
          <p:cNvPr id="52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52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53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53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53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53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53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53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53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53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53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53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54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54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54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54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54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54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54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54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54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54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55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55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55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55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55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55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556"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557" name="Body Level One…"/>
          <p:cNvSpPr txBox="1">
            <a:spLocks noGrp="1"/>
          </p:cNvSpPr>
          <p:nvPr>
            <p:ph type="body" sz="quarter" idx="1"/>
          </p:nvPr>
        </p:nvSpPr>
        <p:spPr>
          <a:xfrm>
            <a:off x="609600" y="1566126"/>
            <a:ext cx="3200400" cy="342467"/>
          </a:xfrm>
          <a:prstGeom prst="rect">
            <a:avLst/>
          </a:prstGeom>
        </p:spPr>
        <p:txBody>
          <a:bodyPr anchor="ctr">
            <a:normAutofit/>
          </a:bodyPr>
          <a:lstStyle>
            <a:lvl1pPr>
              <a:buFontTx/>
              <a:defRPr sz="1600" b="1"/>
            </a:lvl1pPr>
            <a:lvl2pPr marL="405039" indent="-179614">
              <a:buSzPct val="70000"/>
              <a:buFontTx/>
              <a:buChar char="▪"/>
              <a:defRPr sz="1600" b="1"/>
            </a:lvl2pPr>
            <a:lvl3pPr marL="628650" indent="-190500">
              <a:buSzPct val="70000"/>
              <a:buFontTx/>
              <a:buChar char="▪"/>
              <a:defRPr sz="1600" b="1"/>
            </a:lvl3pPr>
            <a:lvl4pPr marL="711200" indent="-165100">
              <a:buSzPct val="70000"/>
              <a:buFontTx/>
              <a:buChar char="▪"/>
              <a:defRPr sz="1600" b="1"/>
            </a:lvl4pPr>
            <a:lvl5pPr marL="905308" indent="-189345">
              <a:buSzPct val="70000"/>
              <a:buFontTx/>
              <a:buChar char="▪"/>
              <a:defRPr sz="1600" b="1"/>
            </a:lvl5pPr>
          </a:lstStyle>
          <a:p>
            <a:r>
              <a:t>Body Level One</a:t>
            </a:r>
          </a:p>
          <a:p>
            <a:pPr lvl="1"/>
            <a:r>
              <a:t>Body Level Two</a:t>
            </a:r>
          </a:p>
          <a:p>
            <a:pPr lvl="2"/>
            <a:r>
              <a:t>Body Level Three</a:t>
            </a:r>
          </a:p>
          <a:p>
            <a:pPr lvl="3"/>
            <a:r>
              <a:t>Body Level Four</a:t>
            </a:r>
          </a:p>
          <a:p>
            <a:pPr lvl="4"/>
            <a:r>
              <a:t>Body Level Five</a:t>
            </a:r>
          </a:p>
        </p:txBody>
      </p:sp>
      <p:sp>
        <p:nvSpPr>
          <p:cNvPr id="558" name="Picture Placeholder 7"/>
          <p:cNvSpPr>
            <a:spLocks noGrp="1"/>
          </p:cNvSpPr>
          <p:nvPr>
            <p:ph type="pic" sz="quarter" idx="21"/>
          </p:nvPr>
        </p:nvSpPr>
        <p:spPr>
          <a:xfrm>
            <a:off x="609600" y="2103120"/>
            <a:ext cx="3255265" cy="4023360"/>
          </a:xfrm>
          <a:prstGeom prst="rect">
            <a:avLst/>
          </a:prstGeom>
        </p:spPr>
        <p:txBody>
          <a:bodyPr lIns="91439" tIns="45719" rIns="91439" bIns="45719"/>
          <a:lstStyle/>
          <a:p>
            <a:endParaRPr/>
          </a:p>
        </p:txBody>
      </p:sp>
      <p:sp>
        <p:nvSpPr>
          <p:cNvPr id="559" name="Text Placeholder 3"/>
          <p:cNvSpPr>
            <a:spLocks noGrp="1"/>
          </p:cNvSpPr>
          <p:nvPr>
            <p:ph type="body" sz="quarter" idx="22"/>
          </p:nvPr>
        </p:nvSpPr>
        <p:spPr>
          <a:xfrm>
            <a:off x="4468367" y="1566126"/>
            <a:ext cx="3200401" cy="342467"/>
          </a:xfrm>
          <a:prstGeom prst="rect">
            <a:avLst/>
          </a:prstGeom>
        </p:spPr>
        <p:txBody>
          <a:bodyPr anchor="ctr">
            <a:normAutofit/>
          </a:bodyPr>
          <a:lstStyle/>
          <a:p>
            <a:pPr>
              <a:buFontTx/>
              <a:defRPr sz="1600" b="1"/>
            </a:pPr>
            <a:endParaRPr/>
          </a:p>
        </p:txBody>
      </p:sp>
      <p:sp>
        <p:nvSpPr>
          <p:cNvPr id="560" name="Picture Placeholder 9"/>
          <p:cNvSpPr>
            <a:spLocks noGrp="1"/>
          </p:cNvSpPr>
          <p:nvPr>
            <p:ph type="pic" sz="quarter" idx="23"/>
          </p:nvPr>
        </p:nvSpPr>
        <p:spPr>
          <a:xfrm>
            <a:off x="4468367" y="2103120"/>
            <a:ext cx="3255266" cy="4023360"/>
          </a:xfrm>
          <a:prstGeom prst="rect">
            <a:avLst/>
          </a:prstGeom>
        </p:spPr>
        <p:txBody>
          <a:bodyPr lIns="91439" tIns="45719" rIns="91439" bIns="45719"/>
          <a:lstStyle/>
          <a:p>
            <a:endParaRPr/>
          </a:p>
        </p:txBody>
      </p:sp>
      <p:sp>
        <p:nvSpPr>
          <p:cNvPr id="561" name="Text Placeholder 3"/>
          <p:cNvSpPr>
            <a:spLocks noGrp="1"/>
          </p:cNvSpPr>
          <p:nvPr>
            <p:ph type="body" sz="quarter" idx="24"/>
          </p:nvPr>
        </p:nvSpPr>
        <p:spPr>
          <a:xfrm>
            <a:off x="8327135" y="1566126"/>
            <a:ext cx="3200401" cy="342467"/>
          </a:xfrm>
          <a:prstGeom prst="rect">
            <a:avLst/>
          </a:prstGeom>
        </p:spPr>
        <p:txBody>
          <a:bodyPr anchor="ctr">
            <a:normAutofit/>
          </a:bodyPr>
          <a:lstStyle/>
          <a:p>
            <a:pPr>
              <a:buFontTx/>
              <a:defRPr sz="1600" b="1"/>
            </a:pPr>
            <a:endParaRPr/>
          </a:p>
        </p:txBody>
      </p:sp>
      <p:sp>
        <p:nvSpPr>
          <p:cNvPr id="562" name="Picture Placeholder 11"/>
          <p:cNvSpPr>
            <a:spLocks noGrp="1"/>
          </p:cNvSpPr>
          <p:nvPr>
            <p:ph type="pic" sz="quarter" idx="25"/>
          </p:nvPr>
        </p:nvSpPr>
        <p:spPr>
          <a:xfrm>
            <a:off x="8327135" y="2103120"/>
            <a:ext cx="3255265" cy="4023360"/>
          </a:xfrm>
          <a:prstGeom prst="rect">
            <a:avLst/>
          </a:prstGeom>
        </p:spPr>
        <p:txBody>
          <a:bodyPr lIns="91439" tIns="45719" rIns="91439" bIns="45719"/>
          <a:lstStyle/>
          <a:p>
            <a:endParaRPr/>
          </a:p>
        </p:txBody>
      </p:sp>
      <p:sp>
        <p:nvSpPr>
          <p:cNvPr id="563"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x">
  <p:cSld name="Four Columns - Photo and Title">
    <p:spTree>
      <p:nvGrpSpPr>
        <p:cNvPr id="1" name=""/>
        <p:cNvGrpSpPr/>
        <p:nvPr/>
      </p:nvGrpSpPr>
      <p:grpSpPr>
        <a:xfrm>
          <a:off x="0" y="0"/>
          <a:ext cx="0" cy="0"/>
          <a:chOff x="0" y="0"/>
          <a:chExt cx="0" cy="0"/>
        </a:xfrm>
      </p:grpSpPr>
      <p:sp>
        <p:nvSpPr>
          <p:cNvPr id="570"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571"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572"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573"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574"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575"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576"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577"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578"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579"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580"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581"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582"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583"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584"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585"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586"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587"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588"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589"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590"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591"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592"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593"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594"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595"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596"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597"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598"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599" name="Body Level One…"/>
          <p:cNvSpPr txBox="1">
            <a:spLocks noGrp="1"/>
          </p:cNvSpPr>
          <p:nvPr>
            <p:ph type="body" sz="quarter" idx="1"/>
          </p:nvPr>
        </p:nvSpPr>
        <p:spPr>
          <a:xfrm>
            <a:off x="609600" y="1463278"/>
            <a:ext cx="2240280" cy="548164"/>
          </a:xfrm>
          <a:prstGeom prst="rect">
            <a:avLst/>
          </a:prstGeom>
        </p:spPr>
        <p:txBody>
          <a:bodyPr anchor="ctr">
            <a:normAutofit/>
          </a:bodyPr>
          <a:lstStyle>
            <a:lvl1pPr>
              <a:buFontTx/>
              <a:defRPr sz="1400" b="1"/>
            </a:lvl1pPr>
            <a:lvl2pPr marL="382588" indent="-157163">
              <a:buSzPct val="70000"/>
              <a:buFontTx/>
              <a:buChar char="▪"/>
              <a:defRPr sz="1400" b="1"/>
            </a:lvl2pPr>
            <a:lvl3pPr marL="604837" indent="-166687">
              <a:buSzPct val="70000"/>
              <a:buFontTx/>
              <a:buChar char="▪"/>
              <a:defRPr sz="1400" b="1"/>
            </a:lvl3pPr>
            <a:lvl4pPr marL="690562" indent="-144462">
              <a:buSzPct val="70000"/>
              <a:buFontTx/>
              <a:buChar char="▪"/>
              <a:defRPr sz="1400" b="1"/>
            </a:lvl4pPr>
            <a:lvl5pPr marL="881640" indent="-165677">
              <a:buSzPct val="70000"/>
              <a:buFontTx/>
              <a:buChar char="▪"/>
              <a:defRPr sz="1400" b="1"/>
            </a:lvl5pPr>
          </a:lstStyle>
          <a:p>
            <a:r>
              <a:t>Body Level One</a:t>
            </a:r>
          </a:p>
          <a:p>
            <a:pPr lvl="1"/>
            <a:r>
              <a:t>Body Level Two</a:t>
            </a:r>
          </a:p>
          <a:p>
            <a:pPr lvl="2"/>
            <a:r>
              <a:t>Body Level Three</a:t>
            </a:r>
          </a:p>
          <a:p>
            <a:pPr lvl="3"/>
            <a:r>
              <a:t>Body Level Four</a:t>
            </a:r>
          </a:p>
          <a:p>
            <a:pPr lvl="4"/>
            <a:r>
              <a:t>Body Level Five</a:t>
            </a:r>
          </a:p>
        </p:txBody>
      </p:sp>
      <p:sp>
        <p:nvSpPr>
          <p:cNvPr id="600" name="Picture Placeholder 7"/>
          <p:cNvSpPr>
            <a:spLocks noGrp="1"/>
          </p:cNvSpPr>
          <p:nvPr>
            <p:ph type="pic" sz="quarter" idx="21"/>
          </p:nvPr>
        </p:nvSpPr>
        <p:spPr>
          <a:xfrm>
            <a:off x="609600" y="2103120"/>
            <a:ext cx="2240280" cy="4023360"/>
          </a:xfrm>
          <a:prstGeom prst="rect">
            <a:avLst/>
          </a:prstGeom>
        </p:spPr>
        <p:txBody>
          <a:bodyPr lIns="91439" tIns="45719" rIns="91439" bIns="45719"/>
          <a:lstStyle/>
          <a:p>
            <a:endParaRPr/>
          </a:p>
        </p:txBody>
      </p:sp>
      <p:sp>
        <p:nvSpPr>
          <p:cNvPr id="601" name="Text Placeholder 3"/>
          <p:cNvSpPr>
            <a:spLocks noGrp="1"/>
          </p:cNvSpPr>
          <p:nvPr>
            <p:ph type="body" sz="quarter" idx="22"/>
          </p:nvPr>
        </p:nvSpPr>
        <p:spPr>
          <a:xfrm>
            <a:off x="3520440" y="1463278"/>
            <a:ext cx="2240281" cy="548164"/>
          </a:xfrm>
          <a:prstGeom prst="rect">
            <a:avLst/>
          </a:prstGeom>
        </p:spPr>
        <p:txBody>
          <a:bodyPr anchor="ctr">
            <a:normAutofit/>
          </a:bodyPr>
          <a:lstStyle/>
          <a:p>
            <a:pPr>
              <a:buFontTx/>
              <a:defRPr sz="1400" b="1"/>
            </a:pPr>
            <a:endParaRPr/>
          </a:p>
        </p:txBody>
      </p:sp>
      <p:sp>
        <p:nvSpPr>
          <p:cNvPr id="602" name="Picture Placeholder 9"/>
          <p:cNvSpPr>
            <a:spLocks noGrp="1"/>
          </p:cNvSpPr>
          <p:nvPr>
            <p:ph type="pic" sz="quarter" idx="23"/>
          </p:nvPr>
        </p:nvSpPr>
        <p:spPr>
          <a:xfrm>
            <a:off x="3520440" y="2103120"/>
            <a:ext cx="2240281" cy="4023360"/>
          </a:xfrm>
          <a:prstGeom prst="rect">
            <a:avLst/>
          </a:prstGeom>
        </p:spPr>
        <p:txBody>
          <a:bodyPr lIns="91439" tIns="45719" rIns="91439" bIns="45719"/>
          <a:lstStyle/>
          <a:p>
            <a:endParaRPr/>
          </a:p>
        </p:txBody>
      </p:sp>
      <p:sp>
        <p:nvSpPr>
          <p:cNvPr id="603" name="Text Placeholder 3"/>
          <p:cNvSpPr>
            <a:spLocks noGrp="1"/>
          </p:cNvSpPr>
          <p:nvPr>
            <p:ph type="body" sz="quarter" idx="24"/>
          </p:nvPr>
        </p:nvSpPr>
        <p:spPr>
          <a:xfrm>
            <a:off x="6431279" y="1463278"/>
            <a:ext cx="2240281" cy="548164"/>
          </a:xfrm>
          <a:prstGeom prst="rect">
            <a:avLst/>
          </a:prstGeom>
        </p:spPr>
        <p:txBody>
          <a:bodyPr anchor="ctr">
            <a:normAutofit/>
          </a:bodyPr>
          <a:lstStyle/>
          <a:p>
            <a:pPr>
              <a:buFontTx/>
              <a:defRPr sz="1400" b="1"/>
            </a:pPr>
            <a:endParaRPr/>
          </a:p>
        </p:txBody>
      </p:sp>
      <p:sp>
        <p:nvSpPr>
          <p:cNvPr id="604" name="Picture Placeholder 11"/>
          <p:cNvSpPr>
            <a:spLocks noGrp="1"/>
          </p:cNvSpPr>
          <p:nvPr>
            <p:ph type="pic" sz="quarter" idx="25"/>
          </p:nvPr>
        </p:nvSpPr>
        <p:spPr>
          <a:xfrm>
            <a:off x="6431279" y="2103120"/>
            <a:ext cx="2240281" cy="4023360"/>
          </a:xfrm>
          <a:prstGeom prst="rect">
            <a:avLst/>
          </a:prstGeom>
        </p:spPr>
        <p:txBody>
          <a:bodyPr lIns="91439" tIns="45719" rIns="91439" bIns="45719"/>
          <a:lstStyle/>
          <a:p>
            <a:endParaRPr/>
          </a:p>
        </p:txBody>
      </p:sp>
      <p:sp>
        <p:nvSpPr>
          <p:cNvPr id="605" name="Text Placeholder 3"/>
          <p:cNvSpPr>
            <a:spLocks noGrp="1"/>
          </p:cNvSpPr>
          <p:nvPr>
            <p:ph type="body" sz="quarter" idx="26"/>
          </p:nvPr>
        </p:nvSpPr>
        <p:spPr>
          <a:xfrm>
            <a:off x="9342119" y="1463278"/>
            <a:ext cx="2240281" cy="548164"/>
          </a:xfrm>
          <a:prstGeom prst="rect">
            <a:avLst/>
          </a:prstGeom>
        </p:spPr>
        <p:txBody>
          <a:bodyPr anchor="ctr">
            <a:normAutofit/>
          </a:bodyPr>
          <a:lstStyle/>
          <a:p>
            <a:pPr>
              <a:buFontTx/>
              <a:defRPr sz="1400" b="1"/>
            </a:pPr>
            <a:endParaRPr/>
          </a:p>
        </p:txBody>
      </p:sp>
      <p:sp>
        <p:nvSpPr>
          <p:cNvPr id="606" name="Picture Placeholder 11"/>
          <p:cNvSpPr>
            <a:spLocks noGrp="1"/>
          </p:cNvSpPr>
          <p:nvPr>
            <p:ph type="pic" sz="quarter" idx="27"/>
          </p:nvPr>
        </p:nvSpPr>
        <p:spPr>
          <a:xfrm>
            <a:off x="9342119" y="2103120"/>
            <a:ext cx="2240281" cy="4023360"/>
          </a:xfrm>
          <a:prstGeom prst="rect">
            <a:avLst/>
          </a:prstGeom>
        </p:spPr>
        <p:txBody>
          <a:bodyPr lIns="91439" tIns="45719" rIns="91439" bIns="45719"/>
          <a:lstStyle/>
          <a:p>
            <a:endParaRPr/>
          </a:p>
        </p:txBody>
      </p:sp>
      <p:sp>
        <p:nvSpPr>
          <p:cNvPr id="607"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x">
  <p:cSld name="Five Columns - Photo and Title">
    <p:spTree>
      <p:nvGrpSpPr>
        <p:cNvPr id="1" name=""/>
        <p:cNvGrpSpPr/>
        <p:nvPr/>
      </p:nvGrpSpPr>
      <p:grpSpPr>
        <a:xfrm>
          <a:off x="0" y="0"/>
          <a:ext cx="0" cy="0"/>
          <a:chOff x="0" y="0"/>
          <a:chExt cx="0" cy="0"/>
        </a:xfrm>
      </p:grpSpPr>
      <p:sp>
        <p:nvSpPr>
          <p:cNvPr id="614"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615"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616"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617"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618"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619"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620"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621"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622"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623"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624"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625"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626"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627"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628"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629"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630"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631"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632"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633"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634"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635"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636"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637"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638"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639"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640"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641"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642"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643" name="Body Level One…"/>
          <p:cNvSpPr txBox="1">
            <a:spLocks noGrp="1"/>
          </p:cNvSpPr>
          <p:nvPr>
            <p:ph type="body" sz="quarter" idx="1"/>
          </p:nvPr>
        </p:nvSpPr>
        <p:spPr>
          <a:xfrm>
            <a:off x="609600" y="1463278"/>
            <a:ext cx="1828800" cy="548164"/>
          </a:xfrm>
          <a:prstGeom prst="rect">
            <a:avLst/>
          </a:prstGeom>
        </p:spPr>
        <p:txBody>
          <a:bodyPr anchor="ctr">
            <a:normAutofit/>
          </a:bodyPr>
          <a:lstStyle>
            <a:lvl1pPr>
              <a:buFontTx/>
              <a:defRPr sz="1400" b="1"/>
            </a:lvl1pPr>
            <a:lvl2pPr marL="382588" indent="-157163">
              <a:buSzPct val="70000"/>
              <a:buFontTx/>
              <a:buChar char="▪"/>
              <a:defRPr sz="1400" b="1"/>
            </a:lvl2pPr>
            <a:lvl3pPr marL="604837" indent="-166687">
              <a:buSzPct val="70000"/>
              <a:buFontTx/>
              <a:buChar char="▪"/>
              <a:defRPr sz="1400" b="1"/>
            </a:lvl3pPr>
            <a:lvl4pPr marL="690562" indent="-144462">
              <a:buSzPct val="70000"/>
              <a:buFontTx/>
              <a:buChar char="▪"/>
              <a:defRPr sz="1400" b="1"/>
            </a:lvl4pPr>
            <a:lvl5pPr marL="881640" indent="-165677">
              <a:buSzPct val="70000"/>
              <a:buFontTx/>
              <a:buChar char="▪"/>
              <a:defRPr sz="1400" b="1"/>
            </a:lvl5pPr>
          </a:lstStyle>
          <a:p>
            <a:r>
              <a:t>Body Level One</a:t>
            </a:r>
          </a:p>
          <a:p>
            <a:pPr lvl="1"/>
            <a:r>
              <a:t>Body Level Two</a:t>
            </a:r>
          </a:p>
          <a:p>
            <a:pPr lvl="2"/>
            <a:r>
              <a:t>Body Level Three</a:t>
            </a:r>
          </a:p>
          <a:p>
            <a:pPr lvl="3"/>
            <a:r>
              <a:t>Body Level Four</a:t>
            </a:r>
          </a:p>
          <a:p>
            <a:pPr lvl="4"/>
            <a:r>
              <a:t>Body Level Five</a:t>
            </a:r>
          </a:p>
        </p:txBody>
      </p:sp>
      <p:sp>
        <p:nvSpPr>
          <p:cNvPr id="644" name="Picture Placeholder 1"/>
          <p:cNvSpPr>
            <a:spLocks noGrp="1"/>
          </p:cNvSpPr>
          <p:nvPr>
            <p:ph type="pic" sz="quarter" idx="21"/>
          </p:nvPr>
        </p:nvSpPr>
        <p:spPr>
          <a:xfrm>
            <a:off x="609600" y="2103120"/>
            <a:ext cx="1828800" cy="4023360"/>
          </a:xfrm>
          <a:prstGeom prst="rect">
            <a:avLst/>
          </a:prstGeom>
        </p:spPr>
        <p:txBody>
          <a:bodyPr lIns="91439" tIns="45719" rIns="91439" bIns="45719"/>
          <a:lstStyle/>
          <a:p>
            <a:endParaRPr/>
          </a:p>
        </p:txBody>
      </p:sp>
      <p:sp>
        <p:nvSpPr>
          <p:cNvPr id="645" name="Text Placeholder 2"/>
          <p:cNvSpPr>
            <a:spLocks noGrp="1"/>
          </p:cNvSpPr>
          <p:nvPr>
            <p:ph type="body" sz="quarter" idx="22"/>
          </p:nvPr>
        </p:nvSpPr>
        <p:spPr>
          <a:xfrm>
            <a:off x="2895600" y="1463278"/>
            <a:ext cx="1828800" cy="548164"/>
          </a:xfrm>
          <a:prstGeom prst="rect">
            <a:avLst/>
          </a:prstGeom>
        </p:spPr>
        <p:txBody>
          <a:bodyPr anchor="ctr">
            <a:normAutofit/>
          </a:bodyPr>
          <a:lstStyle/>
          <a:p>
            <a:pPr>
              <a:buFontTx/>
              <a:defRPr sz="1400" b="1"/>
            </a:pPr>
            <a:endParaRPr/>
          </a:p>
        </p:txBody>
      </p:sp>
      <p:sp>
        <p:nvSpPr>
          <p:cNvPr id="646" name="Picture Placeholder 2"/>
          <p:cNvSpPr>
            <a:spLocks noGrp="1"/>
          </p:cNvSpPr>
          <p:nvPr>
            <p:ph type="pic" sz="quarter" idx="23"/>
          </p:nvPr>
        </p:nvSpPr>
        <p:spPr>
          <a:xfrm>
            <a:off x="2895600" y="2103120"/>
            <a:ext cx="1828800" cy="4023360"/>
          </a:xfrm>
          <a:prstGeom prst="rect">
            <a:avLst/>
          </a:prstGeom>
        </p:spPr>
        <p:txBody>
          <a:bodyPr lIns="91439" tIns="45719" rIns="91439" bIns="45719"/>
          <a:lstStyle/>
          <a:p>
            <a:endParaRPr/>
          </a:p>
        </p:txBody>
      </p:sp>
      <p:sp>
        <p:nvSpPr>
          <p:cNvPr id="647" name="Text Placeholder 3"/>
          <p:cNvSpPr>
            <a:spLocks noGrp="1"/>
          </p:cNvSpPr>
          <p:nvPr>
            <p:ph type="body" sz="quarter" idx="24"/>
          </p:nvPr>
        </p:nvSpPr>
        <p:spPr>
          <a:xfrm>
            <a:off x="5181600" y="1463278"/>
            <a:ext cx="1828800" cy="548164"/>
          </a:xfrm>
          <a:prstGeom prst="rect">
            <a:avLst/>
          </a:prstGeom>
        </p:spPr>
        <p:txBody>
          <a:bodyPr anchor="ctr">
            <a:normAutofit/>
          </a:bodyPr>
          <a:lstStyle/>
          <a:p>
            <a:pPr>
              <a:buFontTx/>
              <a:defRPr sz="1400" b="1"/>
            </a:pPr>
            <a:endParaRPr/>
          </a:p>
        </p:txBody>
      </p:sp>
      <p:sp>
        <p:nvSpPr>
          <p:cNvPr id="648" name="Picture Placeholder 3"/>
          <p:cNvSpPr>
            <a:spLocks noGrp="1"/>
          </p:cNvSpPr>
          <p:nvPr>
            <p:ph type="pic" sz="quarter" idx="25"/>
          </p:nvPr>
        </p:nvSpPr>
        <p:spPr>
          <a:xfrm>
            <a:off x="5181600" y="2103120"/>
            <a:ext cx="1828800" cy="4023360"/>
          </a:xfrm>
          <a:prstGeom prst="rect">
            <a:avLst/>
          </a:prstGeom>
        </p:spPr>
        <p:txBody>
          <a:bodyPr lIns="91439" tIns="45719" rIns="91439" bIns="45719"/>
          <a:lstStyle/>
          <a:p>
            <a:endParaRPr/>
          </a:p>
        </p:txBody>
      </p:sp>
      <p:sp>
        <p:nvSpPr>
          <p:cNvPr id="649" name="Text Placeholder 4"/>
          <p:cNvSpPr>
            <a:spLocks noGrp="1"/>
          </p:cNvSpPr>
          <p:nvPr>
            <p:ph type="body" sz="quarter" idx="26"/>
          </p:nvPr>
        </p:nvSpPr>
        <p:spPr>
          <a:xfrm>
            <a:off x="7467600" y="1463278"/>
            <a:ext cx="1828800" cy="548164"/>
          </a:xfrm>
          <a:prstGeom prst="rect">
            <a:avLst/>
          </a:prstGeom>
        </p:spPr>
        <p:txBody>
          <a:bodyPr anchor="ctr">
            <a:normAutofit/>
          </a:bodyPr>
          <a:lstStyle/>
          <a:p>
            <a:pPr>
              <a:buFontTx/>
              <a:defRPr sz="1400" b="1"/>
            </a:pPr>
            <a:endParaRPr/>
          </a:p>
        </p:txBody>
      </p:sp>
      <p:sp>
        <p:nvSpPr>
          <p:cNvPr id="650" name="Picture Placeholder 4"/>
          <p:cNvSpPr>
            <a:spLocks noGrp="1"/>
          </p:cNvSpPr>
          <p:nvPr>
            <p:ph type="pic" sz="quarter" idx="27"/>
          </p:nvPr>
        </p:nvSpPr>
        <p:spPr>
          <a:xfrm>
            <a:off x="7467600" y="2103120"/>
            <a:ext cx="1828800" cy="4023360"/>
          </a:xfrm>
          <a:prstGeom prst="rect">
            <a:avLst/>
          </a:prstGeom>
        </p:spPr>
        <p:txBody>
          <a:bodyPr lIns="91439" tIns="45719" rIns="91439" bIns="45719"/>
          <a:lstStyle/>
          <a:p>
            <a:endParaRPr/>
          </a:p>
        </p:txBody>
      </p:sp>
      <p:sp>
        <p:nvSpPr>
          <p:cNvPr id="651" name="Text Placeholder 5"/>
          <p:cNvSpPr>
            <a:spLocks noGrp="1"/>
          </p:cNvSpPr>
          <p:nvPr>
            <p:ph type="body" sz="quarter" idx="28"/>
          </p:nvPr>
        </p:nvSpPr>
        <p:spPr>
          <a:xfrm>
            <a:off x="9753600" y="1463278"/>
            <a:ext cx="1828800" cy="548164"/>
          </a:xfrm>
          <a:prstGeom prst="rect">
            <a:avLst/>
          </a:prstGeom>
        </p:spPr>
        <p:txBody>
          <a:bodyPr anchor="ctr">
            <a:normAutofit/>
          </a:bodyPr>
          <a:lstStyle/>
          <a:p>
            <a:pPr>
              <a:buFontTx/>
              <a:defRPr sz="1400" b="1"/>
            </a:pPr>
            <a:endParaRPr/>
          </a:p>
        </p:txBody>
      </p:sp>
      <p:sp>
        <p:nvSpPr>
          <p:cNvPr id="652" name="Picture Placeholder 5"/>
          <p:cNvSpPr>
            <a:spLocks noGrp="1"/>
          </p:cNvSpPr>
          <p:nvPr>
            <p:ph type="pic" sz="quarter" idx="29"/>
          </p:nvPr>
        </p:nvSpPr>
        <p:spPr>
          <a:xfrm>
            <a:off x="9753600" y="2103120"/>
            <a:ext cx="1828800" cy="4023360"/>
          </a:xfrm>
          <a:prstGeom prst="rect">
            <a:avLst/>
          </a:prstGeom>
        </p:spPr>
        <p:txBody>
          <a:bodyPr lIns="91439" tIns="45719" rIns="91439" bIns="45719"/>
          <a:lstStyle/>
          <a:p>
            <a:endParaRPr/>
          </a:p>
        </p:txBody>
      </p:sp>
      <p:sp>
        <p:nvSpPr>
          <p:cNvPr id="653"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x">
  <p:cSld name="Grid - 1x1">
    <p:spTree>
      <p:nvGrpSpPr>
        <p:cNvPr id="1" name=""/>
        <p:cNvGrpSpPr/>
        <p:nvPr/>
      </p:nvGrpSpPr>
      <p:grpSpPr>
        <a:xfrm>
          <a:off x="0" y="0"/>
          <a:ext cx="0" cy="0"/>
          <a:chOff x="0" y="0"/>
          <a:chExt cx="0" cy="0"/>
        </a:xfrm>
      </p:grpSpPr>
      <p:sp>
        <p:nvSpPr>
          <p:cNvPr id="660"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661"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662"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663"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664"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665"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666"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667"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668"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669"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670"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671"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672"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673"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674"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675"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676"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677"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678"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679"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680"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681"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682"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683"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684"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685"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686"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687"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688"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689" name="Picture Placeholder 7"/>
          <p:cNvSpPr>
            <a:spLocks noGrp="1"/>
          </p:cNvSpPr>
          <p:nvPr>
            <p:ph type="pic" idx="21"/>
          </p:nvPr>
        </p:nvSpPr>
        <p:spPr>
          <a:xfrm>
            <a:off x="609600" y="1554480"/>
            <a:ext cx="10972800" cy="4572001"/>
          </a:xfrm>
          <a:prstGeom prst="rect">
            <a:avLst/>
          </a:prstGeom>
        </p:spPr>
        <p:txBody>
          <a:bodyPr lIns="91439" tIns="45719" rIns="91439" bIns="45719"/>
          <a:lstStyle/>
          <a:p>
            <a:endParaRPr/>
          </a:p>
        </p:txBody>
      </p:sp>
      <p:sp>
        <p:nvSpPr>
          <p:cNvPr id="690"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x">
  <p:cSld name="Grid - 2x2">
    <p:spTree>
      <p:nvGrpSpPr>
        <p:cNvPr id="1" name=""/>
        <p:cNvGrpSpPr/>
        <p:nvPr/>
      </p:nvGrpSpPr>
      <p:grpSpPr>
        <a:xfrm>
          <a:off x="0" y="0"/>
          <a:ext cx="0" cy="0"/>
          <a:chOff x="0" y="0"/>
          <a:chExt cx="0" cy="0"/>
        </a:xfrm>
      </p:grpSpPr>
      <p:sp>
        <p:nvSpPr>
          <p:cNvPr id="697"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698"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699"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700"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01"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702"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703"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704"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705"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706"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707"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708"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709"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710"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711"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712"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13"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714"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715"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716"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717"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718"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719"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720"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721"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722"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723"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724"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725"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726" name="Picture Placeholder 7"/>
          <p:cNvSpPr>
            <a:spLocks noGrp="1"/>
          </p:cNvSpPr>
          <p:nvPr>
            <p:ph type="pic" sz="quarter" idx="21"/>
          </p:nvPr>
        </p:nvSpPr>
        <p:spPr>
          <a:xfrm>
            <a:off x="609600" y="1554480"/>
            <a:ext cx="5486400" cy="2286001"/>
          </a:xfrm>
          <a:prstGeom prst="rect">
            <a:avLst/>
          </a:prstGeom>
        </p:spPr>
        <p:txBody>
          <a:bodyPr lIns="91439" tIns="45719" rIns="91439" bIns="45719"/>
          <a:lstStyle/>
          <a:p>
            <a:endParaRPr/>
          </a:p>
        </p:txBody>
      </p:sp>
      <p:sp>
        <p:nvSpPr>
          <p:cNvPr id="727" name="Picture Placeholder 9"/>
          <p:cNvSpPr>
            <a:spLocks noGrp="1"/>
          </p:cNvSpPr>
          <p:nvPr>
            <p:ph type="pic" sz="quarter" idx="22"/>
          </p:nvPr>
        </p:nvSpPr>
        <p:spPr>
          <a:xfrm>
            <a:off x="6096000" y="1554480"/>
            <a:ext cx="5486400" cy="2286001"/>
          </a:xfrm>
          <a:prstGeom prst="rect">
            <a:avLst/>
          </a:prstGeom>
        </p:spPr>
        <p:txBody>
          <a:bodyPr lIns="91439" tIns="45719" rIns="91439" bIns="45719"/>
          <a:lstStyle/>
          <a:p>
            <a:endParaRPr/>
          </a:p>
        </p:txBody>
      </p:sp>
      <p:sp>
        <p:nvSpPr>
          <p:cNvPr id="728" name="Picture Placeholder 7"/>
          <p:cNvSpPr>
            <a:spLocks noGrp="1"/>
          </p:cNvSpPr>
          <p:nvPr>
            <p:ph type="pic" sz="quarter" idx="23"/>
          </p:nvPr>
        </p:nvSpPr>
        <p:spPr>
          <a:xfrm>
            <a:off x="609600" y="3840479"/>
            <a:ext cx="5486400" cy="2286001"/>
          </a:xfrm>
          <a:prstGeom prst="rect">
            <a:avLst/>
          </a:prstGeom>
        </p:spPr>
        <p:txBody>
          <a:bodyPr lIns="91439" tIns="45719" rIns="91439" bIns="45719"/>
          <a:lstStyle/>
          <a:p>
            <a:endParaRPr/>
          </a:p>
        </p:txBody>
      </p:sp>
      <p:sp>
        <p:nvSpPr>
          <p:cNvPr id="729" name="Picture Placeholder 9"/>
          <p:cNvSpPr>
            <a:spLocks noGrp="1"/>
          </p:cNvSpPr>
          <p:nvPr>
            <p:ph type="pic" sz="quarter" idx="24"/>
          </p:nvPr>
        </p:nvSpPr>
        <p:spPr>
          <a:xfrm>
            <a:off x="6096000" y="3840479"/>
            <a:ext cx="5486400" cy="2286001"/>
          </a:xfrm>
          <a:prstGeom prst="rect">
            <a:avLst/>
          </a:prstGeom>
        </p:spPr>
        <p:txBody>
          <a:bodyPr lIns="91439" tIns="45719" rIns="91439" bIns="45719"/>
          <a:lstStyle/>
          <a:p>
            <a:endParaRPr/>
          </a:p>
        </p:txBody>
      </p:sp>
      <p:sp>
        <p:nvSpPr>
          <p:cNvPr id="730"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x">
  <p:cSld name="Grid - 3x2">
    <p:spTree>
      <p:nvGrpSpPr>
        <p:cNvPr id="1" name=""/>
        <p:cNvGrpSpPr/>
        <p:nvPr/>
      </p:nvGrpSpPr>
      <p:grpSpPr>
        <a:xfrm>
          <a:off x="0" y="0"/>
          <a:ext cx="0" cy="0"/>
          <a:chOff x="0" y="0"/>
          <a:chExt cx="0" cy="0"/>
        </a:xfrm>
      </p:grpSpPr>
      <p:sp>
        <p:nvSpPr>
          <p:cNvPr id="737"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738"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739"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740"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41"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742"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743"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744"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745"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746"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747"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748"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749"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750"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751"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752"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53"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754"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755"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756"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757"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758"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759"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760"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761"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762"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763"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764"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765"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766" name="Picture Placeholder 7"/>
          <p:cNvSpPr>
            <a:spLocks noGrp="1"/>
          </p:cNvSpPr>
          <p:nvPr>
            <p:ph type="pic" sz="quarter" idx="21"/>
          </p:nvPr>
        </p:nvSpPr>
        <p:spPr>
          <a:xfrm>
            <a:off x="609600" y="1554480"/>
            <a:ext cx="3657600" cy="2286001"/>
          </a:xfrm>
          <a:prstGeom prst="rect">
            <a:avLst/>
          </a:prstGeom>
        </p:spPr>
        <p:txBody>
          <a:bodyPr lIns="91439" tIns="45719" rIns="91439" bIns="45719"/>
          <a:lstStyle/>
          <a:p>
            <a:endParaRPr/>
          </a:p>
        </p:txBody>
      </p:sp>
      <p:sp>
        <p:nvSpPr>
          <p:cNvPr id="767" name="Picture Placeholder 9"/>
          <p:cNvSpPr>
            <a:spLocks noGrp="1"/>
          </p:cNvSpPr>
          <p:nvPr>
            <p:ph type="pic" sz="quarter" idx="22"/>
          </p:nvPr>
        </p:nvSpPr>
        <p:spPr>
          <a:xfrm>
            <a:off x="4267200" y="1554480"/>
            <a:ext cx="3657600" cy="2286001"/>
          </a:xfrm>
          <a:prstGeom prst="rect">
            <a:avLst/>
          </a:prstGeom>
        </p:spPr>
        <p:txBody>
          <a:bodyPr lIns="91439" tIns="45719" rIns="91439" bIns="45719"/>
          <a:lstStyle/>
          <a:p>
            <a:endParaRPr/>
          </a:p>
        </p:txBody>
      </p:sp>
      <p:sp>
        <p:nvSpPr>
          <p:cNvPr id="768" name="Picture Placeholder 11"/>
          <p:cNvSpPr>
            <a:spLocks noGrp="1"/>
          </p:cNvSpPr>
          <p:nvPr>
            <p:ph type="pic" sz="quarter" idx="23"/>
          </p:nvPr>
        </p:nvSpPr>
        <p:spPr>
          <a:xfrm>
            <a:off x="7924800" y="1554480"/>
            <a:ext cx="3657600" cy="2286001"/>
          </a:xfrm>
          <a:prstGeom prst="rect">
            <a:avLst/>
          </a:prstGeom>
        </p:spPr>
        <p:txBody>
          <a:bodyPr lIns="91439" tIns="45719" rIns="91439" bIns="45719"/>
          <a:lstStyle/>
          <a:p>
            <a:endParaRPr/>
          </a:p>
        </p:txBody>
      </p:sp>
      <p:sp>
        <p:nvSpPr>
          <p:cNvPr id="769" name="Picture Placeholder 13"/>
          <p:cNvSpPr>
            <a:spLocks noGrp="1"/>
          </p:cNvSpPr>
          <p:nvPr>
            <p:ph type="pic" sz="quarter" idx="24"/>
          </p:nvPr>
        </p:nvSpPr>
        <p:spPr>
          <a:xfrm>
            <a:off x="609600" y="3840479"/>
            <a:ext cx="3657600" cy="2286001"/>
          </a:xfrm>
          <a:prstGeom prst="rect">
            <a:avLst/>
          </a:prstGeom>
        </p:spPr>
        <p:txBody>
          <a:bodyPr lIns="91439" tIns="45719" rIns="91439" bIns="45719"/>
          <a:lstStyle/>
          <a:p>
            <a:endParaRPr/>
          </a:p>
        </p:txBody>
      </p:sp>
      <p:sp>
        <p:nvSpPr>
          <p:cNvPr id="770" name="Picture Placeholder 15"/>
          <p:cNvSpPr>
            <a:spLocks noGrp="1"/>
          </p:cNvSpPr>
          <p:nvPr>
            <p:ph type="pic" sz="quarter" idx="25"/>
          </p:nvPr>
        </p:nvSpPr>
        <p:spPr>
          <a:xfrm>
            <a:off x="4267200" y="3840479"/>
            <a:ext cx="3657600" cy="2286001"/>
          </a:xfrm>
          <a:prstGeom prst="rect">
            <a:avLst/>
          </a:prstGeom>
        </p:spPr>
        <p:txBody>
          <a:bodyPr lIns="91439" tIns="45719" rIns="91439" bIns="45719"/>
          <a:lstStyle/>
          <a:p>
            <a:endParaRPr/>
          </a:p>
        </p:txBody>
      </p:sp>
      <p:sp>
        <p:nvSpPr>
          <p:cNvPr id="771" name="Picture Placeholder 17"/>
          <p:cNvSpPr>
            <a:spLocks noGrp="1"/>
          </p:cNvSpPr>
          <p:nvPr>
            <p:ph type="pic" sz="quarter" idx="26"/>
          </p:nvPr>
        </p:nvSpPr>
        <p:spPr>
          <a:xfrm>
            <a:off x="7924800" y="3840479"/>
            <a:ext cx="3657600" cy="2286001"/>
          </a:xfrm>
          <a:prstGeom prst="rect">
            <a:avLst/>
          </a:prstGeom>
        </p:spPr>
        <p:txBody>
          <a:bodyPr lIns="91439" tIns="45719" rIns="91439" bIns="45719"/>
          <a:lstStyle/>
          <a:p>
            <a:endParaRPr/>
          </a:p>
        </p:txBody>
      </p:sp>
      <p:sp>
        <p:nvSpPr>
          <p:cNvPr id="772"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x">
  <p:cSld name="Grid - 8x4">
    <p:spTree>
      <p:nvGrpSpPr>
        <p:cNvPr id="1" name=""/>
        <p:cNvGrpSpPr/>
        <p:nvPr/>
      </p:nvGrpSpPr>
      <p:grpSpPr>
        <a:xfrm>
          <a:off x="0" y="0"/>
          <a:ext cx="0" cy="0"/>
          <a:chOff x="0" y="0"/>
          <a:chExt cx="0" cy="0"/>
        </a:xfrm>
      </p:grpSpPr>
      <p:sp>
        <p:nvSpPr>
          <p:cNvPr id="779"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780"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781"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782"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83"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784"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785"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786"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787"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788"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789"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790"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791"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792"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793"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794"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795"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796"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797"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798"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799"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800"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801"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802"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803"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804"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805"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806"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807"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808" name="Rectangle 5"/>
          <p:cNvSpPr/>
          <p:nvPr/>
        </p:nvSpPr>
        <p:spPr>
          <a:xfrm>
            <a:off x="609599" y="1334323"/>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09" name="Rectangle 6"/>
          <p:cNvSpPr/>
          <p:nvPr/>
        </p:nvSpPr>
        <p:spPr>
          <a:xfrm>
            <a:off x="199587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0" name="Rectangle 8"/>
          <p:cNvSpPr/>
          <p:nvPr/>
        </p:nvSpPr>
        <p:spPr>
          <a:xfrm>
            <a:off x="338215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1" name="Rectangle 9"/>
          <p:cNvSpPr/>
          <p:nvPr/>
        </p:nvSpPr>
        <p:spPr>
          <a:xfrm>
            <a:off x="4768439" y="1334323"/>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2" name="Rectangle 10"/>
          <p:cNvSpPr/>
          <p:nvPr/>
        </p:nvSpPr>
        <p:spPr>
          <a:xfrm>
            <a:off x="6154720"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3" name="Rectangle 11"/>
          <p:cNvSpPr/>
          <p:nvPr/>
        </p:nvSpPr>
        <p:spPr>
          <a:xfrm>
            <a:off x="7541000"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4" name="Rectangle 12"/>
          <p:cNvSpPr/>
          <p:nvPr/>
        </p:nvSpPr>
        <p:spPr>
          <a:xfrm>
            <a:off x="892727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5" name="Rectangle 13"/>
          <p:cNvSpPr/>
          <p:nvPr/>
        </p:nvSpPr>
        <p:spPr>
          <a:xfrm>
            <a:off x="10313558"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6" name="Rectangle 14"/>
          <p:cNvSpPr/>
          <p:nvPr/>
        </p:nvSpPr>
        <p:spPr>
          <a:xfrm>
            <a:off x="609599" y="2608440"/>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7" name="Rectangle 15"/>
          <p:cNvSpPr/>
          <p:nvPr/>
        </p:nvSpPr>
        <p:spPr>
          <a:xfrm>
            <a:off x="199587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8" name="Rectangle 16"/>
          <p:cNvSpPr/>
          <p:nvPr/>
        </p:nvSpPr>
        <p:spPr>
          <a:xfrm>
            <a:off x="338215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19" name="Rectangle 17"/>
          <p:cNvSpPr/>
          <p:nvPr/>
        </p:nvSpPr>
        <p:spPr>
          <a:xfrm>
            <a:off x="4768439" y="2608440"/>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0" name="Rectangle 18"/>
          <p:cNvSpPr/>
          <p:nvPr/>
        </p:nvSpPr>
        <p:spPr>
          <a:xfrm>
            <a:off x="6154720"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1" name="Rectangle 19"/>
          <p:cNvSpPr/>
          <p:nvPr/>
        </p:nvSpPr>
        <p:spPr>
          <a:xfrm>
            <a:off x="7541000"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2" name="Rectangle 20"/>
          <p:cNvSpPr/>
          <p:nvPr/>
        </p:nvSpPr>
        <p:spPr>
          <a:xfrm>
            <a:off x="892727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3" name="Rectangle 21"/>
          <p:cNvSpPr/>
          <p:nvPr/>
        </p:nvSpPr>
        <p:spPr>
          <a:xfrm>
            <a:off x="10313558"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4" name="Rectangle 22"/>
          <p:cNvSpPr/>
          <p:nvPr/>
        </p:nvSpPr>
        <p:spPr>
          <a:xfrm>
            <a:off x="609599" y="3882556"/>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5" name="Rectangle 23"/>
          <p:cNvSpPr/>
          <p:nvPr/>
        </p:nvSpPr>
        <p:spPr>
          <a:xfrm>
            <a:off x="199587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6" name="Rectangle 24"/>
          <p:cNvSpPr/>
          <p:nvPr/>
        </p:nvSpPr>
        <p:spPr>
          <a:xfrm>
            <a:off x="338215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7" name="Rectangle 25"/>
          <p:cNvSpPr/>
          <p:nvPr/>
        </p:nvSpPr>
        <p:spPr>
          <a:xfrm>
            <a:off x="4768439" y="3882556"/>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8" name="Rectangle 26"/>
          <p:cNvSpPr/>
          <p:nvPr/>
        </p:nvSpPr>
        <p:spPr>
          <a:xfrm>
            <a:off x="6154720"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29" name="Rectangle 27"/>
          <p:cNvSpPr/>
          <p:nvPr/>
        </p:nvSpPr>
        <p:spPr>
          <a:xfrm>
            <a:off x="7541000"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0" name="Rectangle 28"/>
          <p:cNvSpPr/>
          <p:nvPr/>
        </p:nvSpPr>
        <p:spPr>
          <a:xfrm>
            <a:off x="892727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1" name="Rectangle 29"/>
          <p:cNvSpPr/>
          <p:nvPr/>
        </p:nvSpPr>
        <p:spPr>
          <a:xfrm>
            <a:off x="10313558"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2" name="Rectangle 30"/>
          <p:cNvSpPr/>
          <p:nvPr/>
        </p:nvSpPr>
        <p:spPr>
          <a:xfrm>
            <a:off x="609599" y="5156674"/>
            <a:ext cx="1268843"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3" name="Rectangle 31"/>
          <p:cNvSpPr/>
          <p:nvPr/>
        </p:nvSpPr>
        <p:spPr>
          <a:xfrm>
            <a:off x="199587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4" name="Rectangle 32"/>
          <p:cNvSpPr/>
          <p:nvPr/>
        </p:nvSpPr>
        <p:spPr>
          <a:xfrm>
            <a:off x="338215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5" name="Rectangle 33"/>
          <p:cNvSpPr/>
          <p:nvPr/>
        </p:nvSpPr>
        <p:spPr>
          <a:xfrm>
            <a:off x="4768439" y="5156674"/>
            <a:ext cx="1268843"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6" name="Rectangle 34"/>
          <p:cNvSpPr/>
          <p:nvPr/>
        </p:nvSpPr>
        <p:spPr>
          <a:xfrm>
            <a:off x="6154720"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7" name="Rectangle 35"/>
          <p:cNvSpPr/>
          <p:nvPr/>
        </p:nvSpPr>
        <p:spPr>
          <a:xfrm>
            <a:off x="7541000"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8" name="Rectangle 36"/>
          <p:cNvSpPr/>
          <p:nvPr/>
        </p:nvSpPr>
        <p:spPr>
          <a:xfrm>
            <a:off x="892727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39" name="Rectangle 37"/>
          <p:cNvSpPr/>
          <p:nvPr/>
        </p:nvSpPr>
        <p:spPr>
          <a:xfrm>
            <a:off x="10313558"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840" name="row 1 Picture Placeholder 1"/>
          <p:cNvSpPr>
            <a:spLocks noGrp="1"/>
          </p:cNvSpPr>
          <p:nvPr>
            <p:ph type="pic" sz="quarter" idx="21"/>
          </p:nvPr>
        </p:nvSpPr>
        <p:spPr>
          <a:xfrm>
            <a:off x="652604" y="1374235"/>
            <a:ext cx="1182832" cy="1088106"/>
          </a:xfrm>
          <a:prstGeom prst="rect">
            <a:avLst/>
          </a:prstGeom>
        </p:spPr>
        <p:txBody>
          <a:bodyPr lIns="91439" tIns="45719" rIns="91439" bIns="45719"/>
          <a:lstStyle/>
          <a:p>
            <a:endParaRPr/>
          </a:p>
        </p:txBody>
      </p:sp>
      <p:sp>
        <p:nvSpPr>
          <p:cNvPr id="841" name="row 1 Picture Placeholder 2"/>
          <p:cNvSpPr>
            <a:spLocks noGrp="1"/>
          </p:cNvSpPr>
          <p:nvPr>
            <p:ph type="pic" sz="quarter" idx="22"/>
          </p:nvPr>
        </p:nvSpPr>
        <p:spPr>
          <a:xfrm>
            <a:off x="2034594" y="1374235"/>
            <a:ext cx="1182833" cy="1088106"/>
          </a:xfrm>
          <a:prstGeom prst="rect">
            <a:avLst/>
          </a:prstGeom>
        </p:spPr>
        <p:txBody>
          <a:bodyPr lIns="91439" tIns="45719" rIns="91439" bIns="45719"/>
          <a:lstStyle/>
          <a:p>
            <a:endParaRPr/>
          </a:p>
        </p:txBody>
      </p:sp>
      <p:sp>
        <p:nvSpPr>
          <p:cNvPr id="842" name="row 1 Picture Placeholder 3"/>
          <p:cNvSpPr>
            <a:spLocks noGrp="1"/>
          </p:cNvSpPr>
          <p:nvPr>
            <p:ph type="pic" sz="quarter" idx="23"/>
          </p:nvPr>
        </p:nvSpPr>
        <p:spPr>
          <a:xfrm>
            <a:off x="3421781" y="1374235"/>
            <a:ext cx="1182833" cy="1088106"/>
          </a:xfrm>
          <a:prstGeom prst="rect">
            <a:avLst/>
          </a:prstGeom>
        </p:spPr>
        <p:txBody>
          <a:bodyPr lIns="91439" tIns="45719" rIns="91439" bIns="45719"/>
          <a:lstStyle/>
          <a:p>
            <a:endParaRPr/>
          </a:p>
        </p:txBody>
      </p:sp>
      <p:sp>
        <p:nvSpPr>
          <p:cNvPr id="843" name="row 1 Picture Placeholder 4"/>
          <p:cNvSpPr>
            <a:spLocks noGrp="1"/>
          </p:cNvSpPr>
          <p:nvPr>
            <p:ph type="pic" sz="quarter" idx="24"/>
          </p:nvPr>
        </p:nvSpPr>
        <p:spPr>
          <a:xfrm>
            <a:off x="4814163" y="1374235"/>
            <a:ext cx="1182833" cy="1088106"/>
          </a:xfrm>
          <a:prstGeom prst="rect">
            <a:avLst/>
          </a:prstGeom>
        </p:spPr>
        <p:txBody>
          <a:bodyPr lIns="91439" tIns="45719" rIns="91439" bIns="45719"/>
          <a:lstStyle/>
          <a:p>
            <a:endParaRPr/>
          </a:p>
        </p:txBody>
      </p:sp>
      <p:sp>
        <p:nvSpPr>
          <p:cNvPr id="844" name="row 1 Picture Placeholder 5"/>
          <p:cNvSpPr>
            <a:spLocks noGrp="1"/>
          </p:cNvSpPr>
          <p:nvPr>
            <p:ph type="pic" sz="quarter" idx="25"/>
          </p:nvPr>
        </p:nvSpPr>
        <p:spPr>
          <a:xfrm>
            <a:off x="6196153" y="1374235"/>
            <a:ext cx="1182833" cy="1088106"/>
          </a:xfrm>
          <a:prstGeom prst="rect">
            <a:avLst/>
          </a:prstGeom>
        </p:spPr>
        <p:txBody>
          <a:bodyPr lIns="91439" tIns="45719" rIns="91439" bIns="45719"/>
          <a:lstStyle/>
          <a:p>
            <a:endParaRPr/>
          </a:p>
        </p:txBody>
      </p:sp>
      <p:sp>
        <p:nvSpPr>
          <p:cNvPr id="845" name="row 1 Picture Placeholder 6"/>
          <p:cNvSpPr>
            <a:spLocks noGrp="1"/>
          </p:cNvSpPr>
          <p:nvPr>
            <p:ph type="pic" sz="quarter" idx="26"/>
          </p:nvPr>
        </p:nvSpPr>
        <p:spPr>
          <a:xfrm>
            <a:off x="7583340" y="1374235"/>
            <a:ext cx="1182833" cy="1088106"/>
          </a:xfrm>
          <a:prstGeom prst="rect">
            <a:avLst/>
          </a:prstGeom>
        </p:spPr>
        <p:txBody>
          <a:bodyPr lIns="91439" tIns="45719" rIns="91439" bIns="45719"/>
          <a:lstStyle/>
          <a:p>
            <a:endParaRPr/>
          </a:p>
        </p:txBody>
      </p:sp>
      <p:sp>
        <p:nvSpPr>
          <p:cNvPr id="846" name="row 1 Picture Placeholder 7"/>
          <p:cNvSpPr>
            <a:spLocks noGrp="1"/>
          </p:cNvSpPr>
          <p:nvPr>
            <p:ph type="pic" sz="quarter" idx="27"/>
          </p:nvPr>
        </p:nvSpPr>
        <p:spPr>
          <a:xfrm>
            <a:off x="8970526" y="1374235"/>
            <a:ext cx="1182833" cy="1088106"/>
          </a:xfrm>
          <a:prstGeom prst="rect">
            <a:avLst/>
          </a:prstGeom>
        </p:spPr>
        <p:txBody>
          <a:bodyPr lIns="91439" tIns="45719" rIns="91439" bIns="45719"/>
          <a:lstStyle/>
          <a:p>
            <a:endParaRPr/>
          </a:p>
        </p:txBody>
      </p:sp>
      <p:sp>
        <p:nvSpPr>
          <p:cNvPr id="847" name="row 1 Picture Placeholder 8"/>
          <p:cNvSpPr>
            <a:spLocks noGrp="1"/>
          </p:cNvSpPr>
          <p:nvPr>
            <p:ph type="pic" sz="quarter" idx="28"/>
          </p:nvPr>
        </p:nvSpPr>
        <p:spPr>
          <a:xfrm>
            <a:off x="10357712" y="1374235"/>
            <a:ext cx="1182833" cy="1088106"/>
          </a:xfrm>
          <a:prstGeom prst="rect">
            <a:avLst/>
          </a:prstGeom>
        </p:spPr>
        <p:txBody>
          <a:bodyPr lIns="91439" tIns="45719" rIns="91439" bIns="45719"/>
          <a:lstStyle/>
          <a:p>
            <a:endParaRPr/>
          </a:p>
        </p:txBody>
      </p:sp>
      <p:sp>
        <p:nvSpPr>
          <p:cNvPr id="848" name="row 2 Picture Placeholder 1"/>
          <p:cNvSpPr>
            <a:spLocks noGrp="1"/>
          </p:cNvSpPr>
          <p:nvPr>
            <p:ph type="pic" sz="quarter" idx="29"/>
          </p:nvPr>
        </p:nvSpPr>
        <p:spPr>
          <a:xfrm>
            <a:off x="652604" y="2645822"/>
            <a:ext cx="1182832" cy="1088106"/>
          </a:xfrm>
          <a:prstGeom prst="rect">
            <a:avLst/>
          </a:prstGeom>
        </p:spPr>
        <p:txBody>
          <a:bodyPr lIns="91439" tIns="45719" rIns="91439" bIns="45719"/>
          <a:lstStyle/>
          <a:p>
            <a:endParaRPr/>
          </a:p>
        </p:txBody>
      </p:sp>
      <p:sp>
        <p:nvSpPr>
          <p:cNvPr id="849" name="row 2 Picture Placeholder 2"/>
          <p:cNvSpPr>
            <a:spLocks noGrp="1"/>
          </p:cNvSpPr>
          <p:nvPr>
            <p:ph type="pic" sz="quarter" idx="30"/>
          </p:nvPr>
        </p:nvSpPr>
        <p:spPr>
          <a:xfrm>
            <a:off x="2034594" y="2645822"/>
            <a:ext cx="1182833" cy="1088106"/>
          </a:xfrm>
          <a:prstGeom prst="rect">
            <a:avLst/>
          </a:prstGeom>
        </p:spPr>
        <p:txBody>
          <a:bodyPr lIns="91439" tIns="45719" rIns="91439" bIns="45719"/>
          <a:lstStyle/>
          <a:p>
            <a:endParaRPr/>
          </a:p>
        </p:txBody>
      </p:sp>
      <p:sp>
        <p:nvSpPr>
          <p:cNvPr id="850" name="row 2 Picture Placeholder 3"/>
          <p:cNvSpPr>
            <a:spLocks noGrp="1"/>
          </p:cNvSpPr>
          <p:nvPr>
            <p:ph type="pic" sz="quarter" idx="31"/>
          </p:nvPr>
        </p:nvSpPr>
        <p:spPr>
          <a:xfrm>
            <a:off x="3421781" y="2645822"/>
            <a:ext cx="1182833" cy="1088106"/>
          </a:xfrm>
          <a:prstGeom prst="rect">
            <a:avLst/>
          </a:prstGeom>
        </p:spPr>
        <p:txBody>
          <a:bodyPr lIns="91439" tIns="45719" rIns="91439" bIns="45719"/>
          <a:lstStyle/>
          <a:p>
            <a:endParaRPr/>
          </a:p>
        </p:txBody>
      </p:sp>
      <p:sp>
        <p:nvSpPr>
          <p:cNvPr id="851" name="row 2 Picture Placeholder 4"/>
          <p:cNvSpPr>
            <a:spLocks noGrp="1"/>
          </p:cNvSpPr>
          <p:nvPr>
            <p:ph type="pic" sz="quarter" idx="32"/>
          </p:nvPr>
        </p:nvSpPr>
        <p:spPr>
          <a:xfrm>
            <a:off x="4814163" y="2645822"/>
            <a:ext cx="1182833" cy="1088106"/>
          </a:xfrm>
          <a:prstGeom prst="rect">
            <a:avLst/>
          </a:prstGeom>
        </p:spPr>
        <p:txBody>
          <a:bodyPr lIns="91439" tIns="45719" rIns="91439" bIns="45719"/>
          <a:lstStyle/>
          <a:p>
            <a:endParaRPr/>
          </a:p>
        </p:txBody>
      </p:sp>
      <p:sp>
        <p:nvSpPr>
          <p:cNvPr id="852" name="row 2 Picture Placeholder 5"/>
          <p:cNvSpPr>
            <a:spLocks noGrp="1"/>
          </p:cNvSpPr>
          <p:nvPr>
            <p:ph type="pic" sz="quarter" idx="33"/>
          </p:nvPr>
        </p:nvSpPr>
        <p:spPr>
          <a:xfrm>
            <a:off x="6196153" y="2645822"/>
            <a:ext cx="1182833" cy="1088106"/>
          </a:xfrm>
          <a:prstGeom prst="rect">
            <a:avLst/>
          </a:prstGeom>
        </p:spPr>
        <p:txBody>
          <a:bodyPr lIns="91439" tIns="45719" rIns="91439" bIns="45719"/>
          <a:lstStyle/>
          <a:p>
            <a:endParaRPr/>
          </a:p>
        </p:txBody>
      </p:sp>
      <p:sp>
        <p:nvSpPr>
          <p:cNvPr id="853" name="row 2 Picture Placeholder 6"/>
          <p:cNvSpPr>
            <a:spLocks noGrp="1"/>
          </p:cNvSpPr>
          <p:nvPr>
            <p:ph type="pic" sz="quarter" idx="34"/>
          </p:nvPr>
        </p:nvSpPr>
        <p:spPr>
          <a:xfrm>
            <a:off x="7583340" y="2645822"/>
            <a:ext cx="1182833" cy="1088106"/>
          </a:xfrm>
          <a:prstGeom prst="rect">
            <a:avLst/>
          </a:prstGeom>
        </p:spPr>
        <p:txBody>
          <a:bodyPr lIns="91439" tIns="45719" rIns="91439" bIns="45719"/>
          <a:lstStyle/>
          <a:p>
            <a:endParaRPr/>
          </a:p>
        </p:txBody>
      </p:sp>
      <p:sp>
        <p:nvSpPr>
          <p:cNvPr id="854" name="row 2 Picture Placeholder 7"/>
          <p:cNvSpPr>
            <a:spLocks noGrp="1"/>
          </p:cNvSpPr>
          <p:nvPr>
            <p:ph type="pic" sz="quarter" idx="35"/>
          </p:nvPr>
        </p:nvSpPr>
        <p:spPr>
          <a:xfrm>
            <a:off x="8970526" y="2645822"/>
            <a:ext cx="1182833" cy="1088106"/>
          </a:xfrm>
          <a:prstGeom prst="rect">
            <a:avLst/>
          </a:prstGeom>
        </p:spPr>
        <p:txBody>
          <a:bodyPr lIns="91439" tIns="45719" rIns="91439" bIns="45719"/>
          <a:lstStyle/>
          <a:p>
            <a:endParaRPr/>
          </a:p>
        </p:txBody>
      </p:sp>
      <p:sp>
        <p:nvSpPr>
          <p:cNvPr id="855" name="row 2 Picture Placeholder 8"/>
          <p:cNvSpPr>
            <a:spLocks noGrp="1"/>
          </p:cNvSpPr>
          <p:nvPr>
            <p:ph type="pic" sz="quarter" idx="36"/>
          </p:nvPr>
        </p:nvSpPr>
        <p:spPr>
          <a:xfrm>
            <a:off x="10357712" y="2645822"/>
            <a:ext cx="1182833" cy="1088106"/>
          </a:xfrm>
          <a:prstGeom prst="rect">
            <a:avLst/>
          </a:prstGeom>
        </p:spPr>
        <p:txBody>
          <a:bodyPr lIns="91439" tIns="45719" rIns="91439" bIns="45719"/>
          <a:lstStyle/>
          <a:p>
            <a:endParaRPr/>
          </a:p>
        </p:txBody>
      </p:sp>
      <p:sp>
        <p:nvSpPr>
          <p:cNvPr id="856" name="row 3 Picture Placeholder 1"/>
          <p:cNvSpPr>
            <a:spLocks noGrp="1"/>
          </p:cNvSpPr>
          <p:nvPr>
            <p:ph type="pic" sz="quarter" idx="37"/>
          </p:nvPr>
        </p:nvSpPr>
        <p:spPr>
          <a:xfrm>
            <a:off x="652604" y="3924553"/>
            <a:ext cx="1182832" cy="1088106"/>
          </a:xfrm>
          <a:prstGeom prst="rect">
            <a:avLst/>
          </a:prstGeom>
        </p:spPr>
        <p:txBody>
          <a:bodyPr lIns="91439" tIns="45719" rIns="91439" bIns="45719"/>
          <a:lstStyle/>
          <a:p>
            <a:endParaRPr/>
          </a:p>
        </p:txBody>
      </p:sp>
      <p:sp>
        <p:nvSpPr>
          <p:cNvPr id="857" name="row 3 Picture Placeholder 2"/>
          <p:cNvSpPr>
            <a:spLocks noGrp="1"/>
          </p:cNvSpPr>
          <p:nvPr>
            <p:ph type="pic" sz="quarter" idx="38"/>
          </p:nvPr>
        </p:nvSpPr>
        <p:spPr>
          <a:xfrm>
            <a:off x="2034594" y="3924553"/>
            <a:ext cx="1182833" cy="1088106"/>
          </a:xfrm>
          <a:prstGeom prst="rect">
            <a:avLst/>
          </a:prstGeom>
        </p:spPr>
        <p:txBody>
          <a:bodyPr lIns="91439" tIns="45719" rIns="91439" bIns="45719"/>
          <a:lstStyle/>
          <a:p>
            <a:endParaRPr/>
          </a:p>
        </p:txBody>
      </p:sp>
      <p:sp>
        <p:nvSpPr>
          <p:cNvPr id="858" name="row 3 Picture Placeholder 3"/>
          <p:cNvSpPr>
            <a:spLocks noGrp="1"/>
          </p:cNvSpPr>
          <p:nvPr>
            <p:ph type="pic" sz="quarter" idx="39"/>
          </p:nvPr>
        </p:nvSpPr>
        <p:spPr>
          <a:xfrm>
            <a:off x="3421781" y="3924553"/>
            <a:ext cx="1182833" cy="1088106"/>
          </a:xfrm>
          <a:prstGeom prst="rect">
            <a:avLst/>
          </a:prstGeom>
        </p:spPr>
        <p:txBody>
          <a:bodyPr lIns="91439" tIns="45719" rIns="91439" bIns="45719"/>
          <a:lstStyle/>
          <a:p>
            <a:endParaRPr/>
          </a:p>
        </p:txBody>
      </p:sp>
      <p:sp>
        <p:nvSpPr>
          <p:cNvPr id="859" name="row 3 Picture Placeholder 4"/>
          <p:cNvSpPr>
            <a:spLocks noGrp="1"/>
          </p:cNvSpPr>
          <p:nvPr>
            <p:ph type="pic" sz="quarter" idx="40"/>
          </p:nvPr>
        </p:nvSpPr>
        <p:spPr>
          <a:xfrm>
            <a:off x="4814163" y="3924553"/>
            <a:ext cx="1182833" cy="1088106"/>
          </a:xfrm>
          <a:prstGeom prst="rect">
            <a:avLst/>
          </a:prstGeom>
        </p:spPr>
        <p:txBody>
          <a:bodyPr lIns="91439" tIns="45719" rIns="91439" bIns="45719"/>
          <a:lstStyle/>
          <a:p>
            <a:endParaRPr/>
          </a:p>
        </p:txBody>
      </p:sp>
      <p:sp>
        <p:nvSpPr>
          <p:cNvPr id="860" name="row 3 Picture Placeholder 5"/>
          <p:cNvSpPr>
            <a:spLocks noGrp="1"/>
          </p:cNvSpPr>
          <p:nvPr>
            <p:ph type="pic" sz="quarter" idx="41"/>
          </p:nvPr>
        </p:nvSpPr>
        <p:spPr>
          <a:xfrm>
            <a:off x="6196153" y="3924553"/>
            <a:ext cx="1182833" cy="1088106"/>
          </a:xfrm>
          <a:prstGeom prst="rect">
            <a:avLst/>
          </a:prstGeom>
        </p:spPr>
        <p:txBody>
          <a:bodyPr lIns="91439" tIns="45719" rIns="91439" bIns="45719"/>
          <a:lstStyle/>
          <a:p>
            <a:endParaRPr/>
          </a:p>
        </p:txBody>
      </p:sp>
      <p:sp>
        <p:nvSpPr>
          <p:cNvPr id="861" name="row 3 Picture Placeholder 6"/>
          <p:cNvSpPr>
            <a:spLocks noGrp="1"/>
          </p:cNvSpPr>
          <p:nvPr>
            <p:ph type="pic" sz="quarter" idx="42"/>
          </p:nvPr>
        </p:nvSpPr>
        <p:spPr>
          <a:xfrm>
            <a:off x="7583340" y="3924553"/>
            <a:ext cx="1182833" cy="1088106"/>
          </a:xfrm>
          <a:prstGeom prst="rect">
            <a:avLst/>
          </a:prstGeom>
        </p:spPr>
        <p:txBody>
          <a:bodyPr lIns="91439" tIns="45719" rIns="91439" bIns="45719"/>
          <a:lstStyle/>
          <a:p>
            <a:endParaRPr/>
          </a:p>
        </p:txBody>
      </p:sp>
      <p:sp>
        <p:nvSpPr>
          <p:cNvPr id="862" name="row 3 Picture Placeholder 7"/>
          <p:cNvSpPr>
            <a:spLocks noGrp="1"/>
          </p:cNvSpPr>
          <p:nvPr>
            <p:ph type="pic" sz="quarter" idx="43"/>
          </p:nvPr>
        </p:nvSpPr>
        <p:spPr>
          <a:xfrm>
            <a:off x="8970526" y="3924553"/>
            <a:ext cx="1182833" cy="1088106"/>
          </a:xfrm>
          <a:prstGeom prst="rect">
            <a:avLst/>
          </a:prstGeom>
        </p:spPr>
        <p:txBody>
          <a:bodyPr lIns="91439" tIns="45719" rIns="91439" bIns="45719"/>
          <a:lstStyle/>
          <a:p>
            <a:endParaRPr/>
          </a:p>
        </p:txBody>
      </p:sp>
      <p:sp>
        <p:nvSpPr>
          <p:cNvPr id="863" name="row 3 Picture Placeholder 8"/>
          <p:cNvSpPr>
            <a:spLocks noGrp="1"/>
          </p:cNvSpPr>
          <p:nvPr>
            <p:ph type="pic" sz="quarter" idx="44"/>
          </p:nvPr>
        </p:nvSpPr>
        <p:spPr>
          <a:xfrm>
            <a:off x="10357712" y="3924553"/>
            <a:ext cx="1182833" cy="1088106"/>
          </a:xfrm>
          <a:prstGeom prst="rect">
            <a:avLst/>
          </a:prstGeom>
        </p:spPr>
        <p:txBody>
          <a:bodyPr lIns="91439" tIns="45719" rIns="91439" bIns="45719"/>
          <a:lstStyle/>
          <a:p>
            <a:endParaRPr/>
          </a:p>
        </p:txBody>
      </p:sp>
      <p:sp>
        <p:nvSpPr>
          <p:cNvPr id="864" name="row 4 Picture Placeholder 1"/>
          <p:cNvSpPr>
            <a:spLocks noGrp="1"/>
          </p:cNvSpPr>
          <p:nvPr>
            <p:ph type="pic" sz="quarter" idx="45"/>
          </p:nvPr>
        </p:nvSpPr>
        <p:spPr>
          <a:xfrm>
            <a:off x="652604" y="5196140"/>
            <a:ext cx="1182832" cy="1088106"/>
          </a:xfrm>
          <a:prstGeom prst="rect">
            <a:avLst/>
          </a:prstGeom>
        </p:spPr>
        <p:txBody>
          <a:bodyPr lIns="91439" tIns="45719" rIns="91439" bIns="45719"/>
          <a:lstStyle/>
          <a:p>
            <a:endParaRPr/>
          </a:p>
        </p:txBody>
      </p:sp>
      <p:sp>
        <p:nvSpPr>
          <p:cNvPr id="865" name="row 4 Picture Placeholder 2"/>
          <p:cNvSpPr>
            <a:spLocks noGrp="1"/>
          </p:cNvSpPr>
          <p:nvPr>
            <p:ph type="pic" sz="quarter" idx="46"/>
          </p:nvPr>
        </p:nvSpPr>
        <p:spPr>
          <a:xfrm>
            <a:off x="2034594" y="5196140"/>
            <a:ext cx="1182833" cy="1088106"/>
          </a:xfrm>
          <a:prstGeom prst="rect">
            <a:avLst/>
          </a:prstGeom>
        </p:spPr>
        <p:txBody>
          <a:bodyPr lIns="91439" tIns="45719" rIns="91439" bIns="45719"/>
          <a:lstStyle/>
          <a:p>
            <a:endParaRPr/>
          </a:p>
        </p:txBody>
      </p:sp>
      <p:sp>
        <p:nvSpPr>
          <p:cNvPr id="866" name="row 4 Picture Placeholder 3"/>
          <p:cNvSpPr>
            <a:spLocks noGrp="1"/>
          </p:cNvSpPr>
          <p:nvPr>
            <p:ph type="pic" sz="quarter" idx="47"/>
          </p:nvPr>
        </p:nvSpPr>
        <p:spPr>
          <a:xfrm>
            <a:off x="3421781" y="5196140"/>
            <a:ext cx="1182833" cy="1088106"/>
          </a:xfrm>
          <a:prstGeom prst="rect">
            <a:avLst/>
          </a:prstGeom>
        </p:spPr>
        <p:txBody>
          <a:bodyPr lIns="91439" tIns="45719" rIns="91439" bIns="45719"/>
          <a:lstStyle/>
          <a:p>
            <a:endParaRPr/>
          </a:p>
        </p:txBody>
      </p:sp>
      <p:sp>
        <p:nvSpPr>
          <p:cNvPr id="867" name="row 4 Picture Placeholder 4"/>
          <p:cNvSpPr>
            <a:spLocks noGrp="1"/>
          </p:cNvSpPr>
          <p:nvPr>
            <p:ph type="pic" sz="quarter" idx="48"/>
          </p:nvPr>
        </p:nvSpPr>
        <p:spPr>
          <a:xfrm>
            <a:off x="4814163" y="5196140"/>
            <a:ext cx="1182833" cy="1088106"/>
          </a:xfrm>
          <a:prstGeom prst="rect">
            <a:avLst/>
          </a:prstGeom>
        </p:spPr>
        <p:txBody>
          <a:bodyPr lIns="91439" tIns="45719" rIns="91439" bIns="45719"/>
          <a:lstStyle/>
          <a:p>
            <a:endParaRPr/>
          </a:p>
        </p:txBody>
      </p:sp>
      <p:sp>
        <p:nvSpPr>
          <p:cNvPr id="868" name="row 4 Picture Placeholder 5"/>
          <p:cNvSpPr>
            <a:spLocks noGrp="1"/>
          </p:cNvSpPr>
          <p:nvPr>
            <p:ph type="pic" sz="quarter" idx="49"/>
          </p:nvPr>
        </p:nvSpPr>
        <p:spPr>
          <a:xfrm>
            <a:off x="6196153" y="5196140"/>
            <a:ext cx="1182833" cy="1088106"/>
          </a:xfrm>
          <a:prstGeom prst="rect">
            <a:avLst/>
          </a:prstGeom>
        </p:spPr>
        <p:txBody>
          <a:bodyPr lIns="91439" tIns="45719" rIns="91439" bIns="45719"/>
          <a:lstStyle/>
          <a:p>
            <a:endParaRPr/>
          </a:p>
        </p:txBody>
      </p:sp>
      <p:sp>
        <p:nvSpPr>
          <p:cNvPr id="869" name="row 4 Picture Placeholder 6"/>
          <p:cNvSpPr>
            <a:spLocks noGrp="1"/>
          </p:cNvSpPr>
          <p:nvPr>
            <p:ph type="pic" sz="quarter" idx="50"/>
          </p:nvPr>
        </p:nvSpPr>
        <p:spPr>
          <a:xfrm>
            <a:off x="7583340" y="5196140"/>
            <a:ext cx="1182833" cy="1088106"/>
          </a:xfrm>
          <a:prstGeom prst="rect">
            <a:avLst/>
          </a:prstGeom>
        </p:spPr>
        <p:txBody>
          <a:bodyPr lIns="91439" tIns="45719" rIns="91439" bIns="45719"/>
          <a:lstStyle/>
          <a:p>
            <a:endParaRPr/>
          </a:p>
        </p:txBody>
      </p:sp>
      <p:sp>
        <p:nvSpPr>
          <p:cNvPr id="870" name="row 4 Picture Placeholder 7"/>
          <p:cNvSpPr>
            <a:spLocks noGrp="1"/>
          </p:cNvSpPr>
          <p:nvPr>
            <p:ph type="pic" sz="quarter" idx="51"/>
          </p:nvPr>
        </p:nvSpPr>
        <p:spPr>
          <a:xfrm>
            <a:off x="8970526" y="5196140"/>
            <a:ext cx="1182833" cy="1088106"/>
          </a:xfrm>
          <a:prstGeom prst="rect">
            <a:avLst/>
          </a:prstGeom>
        </p:spPr>
        <p:txBody>
          <a:bodyPr lIns="91439" tIns="45719" rIns="91439" bIns="45719"/>
          <a:lstStyle/>
          <a:p>
            <a:endParaRPr/>
          </a:p>
        </p:txBody>
      </p:sp>
      <p:sp>
        <p:nvSpPr>
          <p:cNvPr id="871" name="row 4 Picture Placeholder 8"/>
          <p:cNvSpPr>
            <a:spLocks noGrp="1"/>
          </p:cNvSpPr>
          <p:nvPr>
            <p:ph type="pic" sz="quarter" idx="52"/>
          </p:nvPr>
        </p:nvSpPr>
        <p:spPr>
          <a:xfrm>
            <a:off x="10357712" y="5196140"/>
            <a:ext cx="1182833" cy="1088106"/>
          </a:xfrm>
          <a:prstGeom prst="rect">
            <a:avLst/>
          </a:prstGeom>
        </p:spPr>
        <p:txBody>
          <a:bodyPr lIns="91439" tIns="45719" rIns="91439" bIns="45719"/>
          <a:lstStyle/>
          <a:p>
            <a:endParaRPr/>
          </a:p>
        </p:txBody>
      </p:sp>
      <p:sp>
        <p:nvSpPr>
          <p:cNvPr id="872"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Slide with Image - Dark">
    <p:bg>
      <p:bgPr>
        <a:solidFill>
          <a:srgbClr val="000000"/>
        </a:solidFill>
        <a:effectLst/>
      </p:bgPr>
    </p:bg>
    <p:spTree>
      <p:nvGrpSpPr>
        <p:cNvPr id="1" name=""/>
        <p:cNvGrpSpPr/>
        <p:nvPr/>
      </p:nvGrpSpPr>
      <p:grpSpPr>
        <a:xfrm>
          <a:off x="0" y="0"/>
          <a:ext cx="0" cy="0"/>
          <a:chOff x="0" y="0"/>
          <a:chExt cx="0" cy="0"/>
        </a:xfrm>
      </p:grpSpPr>
      <p:sp>
        <p:nvSpPr>
          <p:cNvPr id="879" name="Title Text"/>
          <p:cNvSpPr txBox="1">
            <a:spLocks noGrp="1"/>
          </p:cNvSpPr>
          <p:nvPr>
            <p:ph type="title"/>
          </p:nvPr>
        </p:nvSpPr>
        <p:spPr>
          <a:xfrm>
            <a:off x="609598" y="426061"/>
            <a:ext cx="5334003" cy="2387601"/>
          </a:xfrm>
          <a:prstGeom prst="rect">
            <a:avLst/>
          </a:prstGeom>
        </p:spPr>
        <p:txBody>
          <a:bodyPr anchor="b"/>
          <a:lstStyle>
            <a:lvl1pPr>
              <a:defRPr sz="4800" b="1" spc="-120">
                <a:solidFill>
                  <a:srgbClr val="FFFFFF"/>
                </a:solidFill>
              </a:defRPr>
            </a:lvl1pPr>
          </a:lstStyle>
          <a:p>
            <a:r>
              <a:t>Title Text</a:t>
            </a:r>
          </a:p>
        </p:txBody>
      </p:sp>
      <p:sp>
        <p:nvSpPr>
          <p:cNvPr id="880" name="Body Level One…"/>
          <p:cNvSpPr txBox="1">
            <a:spLocks noGrp="1"/>
          </p:cNvSpPr>
          <p:nvPr>
            <p:ph type="body" sz="quarter" idx="1"/>
          </p:nvPr>
        </p:nvSpPr>
        <p:spPr>
          <a:xfrm>
            <a:off x="609598" y="3012925"/>
            <a:ext cx="5334002" cy="1655763"/>
          </a:xfrm>
          <a:prstGeom prst="rect">
            <a:avLst/>
          </a:prstGeom>
        </p:spPr>
        <p:txBody>
          <a:bodyPr>
            <a:normAutofit/>
          </a:bodyPr>
          <a:lstStyle>
            <a:lvl1pPr>
              <a:buFontTx/>
              <a:defRPr sz="2400">
                <a:solidFill>
                  <a:srgbClr val="FFFFFF"/>
                </a:solidFill>
              </a:defRPr>
            </a:lvl1pPr>
            <a:lvl2pPr indent="457200">
              <a:buFontTx/>
              <a:defRPr sz="2400">
                <a:solidFill>
                  <a:srgbClr val="FFFFFF"/>
                </a:solidFill>
              </a:defRPr>
            </a:lvl2pPr>
            <a:lvl3pPr indent="914400">
              <a:buFontTx/>
              <a:defRPr sz="2400">
                <a:solidFill>
                  <a:srgbClr val="FFFFFF"/>
                </a:solidFill>
              </a:defRPr>
            </a:lvl3pPr>
            <a:lvl4pPr indent="1371600">
              <a:buFontTx/>
              <a:defRPr sz="2400">
                <a:solidFill>
                  <a:srgbClr val="FFFFFF"/>
                </a:solidFill>
              </a:defRPr>
            </a:lvl4pPr>
            <a:lvl5pPr indent="1828800">
              <a:buFontTx/>
              <a:defRPr sz="2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881" name="Picture Placeholder 7"/>
          <p:cNvSpPr>
            <a:spLocks noGrp="1"/>
          </p:cNvSpPr>
          <p:nvPr>
            <p:ph type="pic" idx="21"/>
          </p:nvPr>
        </p:nvSpPr>
        <p:spPr>
          <a:xfrm>
            <a:off x="6096000" y="0"/>
            <a:ext cx="6096000" cy="6858000"/>
          </a:xfrm>
          <a:prstGeom prst="rect">
            <a:avLst/>
          </a:prstGeom>
        </p:spPr>
        <p:txBody>
          <a:bodyPr lIns="91439" tIns="45719" rIns="91439" bIns="45719"/>
          <a:lstStyle/>
          <a:p>
            <a:endParaRPr/>
          </a:p>
        </p:txBody>
      </p:sp>
      <p:pic>
        <p:nvPicPr>
          <p:cNvPr id="882" name="Picture 4" descr="Picture 4"/>
          <p:cNvPicPr>
            <a:picLocks noChangeAspect="1"/>
          </p:cNvPicPr>
          <p:nvPr/>
        </p:nvPicPr>
        <p:blipFill>
          <a:blip r:embed="rId2"/>
          <a:stretch>
            <a:fillRect/>
          </a:stretch>
        </p:blipFill>
        <p:spPr>
          <a:xfrm>
            <a:off x="617027" y="6003485"/>
            <a:ext cx="1316737" cy="318213"/>
          </a:xfrm>
          <a:prstGeom prst="rect">
            <a:avLst/>
          </a:prstGeom>
          <a:ln w="12700">
            <a:miter lim="400000"/>
          </a:ln>
        </p:spPr>
      </p:pic>
      <p:sp>
        <p:nvSpPr>
          <p:cNvPr id="8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Section Divider Dark">
    <p:bg>
      <p:bgPr>
        <a:solidFill>
          <a:srgbClr val="000000"/>
        </a:solidFill>
        <a:effectLst/>
      </p:bgPr>
    </p:bg>
    <p:spTree>
      <p:nvGrpSpPr>
        <p:cNvPr id="1" name=""/>
        <p:cNvGrpSpPr/>
        <p:nvPr/>
      </p:nvGrpSpPr>
      <p:grpSpPr>
        <a:xfrm>
          <a:off x="0" y="0"/>
          <a:ext cx="0" cy="0"/>
          <a:chOff x="0" y="0"/>
          <a:chExt cx="0" cy="0"/>
        </a:xfrm>
      </p:grpSpPr>
      <p:sp>
        <p:nvSpPr>
          <p:cNvPr id="890" name="Title Text"/>
          <p:cNvSpPr txBox="1">
            <a:spLocks noGrp="1"/>
          </p:cNvSpPr>
          <p:nvPr>
            <p:ph type="title"/>
          </p:nvPr>
        </p:nvSpPr>
        <p:spPr>
          <a:prstGeom prst="rect">
            <a:avLst/>
          </a:prstGeom>
        </p:spPr>
        <p:txBody>
          <a:bodyPr/>
          <a:lstStyle>
            <a:lvl1pPr>
              <a:defRPr>
                <a:solidFill>
                  <a:srgbClr val="FFFFFF"/>
                </a:solidFill>
              </a:defRPr>
            </a:lvl1pPr>
          </a:lstStyle>
          <a:p>
            <a:r>
              <a:t>Title Text</a:t>
            </a:r>
          </a:p>
        </p:txBody>
      </p:sp>
      <p:sp>
        <p:nvSpPr>
          <p:cNvPr id="89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x">
  <p:cSld name="Black - Bottom Graphic">
    <p:bg>
      <p:bgPr>
        <a:solidFill>
          <a:srgbClr val="000000"/>
        </a:solidFill>
        <a:effectLst/>
      </p:bgPr>
    </p:bg>
    <p:spTree>
      <p:nvGrpSpPr>
        <p:cNvPr id="1" name=""/>
        <p:cNvGrpSpPr/>
        <p:nvPr/>
      </p:nvGrpSpPr>
      <p:grpSpPr>
        <a:xfrm>
          <a:off x="0" y="0"/>
          <a:ext cx="0" cy="0"/>
          <a:chOff x="0" y="0"/>
          <a:chExt cx="0" cy="0"/>
        </a:xfrm>
      </p:grpSpPr>
      <p:sp>
        <p:nvSpPr>
          <p:cNvPr id="89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89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90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90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0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90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90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90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90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90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90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90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91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91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91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91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1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91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91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91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91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91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92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92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92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92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92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92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926"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927" name="Body Level One…"/>
          <p:cNvSpPr txBox="1">
            <a:spLocks noGrp="1"/>
          </p:cNvSpPr>
          <p:nvPr>
            <p:ph type="body" idx="1"/>
          </p:nvPr>
        </p:nvSpPr>
        <p:spPr>
          <a:xfrm>
            <a:off x="609600" y="1334323"/>
            <a:ext cx="10972800" cy="4990277"/>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928"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929"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x">
  <p:cSld name="Title and Content 1/2 Image - dark">
    <p:bg>
      <p:bgPr>
        <a:solidFill>
          <a:srgbClr val="000000"/>
        </a:solidFill>
        <a:effectLst/>
      </p:bgPr>
    </p:bg>
    <p:spTree>
      <p:nvGrpSpPr>
        <p:cNvPr id="1" name=""/>
        <p:cNvGrpSpPr/>
        <p:nvPr/>
      </p:nvGrpSpPr>
      <p:grpSpPr>
        <a:xfrm>
          <a:off x="0" y="0"/>
          <a:ext cx="0" cy="0"/>
          <a:chOff x="0" y="0"/>
          <a:chExt cx="0" cy="0"/>
        </a:xfrm>
      </p:grpSpPr>
      <p:sp>
        <p:nvSpPr>
          <p:cNvPr id="93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93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93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93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4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94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94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94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94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94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94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94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94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94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95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95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5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95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95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95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95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95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95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95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96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96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96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96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964" name="Title Text"/>
          <p:cNvSpPr txBox="1">
            <a:spLocks noGrp="1"/>
          </p:cNvSpPr>
          <p:nvPr>
            <p:ph type="title"/>
          </p:nvPr>
        </p:nvSpPr>
        <p:spPr>
          <a:xfrm>
            <a:off x="609600" y="264084"/>
            <a:ext cx="4937760" cy="946391"/>
          </a:xfrm>
          <a:prstGeom prst="rect">
            <a:avLst/>
          </a:prstGeom>
        </p:spPr>
        <p:txBody>
          <a:bodyPr/>
          <a:lstStyle>
            <a:lvl1pPr>
              <a:defRPr sz="3200" b="1">
                <a:solidFill>
                  <a:srgbClr val="FFFFFF"/>
                </a:solidFill>
              </a:defRPr>
            </a:lvl1pPr>
          </a:lstStyle>
          <a:p>
            <a:r>
              <a:t>Title Text</a:t>
            </a:r>
          </a:p>
        </p:txBody>
      </p:sp>
      <p:sp>
        <p:nvSpPr>
          <p:cNvPr id="965" name="Body Level One…"/>
          <p:cNvSpPr txBox="1">
            <a:spLocks noGrp="1"/>
          </p:cNvSpPr>
          <p:nvPr>
            <p:ph type="body" sz="half" idx="1"/>
          </p:nvPr>
        </p:nvSpPr>
        <p:spPr>
          <a:xfrm>
            <a:off x="609600" y="1334323"/>
            <a:ext cx="4572000" cy="4992625"/>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966" name="Picture Placeholder 5"/>
          <p:cNvSpPr>
            <a:spLocks noGrp="1"/>
          </p:cNvSpPr>
          <p:nvPr>
            <p:ph type="pic" idx="21"/>
          </p:nvPr>
        </p:nvSpPr>
        <p:spPr>
          <a:xfrm>
            <a:off x="6096000" y="0"/>
            <a:ext cx="6096000" cy="6858000"/>
          </a:xfrm>
          <a:prstGeom prst="rect">
            <a:avLst/>
          </a:prstGeom>
        </p:spPr>
        <p:txBody>
          <a:bodyPr lIns="91439" tIns="45719" rIns="91439" bIns="45719"/>
          <a:lstStyle/>
          <a:p>
            <a:endParaRPr/>
          </a:p>
        </p:txBody>
      </p:sp>
      <p:sp>
        <p:nvSpPr>
          <p:cNvPr id="967" name="Copyright"/>
          <p:cNvSpPr txBox="1"/>
          <p:nvPr/>
        </p:nvSpPr>
        <p:spPr>
          <a:xfrm>
            <a:off x="382777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968" name="Blocker"/>
          <p:cNvSpPr/>
          <p:nvPr/>
        </p:nvSpPr>
        <p:spPr>
          <a:xfrm>
            <a:off x="9834006" y="6483508"/>
            <a:ext cx="1748394" cy="201955"/>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sp>
        <p:nvSpPr>
          <p:cNvPr id="969" name="Slide Number"/>
          <p:cNvSpPr txBox="1">
            <a:spLocks noGrp="1"/>
          </p:cNvSpPr>
          <p:nvPr>
            <p:ph type="sldNum" sz="quarter" idx="2"/>
          </p:nvPr>
        </p:nvSpPr>
        <p:spPr>
          <a:xfrm>
            <a:off x="3620368"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x">
  <p:cSld name="Title and Content 1/3 Image - dark">
    <p:bg>
      <p:bgPr>
        <a:solidFill>
          <a:srgbClr val="000000"/>
        </a:solidFill>
        <a:effectLst/>
      </p:bgPr>
    </p:bg>
    <p:spTree>
      <p:nvGrpSpPr>
        <p:cNvPr id="1" name=""/>
        <p:cNvGrpSpPr/>
        <p:nvPr/>
      </p:nvGrpSpPr>
      <p:grpSpPr>
        <a:xfrm>
          <a:off x="0" y="0"/>
          <a:ext cx="0" cy="0"/>
          <a:chOff x="0" y="0"/>
          <a:chExt cx="0" cy="0"/>
        </a:xfrm>
      </p:grpSpPr>
      <p:sp>
        <p:nvSpPr>
          <p:cNvPr id="97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97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97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97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8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98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98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98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98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98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98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98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98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98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99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99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99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99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99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99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99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99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99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99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00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00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00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00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004" name="Title Text"/>
          <p:cNvSpPr txBox="1">
            <a:spLocks noGrp="1"/>
          </p:cNvSpPr>
          <p:nvPr>
            <p:ph type="title"/>
          </p:nvPr>
        </p:nvSpPr>
        <p:spPr>
          <a:xfrm>
            <a:off x="609600" y="264084"/>
            <a:ext cx="6766560" cy="946391"/>
          </a:xfrm>
          <a:prstGeom prst="rect">
            <a:avLst/>
          </a:prstGeom>
        </p:spPr>
        <p:txBody>
          <a:bodyPr/>
          <a:lstStyle>
            <a:lvl1pPr>
              <a:defRPr sz="3200" b="1">
                <a:solidFill>
                  <a:srgbClr val="FFFFFF"/>
                </a:solidFill>
              </a:defRPr>
            </a:lvl1pPr>
          </a:lstStyle>
          <a:p>
            <a:r>
              <a:t>Title Text</a:t>
            </a:r>
          </a:p>
        </p:txBody>
      </p:sp>
      <p:sp>
        <p:nvSpPr>
          <p:cNvPr id="1005" name="Body Level One…"/>
          <p:cNvSpPr txBox="1">
            <a:spLocks noGrp="1"/>
          </p:cNvSpPr>
          <p:nvPr>
            <p:ph type="body" sz="half" idx="1"/>
          </p:nvPr>
        </p:nvSpPr>
        <p:spPr>
          <a:xfrm>
            <a:off x="609600" y="1334323"/>
            <a:ext cx="5943600" cy="4992625"/>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006" name="Picture Placeholder 5"/>
          <p:cNvSpPr>
            <a:spLocks noGrp="1"/>
          </p:cNvSpPr>
          <p:nvPr>
            <p:ph type="pic" sz="half" idx="21"/>
          </p:nvPr>
        </p:nvSpPr>
        <p:spPr>
          <a:xfrm>
            <a:off x="7894319" y="0"/>
            <a:ext cx="4297681" cy="6858000"/>
          </a:xfrm>
          <a:prstGeom prst="rect">
            <a:avLst/>
          </a:prstGeom>
        </p:spPr>
        <p:txBody>
          <a:bodyPr lIns="91439" tIns="45719" rIns="91439" bIns="45719"/>
          <a:lstStyle/>
          <a:p>
            <a:endParaRPr/>
          </a:p>
        </p:txBody>
      </p:sp>
      <p:sp>
        <p:nvSpPr>
          <p:cNvPr id="1007" name="Copyright"/>
          <p:cNvSpPr txBox="1"/>
          <p:nvPr/>
        </p:nvSpPr>
        <p:spPr>
          <a:xfrm>
            <a:off x="565657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008" name="Blocker"/>
          <p:cNvSpPr/>
          <p:nvPr/>
        </p:nvSpPr>
        <p:spPr>
          <a:xfrm>
            <a:off x="9834006" y="6483510"/>
            <a:ext cx="1748394" cy="201955"/>
          </a:xfrm>
          <a:prstGeom prst="rect">
            <a:avLst/>
          </a:prstGeom>
          <a:solidFill>
            <a:srgbClr val="000000"/>
          </a:solidFill>
          <a:ln w="12700">
            <a:miter lim="400000"/>
          </a:ln>
        </p:spPr>
        <p:txBody>
          <a:bodyPr lIns="45719" rIns="45719" anchor="ctr"/>
          <a:lstStyle/>
          <a:p>
            <a:pPr algn="ctr">
              <a:defRPr>
                <a:solidFill>
                  <a:srgbClr val="FFFFFF"/>
                </a:solidFill>
              </a:defRPr>
            </a:pPr>
            <a:endParaRPr/>
          </a:p>
        </p:txBody>
      </p:sp>
      <p:sp>
        <p:nvSpPr>
          <p:cNvPr id="1009" name="Slide Number"/>
          <p:cNvSpPr txBox="1">
            <a:spLocks noGrp="1"/>
          </p:cNvSpPr>
          <p:nvPr>
            <p:ph type="sldNum" sz="quarter" idx="2"/>
          </p:nvPr>
        </p:nvSpPr>
        <p:spPr>
          <a:xfrm>
            <a:off x="5449168"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x">
  <p:cSld name="Two Columns - Content Dark">
    <p:bg>
      <p:bgPr>
        <a:solidFill>
          <a:srgbClr val="000000"/>
        </a:solidFill>
        <a:effectLst/>
      </p:bgPr>
    </p:bg>
    <p:spTree>
      <p:nvGrpSpPr>
        <p:cNvPr id="1" name=""/>
        <p:cNvGrpSpPr/>
        <p:nvPr/>
      </p:nvGrpSpPr>
      <p:grpSpPr>
        <a:xfrm>
          <a:off x="0" y="0"/>
          <a:ext cx="0" cy="0"/>
          <a:chOff x="0" y="0"/>
          <a:chExt cx="0" cy="0"/>
        </a:xfrm>
      </p:grpSpPr>
      <p:sp>
        <p:nvSpPr>
          <p:cNvPr id="101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01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01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01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2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02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02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02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02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02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02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02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02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02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03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03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3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03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03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03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03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03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03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03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04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04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04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04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044"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045" name="Body Level One…"/>
          <p:cNvSpPr txBox="1">
            <a:spLocks noGrp="1"/>
          </p:cNvSpPr>
          <p:nvPr>
            <p:ph type="body" sz="half" idx="1"/>
          </p:nvPr>
        </p:nvSpPr>
        <p:spPr>
          <a:xfrm>
            <a:off x="609600" y="1334323"/>
            <a:ext cx="4937760" cy="4992625"/>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046"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047"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tx">
  <p:cSld name="Three Columns - Content Dark">
    <p:bg>
      <p:bgPr>
        <a:solidFill>
          <a:srgbClr val="000000"/>
        </a:solidFill>
        <a:effectLst/>
      </p:bgPr>
    </p:bg>
    <p:spTree>
      <p:nvGrpSpPr>
        <p:cNvPr id="1" name=""/>
        <p:cNvGrpSpPr/>
        <p:nvPr/>
      </p:nvGrpSpPr>
      <p:grpSpPr>
        <a:xfrm>
          <a:off x="0" y="0"/>
          <a:ext cx="0" cy="0"/>
          <a:chOff x="0" y="0"/>
          <a:chExt cx="0" cy="0"/>
        </a:xfrm>
      </p:grpSpPr>
      <p:sp>
        <p:nvSpPr>
          <p:cNvPr id="1054"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055"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056"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057"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58"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059"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060"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061"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062"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063"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064"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065"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066"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067"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068"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069"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70"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071"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072"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073"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074"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075"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076"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077"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078"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079"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080"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081"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082"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083" name="Body Level One…"/>
          <p:cNvSpPr txBox="1">
            <a:spLocks noGrp="1"/>
          </p:cNvSpPr>
          <p:nvPr>
            <p:ph type="body" sz="quarter" idx="1"/>
          </p:nvPr>
        </p:nvSpPr>
        <p:spPr>
          <a:xfrm>
            <a:off x="609600" y="1334323"/>
            <a:ext cx="3200400" cy="4992625"/>
          </a:xfrm>
          <a:prstGeom prst="rect">
            <a:avLst/>
          </a:prstGeom>
        </p:spPr>
        <p:txBody>
          <a:bodyPr>
            <a:normAutofit/>
          </a:bodyPr>
          <a:lstStyle>
            <a:lvl1pPr>
              <a:defRPr sz="1600">
                <a:solidFill>
                  <a:srgbClr val="FFFFFF"/>
                </a:solidFill>
              </a:defRPr>
            </a:lvl1pPr>
            <a:lvl2pPr>
              <a:defRPr sz="1600">
                <a:solidFill>
                  <a:srgbClr val="FFFFFF"/>
                </a:solidFill>
              </a:defRPr>
            </a:lvl2pPr>
            <a:lvl3pPr>
              <a:defRPr sz="1600">
                <a:solidFill>
                  <a:srgbClr val="FFFFFF"/>
                </a:solidFill>
              </a:defRPr>
            </a:lvl3pPr>
            <a:lvl4pPr>
              <a:defRPr sz="1600">
                <a:solidFill>
                  <a:srgbClr val="FFFFFF"/>
                </a:solidFill>
              </a:defRPr>
            </a:lvl4pPr>
            <a:lvl5pP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084"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085"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tx">
  <p:cSld name="Four Columns - Content Dark">
    <p:bg>
      <p:bgPr>
        <a:solidFill>
          <a:srgbClr val="000000"/>
        </a:solidFill>
        <a:effectLst/>
      </p:bgPr>
    </p:bg>
    <p:spTree>
      <p:nvGrpSpPr>
        <p:cNvPr id="1" name=""/>
        <p:cNvGrpSpPr/>
        <p:nvPr/>
      </p:nvGrpSpPr>
      <p:grpSpPr>
        <a:xfrm>
          <a:off x="0" y="0"/>
          <a:ext cx="0" cy="0"/>
          <a:chOff x="0" y="0"/>
          <a:chExt cx="0" cy="0"/>
        </a:xfrm>
      </p:grpSpPr>
      <p:sp>
        <p:nvSpPr>
          <p:cNvPr id="1092"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093"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094"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095"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096"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097"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098"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099"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100"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101"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102"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103"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104"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105"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106"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107"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08"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109"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110"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111"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112"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113"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114"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115"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116"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117"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118"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119"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120"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121" name="Body Level One…"/>
          <p:cNvSpPr txBox="1">
            <a:spLocks noGrp="1"/>
          </p:cNvSpPr>
          <p:nvPr>
            <p:ph type="body" sz="quarter" idx="1"/>
          </p:nvPr>
        </p:nvSpPr>
        <p:spPr>
          <a:xfrm>
            <a:off x="612648" y="1334323"/>
            <a:ext cx="2240280" cy="4992625"/>
          </a:xfrm>
          <a:prstGeom prst="rect">
            <a:avLst/>
          </a:prstGeom>
        </p:spPr>
        <p:txBody>
          <a:bodyPr>
            <a:normAutofit/>
          </a:bodyPr>
          <a:lstStyle>
            <a:lvl1pPr>
              <a:spcBef>
                <a:spcPts val="900"/>
              </a:spcBef>
              <a:defRPr sz="1400">
                <a:solidFill>
                  <a:srgbClr val="FFFFFF"/>
                </a:solidFill>
              </a:defRPr>
            </a:lvl1pPr>
            <a:lvl2pPr>
              <a:spcBef>
                <a:spcPts val="900"/>
              </a:spcBef>
              <a:defRPr sz="1400">
                <a:solidFill>
                  <a:srgbClr val="FFFFFF"/>
                </a:solidFill>
              </a:defRPr>
            </a:lvl2pPr>
            <a:lvl3pPr>
              <a:spcBef>
                <a:spcPts val="900"/>
              </a:spcBef>
              <a:defRPr sz="1400">
                <a:solidFill>
                  <a:srgbClr val="FFFFFF"/>
                </a:solidFill>
              </a:defRPr>
            </a:lvl3pPr>
            <a:lvl4pPr>
              <a:spcBef>
                <a:spcPts val="900"/>
              </a:spcBef>
              <a:defRPr sz="1400">
                <a:solidFill>
                  <a:srgbClr val="FFFFFF"/>
                </a:solidFill>
              </a:defRPr>
            </a:lvl4pPr>
            <a:lvl5pPr>
              <a:spcBef>
                <a:spcPts val="900"/>
              </a:spcBef>
              <a:defRPr sz="1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122"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123"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x">
  <p:cSld name="Five Columns - Content Dark">
    <p:bg>
      <p:bgPr>
        <a:solidFill>
          <a:srgbClr val="000000"/>
        </a:solidFill>
        <a:effectLst/>
      </p:bgPr>
    </p:bg>
    <p:spTree>
      <p:nvGrpSpPr>
        <p:cNvPr id="1" name=""/>
        <p:cNvGrpSpPr/>
        <p:nvPr/>
      </p:nvGrpSpPr>
      <p:grpSpPr>
        <a:xfrm>
          <a:off x="0" y="0"/>
          <a:ext cx="0" cy="0"/>
          <a:chOff x="0" y="0"/>
          <a:chExt cx="0" cy="0"/>
        </a:xfrm>
      </p:grpSpPr>
      <p:sp>
        <p:nvSpPr>
          <p:cNvPr id="1130"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131"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132"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133"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34"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135"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136"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137"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138"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139"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140"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141"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142"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143"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144"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145"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46"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147"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148"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149"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150"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151"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152"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153"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154"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155"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156"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157"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158"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159" name="Body Level One…"/>
          <p:cNvSpPr txBox="1">
            <a:spLocks noGrp="1"/>
          </p:cNvSpPr>
          <p:nvPr>
            <p:ph type="body" sz="quarter" idx="1"/>
          </p:nvPr>
        </p:nvSpPr>
        <p:spPr>
          <a:xfrm>
            <a:off x="612648" y="1334323"/>
            <a:ext cx="1920240" cy="4992625"/>
          </a:xfrm>
          <a:prstGeom prst="rect">
            <a:avLst/>
          </a:prstGeom>
        </p:spPr>
        <p:txBody>
          <a:bodyPr>
            <a:normAutofit/>
          </a:bodyPr>
          <a:lstStyle>
            <a:lvl1pPr>
              <a:spcBef>
                <a:spcPts val="900"/>
              </a:spcBef>
              <a:defRPr sz="1200">
                <a:solidFill>
                  <a:srgbClr val="FFFFFF"/>
                </a:solidFill>
              </a:defRPr>
            </a:lvl1pPr>
            <a:lvl2pPr>
              <a:spcBef>
                <a:spcPts val="900"/>
              </a:spcBef>
              <a:defRPr sz="1200">
                <a:solidFill>
                  <a:srgbClr val="FFFFFF"/>
                </a:solidFill>
              </a:defRPr>
            </a:lvl2pPr>
            <a:lvl3pPr>
              <a:spcBef>
                <a:spcPts val="900"/>
              </a:spcBef>
              <a:defRPr sz="1200">
                <a:solidFill>
                  <a:srgbClr val="FFFFFF"/>
                </a:solidFill>
              </a:defRPr>
            </a:lvl3pPr>
            <a:lvl4pPr>
              <a:spcBef>
                <a:spcPts val="900"/>
              </a:spcBef>
              <a:defRPr sz="1200">
                <a:solidFill>
                  <a:srgbClr val="FFFFFF"/>
                </a:solidFill>
              </a:defRPr>
            </a:lvl4pPr>
            <a:lvl5pPr>
              <a:spcBef>
                <a:spcPts val="900"/>
              </a:spcBef>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160"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161"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x">
  <p:cSld name="Two Columns - Image and Content Dark">
    <p:bg>
      <p:bgPr>
        <a:solidFill>
          <a:srgbClr val="000000"/>
        </a:solidFill>
        <a:effectLst/>
      </p:bgPr>
    </p:bg>
    <p:spTree>
      <p:nvGrpSpPr>
        <p:cNvPr id="1" name=""/>
        <p:cNvGrpSpPr/>
        <p:nvPr/>
      </p:nvGrpSpPr>
      <p:grpSpPr>
        <a:xfrm>
          <a:off x="0" y="0"/>
          <a:ext cx="0" cy="0"/>
          <a:chOff x="0" y="0"/>
          <a:chExt cx="0" cy="0"/>
        </a:xfrm>
      </p:grpSpPr>
      <p:sp>
        <p:nvSpPr>
          <p:cNvPr id="116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16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17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17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7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17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17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17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17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17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17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17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18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18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18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18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18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18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18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18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18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18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19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19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19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19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19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19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196"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197" name="Picture Placeholder 1"/>
          <p:cNvSpPr>
            <a:spLocks noGrp="1"/>
          </p:cNvSpPr>
          <p:nvPr>
            <p:ph type="pic" sz="quarter" idx="21"/>
          </p:nvPr>
        </p:nvSpPr>
        <p:spPr>
          <a:xfrm>
            <a:off x="609600" y="1335024"/>
            <a:ext cx="4937760" cy="2514601"/>
          </a:xfrm>
          <a:prstGeom prst="rect">
            <a:avLst/>
          </a:prstGeom>
        </p:spPr>
        <p:txBody>
          <a:bodyPr lIns="91439" tIns="45719" rIns="91439" bIns="45719"/>
          <a:lstStyle/>
          <a:p>
            <a:endParaRPr/>
          </a:p>
        </p:txBody>
      </p:sp>
      <p:sp>
        <p:nvSpPr>
          <p:cNvPr id="1198" name="Body Level One…"/>
          <p:cNvSpPr txBox="1">
            <a:spLocks noGrp="1"/>
          </p:cNvSpPr>
          <p:nvPr>
            <p:ph type="body" sz="quarter" idx="1"/>
          </p:nvPr>
        </p:nvSpPr>
        <p:spPr>
          <a:xfrm>
            <a:off x="609600" y="4023359"/>
            <a:ext cx="4846321" cy="2286001"/>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199" name="Picture Placeholder 2"/>
          <p:cNvSpPr>
            <a:spLocks noGrp="1"/>
          </p:cNvSpPr>
          <p:nvPr>
            <p:ph type="pic" sz="quarter" idx="22"/>
          </p:nvPr>
        </p:nvSpPr>
        <p:spPr>
          <a:xfrm>
            <a:off x="6644640" y="1335024"/>
            <a:ext cx="4937760" cy="2514601"/>
          </a:xfrm>
          <a:prstGeom prst="rect">
            <a:avLst/>
          </a:prstGeom>
        </p:spPr>
        <p:txBody>
          <a:bodyPr lIns="91439" tIns="45719" rIns="91439" bIns="45719"/>
          <a:lstStyle/>
          <a:p>
            <a:endParaRPr/>
          </a:p>
        </p:txBody>
      </p:sp>
      <p:sp>
        <p:nvSpPr>
          <p:cNvPr id="1200"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201"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x">
  <p:cSld name="Three Columns - Image and Content Dark">
    <p:bg>
      <p:bgPr>
        <a:solidFill>
          <a:srgbClr val="000000"/>
        </a:solidFill>
        <a:effectLst/>
      </p:bgPr>
    </p:bg>
    <p:spTree>
      <p:nvGrpSpPr>
        <p:cNvPr id="1" name=""/>
        <p:cNvGrpSpPr/>
        <p:nvPr/>
      </p:nvGrpSpPr>
      <p:grpSpPr>
        <a:xfrm>
          <a:off x="0" y="0"/>
          <a:ext cx="0" cy="0"/>
          <a:chOff x="0" y="0"/>
          <a:chExt cx="0" cy="0"/>
        </a:xfrm>
      </p:grpSpPr>
      <p:sp>
        <p:nvSpPr>
          <p:cNvPr id="120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20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21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21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21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21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21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21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21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21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21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21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22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22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22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22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22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22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22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22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22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22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23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23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23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23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23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23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236"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237" name="Body Level One…"/>
          <p:cNvSpPr txBox="1">
            <a:spLocks noGrp="1"/>
          </p:cNvSpPr>
          <p:nvPr>
            <p:ph type="body" sz="quarter" idx="1"/>
          </p:nvPr>
        </p:nvSpPr>
        <p:spPr>
          <a:xfrm>
            <a:off x="609600" y="4040371"/>
            <a:ext cx="3200400" cy="2286576"/>
          </a:xfrm>
          <a:prstGeom prst="rect">
            <a:avLst/>
          </a:prstGeom>
        </p:spPr>
        <p:txBody>
          <a:bodyPr>
            <a:normAutofit/>
          </a:bodyPr>
          <a:lstStyle>
            <a:lvl1pPr>
              <a:defRPr sz="1600">
                <a:solidFill>
                  <a:srgbClr val="FFFFFF"/>
                </a:solidFill>
              </a:defRPr>
            </a:lvl1pPr>
            <a:lvl2pPr>
              <a:defRPr sz="1600">
                <a:solidFill>
                  <a:srgbClr val="FFFFFF"/>
                </a:solidFill>
              </a:defRPr>
            </a:lvl2pPr>
            <a:lvl3pPr>
              <a:defRPr sz="1600">
                <a:solidFill>
                  <a:srgbClr val="FFFFFF"/>
                </a:solidFill>
              </a:defRPr>
            </a:lvl3pPr>
            <a:lvl4pPr>
              <a:defRPr sz="1600">
                <a:solidFill>
                  <a:srgbClr val="FFFFFF"/>
                </a:solidFill>
              </a:defRPr>
            </a:lvl4pPr>
            <a:lvl5pP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238" name="Picture Placeholder 1"/>
          <p:cNvSpPr>
            <a:spLocks noGrp="1"/>
          </p:cNvSpPr>
          <p:nvPr>
            <p:ph type="pic" sz="quarter" idx="21"/>
          </p:nvPr>
        </p:nvSpPr>
        <p:spPr>
          <a:xfrm>
            <a:off x="609600" y="1335024"/>
            <a:ext cx="3255265" cy="2514601"/>
          </a:xfrm>
          <a:prstGeom prst="rect">
            <a:avLst/>
          </a:prstGeom>
        </p:spPr>
        <p:txBody>
          <a:bodyPr lIns="91439" tIns="45719" rIns="91439" bIns="45719"/>
          <a:lstStyle/>
          <a:p>
            <a:endParaRPr/>
          </a:p>
        </p:txBody>
      </p:sp>
      <p:sp>
        <p:nvSpPr>
          <p:cNvPr id="1239" name="Picture Placeholder 2"/>
          <p:cNvSpPr>
            <a:spLocks noGrp="1"/>
          </p:cNvSpPr>
          <p:nvPr>
            <p:ph type="pic" sz="quarter" idx="22"/>
          </p:nvPr>
        </p:nvSpPr>
        <p:spPr>
          <a:xfrm>
            <a:off x="4468367" y="1335024"/>
            <a:ext cx="3255266" cy="2514601"/>
          </a:xfrm>
          <a:prstGeom prst="rect">
            <a:avLst/>
          </a:prstGeom>
        </p:spPr>
        <p:txBody>
          <a:bodyPr lIns="91439" tIns="45719" rIns="91439" bIns="45719"/>
          <a:lstStyle/>
          <a:p>
            <a:endParaRPr/>
          </a:p>
        </p:txBody>
      </p:sp>
      <p:sp>
        <p:nvSpPr>
          <p:cNvPr id="1240" name="Picture Placeholder 3"/>
          <p:cNvSpPr>
            <a:spLocks noGrp="1"/>
          </p:cNvSpPr>
          <p:nvPr>
            <p:ph type="pic" sz="quarter" idx="23"/>
          </p:nvPr>
        </p:nvSpPr>
        <p:spPr>
          <a:xfrm>
            <a:off x="8327135" y="1335024"/>
            <a:ext cx="3255265" cy="2514601"/>
          </a:xfrm>
          <a:prstGeom prst="rect">
            <a:avLst/>
          </a:prstGeom>
        </p:spPr>
        <p:txBody>
          <a:bodyPr lIns="91439" tIns="45719" rIns="91439" bIns="45719"/>
          <a:lstStyle/>
          <a:p>
            <a:endParaRPr/>
          </a:p>
        </p:txBody>
      </p:sp>
      <p:sp>
        <p:nvSpPr>
          <p:cNvPr id="1241"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242"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x">
  <p:cSld name="Four Columns - Image and Content Dark">
    <p:bg>
      <p:bgPr>
        <a:solidFill>
          <a:srgbClr val="000000"/>
        </a:solidFill>
        <a:effectLst/>
      </p:bgPr>
    </p:bg>
    <p:spTree>
      <p:nvGrpSpPr>
        <p:cNvPr id="1" name=""/>
        <p:cNvGrpSpPr/>
        <p:nvPr/>
      </p:nvGrpSpPr>
      <p:grpSpPr>
        <a:xfrm>
          <a:off x="0" y="0"/>
          <a:ext cx="0" cy="0"/>
          <a:chOff x="0" y="0"/>
          <a:chExt cx="0" cy="0"/>
        </a:xfrm>
      </p:grpSpPr>
      <p:sp>
        <p:nvSpPr>
          <p:cNvPr id="1249"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250"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251"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252"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253"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254"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255"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256"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257"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258"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259"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260"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261"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262"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263"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264"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265"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266"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267"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268"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269"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270"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271"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272"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273"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274"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275"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276"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277"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278" name="Body Level One…"/>
          <p:cNvSpPr txBox="1">
            <a:spLocks noGrp="1"/>
          </p:cNvSpPr>
          <p:nvPr>
            <p:ph type="body" sz="quarter" idx="1"/>
          </p:nvPr>
        </p:nvSpPr>
        <p:spPr>
          <a:xfrm>
            <a:off x="612648" y="4023359"/>
            <a:ext cx="2194561" cy="2286001"/>
          </a:xfrm>
          <a:prstGeom prst="rect">
            <a:avLst/>
          </a:prstGeom>
        </p:spPr>
        <p:txBody>
          <a:bodyPr>
            <a:normAutofit/>
          </a:bodyPr>
          <a:lstStyle>
            <a:lvl1pPr>
              <a:spcBef>
                <a:spcPts val="900"/>
              </a:spcBef>
              <a:defRPr sz="1400">
                <a:solidFill>
                  <a:srgbClr val="FFFFFF"/>
                </a:solidFill>
              </a:defRPr>
            </a:lvl1pPr>
            <a:lvl2pPr>
              <a:spcBef>
                <a:spcPts val="900"/>
              </a:spcBef>
              <a:defRPr sz="1400">
                <a:solidFill>
                  <a:srgbClr val="FFFFFF"/>
                </a:solidFill>
              </a:defRPr>
            </a:lvl2pPr>
            <a:lvl3pPr>
              <a:spcBef>
                <a:spcPts val="900"/>
              </a:spcBef>
              <a:defRPr sz="1400">
                <a:solidFill>
                  <a:srgbClr val="FFFFFF"/>
                </a:solidFill>
              </a:defRPr>
            </a:lvl3pPr>
            <a:lvl4pPr>
              <a:spcBef>
                <a:spcPts val="900"/>
              </a:spcBef>
              <a:defRPr sz="1400">
                <a:solidFill>
                  <a:srgbClr val="FFFFFF"/>
                </a:solidFill>
              </a:defRPr>
            </a:lvl4pPr>
            <a:lvl5pPr>
              <a:spcBef>
                <a:spcPts val="900"/>
              </a:spcBef>
              <a:defRPr sz="14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279" name="Picture Placeholder 1"/>
          <p:cNvSpPr>
            <a:spLocks noGrp="1"/>
          </p:cNvSpPr>
          <p:nvPr>
            <p:ph type="pic" sz="quarter" idx="21"/>
          </p:nvPr>
        </p:nvSpPr>
        <p:spPr>
          <a:xfrm>
            <a:off x="609600" y="1335024"/>
            <a:ext cx="2240280" cy="2505457"/>
          </a:xfrm>
          <a:prstGeom prst="rect">
            <a:avLst/>
          </a:prstGeom>
        </p:spPr>
        <p:txBody>
          <a:bodyPr lIns="91439" tIns="45719" rIns="91439" bIns="45719"/>
          <a:lstStyle/>
          <a:p>
            <a:endParaRPr/>
          </a:p>
        </p:txBody>
      </p:sp>
      <p:sp>
        <p:nvSpPr>
          <p:cNvPr id="1280" name="Picture Placeholder 2"/>
          <p:cNvSpPr>
            <a:spLocks noGrp="1"/>
          </p:cNvSpPr>
          <p:nvPr>
            <p:ph type="pic" sz="quarter" idx="22"/>
          </p:nvPr>
        </p:nvSpPr>
        <p:spPr>
          <a:xfrm>
            <a:off x="3520440" y="1335024"/>
            <a:ext cx="2240281" cy="2505457"/>
          </a:xfrm>
          <a:prstGeom prst="rect">
            <a:avLst/>
          </a:prstGeom>
        </p:spPr>
        <p:txBody>
          <a:bodyPr lIns="91439" tIns="45719" rIns="91439" bIns="45719"/>
          <a:lstStyle/>
          <a:p>
            <a:endParaRPr/>
          </a:p>
        </p:txBody>
      </p:sp>
      <p:sp>
        <p:nvSpPr>
          <p:cNvPr id="1281" name="Picture Placeholder 3"/>
          <p:cNvSpPr>
            <a:spLocks noGrp="1"/>
          </p:cNvSpPr>
          <p:nvPr>
            <p:ph type="pic" sz="quarter" idx="23"/>
          </p:nvPr>
        </p:nvSpPr>
        <p:spPr>
          <a:xfrm>
            <a:off x="6431279" y="1335024"/>
            <a:ext cx="2240281" cy="2505457"/>
          </a:xfrm>
          <a:prstGeom prst="rect">
            <a:avLst/>
          </a:prstGeom>
        </p:spPr>
        <p:txBody>
          <a:bodyPr lIns="91439" tIns="45719" rIns="91439" bIns="45719"/>
          <a:lstStyle/>
          <a:p>
            <a:endParaRPr/>
          </a:p>
        </p:txBody>
      </p:sp>
      <p:sp>
        <p:nvSpPr>
          <p:cNvPr id="1282" name="Picture Placeholder 4"/>
          <p:cNvSpPr>
            <a:spLocks noGrp="1"/>
          </p:cNvSpPr>
          <p:nvPr>
            <p:ph type="pic" sz="quarter" idx="24"/>
          </p:nvPr>
        </p:nvSpPr>
        <p:spPr>
          <a:xfrm>
            <a:off x="9342119" y="1335024"/>
            <a:ext cx="2240281" cy="2505457"/>
          </a:xfrm>
          <a:prstGeom prst="rect">
            <a:avLst/>
          </a:prstGeom>
        </p:spPr>
        <p:txBody>
          <a:bodyPr lIns="91439" tIns="45719" rIns="91439" bIns="45719"/>
          <a:lstStyle/>
          <a:p>
            <a:endParaRPr/>
          </a:p>
        </p:txBody>
      </p:sp>
      <p:sp>
        <p:nvSpPr>
          <p:cNvPr id="1283"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284"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tx">
  <p:cSld name="Five Columns - Image and Content Dark">
    <p:bg>
      <p:bgPr>
        <a:solidFill>
          <a:srgbClr val="000000"/>
        </a:solidFill>
        <a:effectLst/>
      </p:bgPr>
    </p:bg>
    <p:spTree>
      <p:nvGrpSpPr>
        <p:cNvPr id="1" name=""/>
        <p:cNvGrpSpPr/>
        <p:nvPr/>
      </p:nvGrpSpPr>
      <p:grpSpPr>
        <a:xfrm>
          <a:off x="0" y="0"/>
          <a:ext cx="0" cy="0"/>
          <a:chOff x="0" y="0"/>
          <a:chExt cx="0" cy="0"/>
        </a:xfrm>
      </p:grpSpPr>
      <p:sp>
        <p:nvSpPr>
          <p:cNvPr id="1291"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292"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293"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294"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295"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296"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297"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298"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299"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300"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301"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302"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303"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304"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305"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306"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307"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308"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309"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310"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311"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312"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313"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314"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315"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316"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317"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318"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319"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320" name="Body Level One…"/>
          <p:cNvSpPr txBox="1">
            <a:spLocks noGrp="1"/>
          </p:cNvSpPr>
          <p:nvPr>
            <p:ph type="body" sz="quarter" idx="1"/>
          </p:nvPr>
        </p:nvSpPr>
        <p:spPr>
          <a:xfrm>
            <a:off x="612648" y="4023359"/>
            <a:ext cx="1645921" cy="2286001"/>
          </a:xfrm>
          <a:prstGeom prst="rect">
            <a:avLst/>
          </a:prstGeom>
        </p:spPr>
        <p:txBody>
          <a:bodyPr>
            <a:normAutofit/>
          </a:bodyPr>
          <a:lstStyle>
            <a:lvl1pPr>
              <a:spcBef>
                <a:spcPts val="900"/>
              </a:spcBef>
              <a:defRPr sz="1200">
                <a:solidFill>
                  <a:srgbClr val="FFFFFF"/>
                </a:solidFill>
              </a:defRPr>
            </a:lvl1pPr>
            <a:lvl2pPr>
              <a:spcBef>
                <a:spcPts val="900"/>
              </a:spcBef>
              <a:defRPr sz="1200">
                <a:solidFill>
                  <a:srgbClr val="FFFFFF"/>
                </a:solidFill>
              </a:defRPr>
            </a:lvl2pPr>
            <a:lvl3pPr>
              <a:spcBef>
                <a:spcPts val="900"/>
              </a:spcBef>
              <a:defRPr sz="1200">
                <a:solidFill>
                  <a:srgbClr val="FFFFFF"/>
                </a:solidFill>
              </a:defRPr>
            </a:lvl3pPr>
            <a:lvl4pPr>
              <a:spcBef>
                <a:spcPts val="900"/>
              </a:spcBef>
              <a:defRPr sz="1200">
                <a:solidFill>
                  <a:srgbClr val="FFFFFF"/>
                </a:solidFill>
              </a:defRPr>
            </a:lvl4pPr>
            <a:lvl5pPr>
              <a:spcBef>
                <a:spcPts val="900"/>
              </a:spcBef>
              <a:defRPr sz="12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21" name="Picture Placeholder 1"/>
          <p:cNvSpPr>
            <a:spLocks noGrp="1"/>
          </p:cNvSpPr>
          <p:nvPr>
            <p:ph type="pic" sz="quarter" idx="21"/>
          </p:nvPr>
        </p:nvSpPr>
        <p:spPr>
          <a:xfrm>
            <a:off x="609600" y="1335024"/>
            <a:ext cx="1828800" cy="2505457"/>
          </a:xfrm>
          <a:prstGeom prst="rect">
            <a:avLst/>
          </a:prstGeom>
        </p:spPr>
        <p:txBody>
          <a:bodyPr lIns="91439" tIns="45719" rIns="91439" bIns="45719"/>
          <a:lstStyle/>
          <a:p>
            <a:endParaRPr/>
          </a:p>
        </p:txBody>
      </p:sp>
      <p:sp>
        <p:nvSpPr>
          <p:cNvPr id="1322" name="Picture Placeholder 2"/>
          <p:cNvSpPr>
            <a:spLocks noGrp="1"/>
          </p:cNvSpPr>
          <p:nvPr>
            <p:ph type="pic" sz="quarter" idx="22"/>
          </p:nvPr>
        </p:nvSpPr>
        <p:spPr>
          <a:xfrm>
            <a:off x="2895600" y="1335024"/>
            <a:ext cx="1828800" cy="2505457"/>
          </a:xfrm>
          <a:prstGeom prst="rect">
            <a:avLst/>
          </a:prstGeom>
        </p:spPr>
        <p:txBody>
          <a:bodyPr lIns="91439" tIns="45719" rIns="91439" bIns="45719"/>
          <a:lstStyle/>
          <a:p>
            <a:endParaRPr/>
          </a:p>
        </p:txBody>
      </p:sp>
      <p:sp>
        <p:nvSpPr>
          <p:cNvPr id="1323" name="Picture Placeholder 3"/>
          <p:cNvSpPr>
            <a:spLocks noGrp="1"/>
          </p:cNvSpPr>
          <p:nvPr>
            <p:ph type="pic" sz="quarter" idx="23"/>
          </p:nvPr>
        </p:nvSpPr>
        <p:spPr>
          <a:xfrm>
            <a:off x="5181600" y="1335024"/>
            <a:ext cx="1828800" cy="2505457"/>
          </a:xfrm>
          <a:prstGeom prst="rect">
            <a:avLst/>
          </a:prstGeom>
        </p:spPr>
        <p:txBody>
          <a:bodyPr lIns="91439" tIns="45719" rIns="91439" bIns="45719"/>
          <a:lstStyle/>
          <a:p>
            <a:endParaRPr/>
          </a:p>
        </p:txBody>
      </p:sp>
      <p:sp>
        <p:nvSpPr>
          <p:cNvPr id="1324" name="Picture Placeholder 4"/>
          <p:cNvSpPr>
            <a:spLocks noGrp="1"/>
          </p:cNvSpPr>
          <p:nvPr>
            <p:ph type="pic" sz="quarter" idx="24"/>
          </p:nvPr>
        </p:nvSpPr>
        <p:spPr>
          <a:xfrm>
            <a:off x="7467600" y="1335024"/>
            <a:ext cx="1828800" cy="2505457"/>
          </a:xfrm>
          <a:prstGeom prst="rect">
            <a:avLst/>
          </a:prstGeom>
        </p:spPr>
        <p:txBody>
          <a:bodyPr lIns="91439" tIns="45719" rIns="91439" bIns="45719"/>
          <a:lstStyle/>
          <a:p>
            <a:endParaRPr/>
          </a:p>
        </p:txBody>
      </p:sp>
      <p:sp>
        <p:nvSpPr>
          <p:cNvPr id="1325" name="Picture Placeholder 5"/>
          <p:cNvSpPr>
            <a:spLocks noGrp="1"/>
          </p:cNvSpPr>
          <p:nvPr>
            <p:ph type="pic" sz="quarter" idx="25"/>
          </p:nvPr>
        </p:nvSpPr>
        <p:spPr>
          <a:xfrm>
            <a:off x="9753600" y="1335024"/>
            <a:ext cx="1828800" cy="2505457"/>
          </a:xfrm>
          <a:prstGeom prst="rect">
            <a:avLst/>
          </a:prstGeom>
        </p:spPr>
        <p:txBody>
          <a:bodyPr lIns="91439" tIns="45719" rIns="91439" bIns="45719"/>
          <a:lstStyle/>
          <a:p>
            <a:endParaRPr/>
          </a:p>
        </p:txBody>
      </p:sp>
      <p:sp>
        <p:nvSpPr>
          <p:cNvPr id="1326"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327"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x">
  <p:cSld name="Two Columns - Photo and Title Dark">
    <p:bg>
      <p:bgPr>
        <a:solidFill>
          <a:srgbClr val="000000"/>
        </a:solidFill>
        <a:effectLst/>
      </p:bgPr>
    </p:bg>
    <p:spTree>
      <p:nvGrpSpPr>
        <p:cNvPr id="1" name=""/>
        <p:cNvGrpSpPr/>
        <p:nvPr/>
      </p:nvGrpSpPr>
      <p:grpSpPr>
        <a:xfrm>
          <a:off x="0" y="0"/>
          <a:ext cx="0" cy="0"/>
          <a:chOff x="0" y="0"/>
          <a:chExt cx="0" cy="0"/>
        </a:xfrm>
      </p:grpSpPr>
      <p:sp>
        <p:nvSpPr>
          <p:cNvPr id="1334"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335"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336"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337"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338"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339"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340"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341"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342"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343"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344"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345"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346"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347"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348"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349"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350"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351"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352"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353"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354"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355"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356"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357"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358"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359"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360"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361"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362"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363" name="Body Level One…"/>
          <p:cNvSpPr txBox="1">
            <a:spLocks noGrp="1"/>
          </p:cNvSpPr>
          <p:nvPr>
            <p:ph type="body" sz="quarter" idx="1"/>
          </p:nvPr>
        </p:nvSpPr>
        <p:spPr>
          <a:xfrm>
            <a:off x="609600" y="1566126"/>
            <a:ext cx="4846321" cy="342467"/>
          </a:xfrm>
          <a:prstGeom prst="rect">
            <a:avLst/>
          </a:prstGeom>
        </p:spPr>
        <p:txBody>
          <a:bodyPr anchor="ctr">
            <a:normAutofit/>
          </a:bodyPr>
          <a:lstStyle>
            <a:lvl1pPr>
              <a:buFontTx/>
              <a:defRPr sz="1600" b="1">
                <a:solidFill>
                  <a:srgbClr val="FFFFFF"/>
                </a:solidFill>
              </a:defRPr>
            </a:lvl1pPr>
            <a:lvl2pPr marL="405039" indent="-179614">
              <a:buSzPct val="70000"/>
              <a:buFontTx/>
              <a:buChar char="▪"/>
              <a:defRPr sz="1600" b="1">
                <a:solidFill>
                  <a:srgbClr val="FFFFFF"/>
                </a:solidFill>
              </a:defRPr>
            </a:lvl2pPr>
            <a:lvl3pPr marL="628650" indent="-190500">
              <a:buSzPct val="70000"/>
              <a:buFontTx/>
              <a:buChar char="▪"/>
              <a:defRPr sz="1600" b="1">
                <a:solidFill>
                  <a:srgbClr val="FFFFFF"/>
                </a:solidFill>
              </a:defRPr>
            </a:lvl3pPr>
            <a:lvl4pPr marL="711200" indent="-165100">
              <a:buSzPct val="70000"/>
              <a:buFontTx/>
              <a:buChar char="▪"/>
              <a:defRPr sz="1600" b="1">
                <a:solidFill>
                  <a:srgbClr val="FFFFFF"/>
                </a:solidFill>
              </a:defRPr>
            </a:lvl4pPr>
            <a:lvl5pPr marL="905308" indent="-189345">
              <a:buSzPct val="70000"/>
              <a:buFontTx/>
              <a:buChar char="▪"/>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64" name="Picture Placeholder 7"/>
          <p:cNvSpPr>
            <a:spLocks noGrp="1"/>
          </p:cNvSpPr>
          <p:nvPr>
            <p:ph type="pic" sz="half" idx="21"/>
          </p:nvPr>
        </p:nvSpPr>
        <p:spPr>
          <a:xfrm>
            <a:off x="609600" y="2103120"/>
            <a:ext cx="4937760" cy="4023360"/>
          </a:xfrm>
          <a:prstGeom prst="rect">
            <a:avLst/>
          </a:prstGeom>
        </p:spPr>
        <p:txBody>
          <a:bodyPr lIns="91439" tIns="45719" rIns="91439" bIns="45719"/>
          <a:lstStyle/>
          <a:p>
            <a:endParaRPr/>
          </a:p>
        </p:txBody>
      </p:sp>
      <p:sp>
        <p:nvSpPr>
          <p:cNvPr id="1365" name="Text Placeholder 3"/>
          <p:cNvSpPr>
            <a:spLocks noGrp="1"/>
          </p:cNvSpPr>
          <p:nvPr>
            <p:ph type="body" sz="quarter" idx="22"/>
          </p:nvPr>
        </p:nvSpPr>
        <p:spPr>
          <a:xfrm>
            <a:off x="6644640" y="1566126"/>
            <a:ext cx="4846321" cy="342467"/>
          </a:xfrm>
          <a:prstGeom prst="rect">
            <a:avLst/>
          </a:prstGeom>
        </p:spPr>
        <p:txBody>
          <a:bodyPr anchor="ctr">
            <a:normAutofit/>
          </a:bodyPr>
          <a:lstStyle/>
          <a:p>
            <a:pPr>
              <a:buFontTx/>
              <a:defRPr sz="1600" b="1">
                <a:solidFill>
                  <a:srgbClr val="FFFFFF"/>
                </a:solidFill>
              </a:defRPr>
            </a:pPr>
            <a:endParaRPr/>
          </a:p>
        </p:txBody>
      </p:sp>
      <p:sp>
        <p:nvSpPr>
          <p:cNvPr id="1366" name="Picture Placeholder 9"/>
          <p:cNvSpPr>
            <a:spLocks noGrp="1"/>
          </p:cNvSpPr>
          <p:nvPr>
            <p:ph type="pic" sz="half" idx="23"/>
          </p:nvPr>
        </p:nvSpPr>
        <p:spPr>
          <a:xfrm>
            <a:off x="6644640" y="2103120"/>
            <a:ext cx="4937760" cy="4023360"/>
          </a:xfrm>
          <a:prstGeom prst="rect">
            <a:avLst/>
          </a:prstGeom>
        </p:spPr>
        <p:txBody>
          <a:bodyPr lIns="91439" tIns="45719" rIns="91439" bIns="45719"/>
          <a:lstStyle/>
          <a:p>
            <a:endParaRPr/>
          </a:p>
        </p:txBody>
      </p:sp>
      <p:sp>
        <p:nvSpPr>
          <p:cNvPr id="1367"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368"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x">
  <p:cSld name="Three Columns - Photo and Title Dark">
    <p:bg>
      <p:bgPr>
        <a:solidFill>
          <a:srgbClr val="000000"/>
        </a:solidFill>
        <a:effectLst/>
      </p:bgPr>
    </p:bg>
    <p:spTree>
      <p:nvGrpSpPr>
        <p:cNvPr id="1" name=""/>
        <p:cNvGrpSpPr/>
        <p:nvPr/>
      </p:nvGrpSpPr>
      <p:grpSpPr>
        <a:xfrm>
          <a:off x="0" y="0"/>
          <a:ext cx="0" cy="0"/>
          <a:chOff x="0" y="0"/>
          <a:chExt cx="0" cy="0"/>
        </a:xfrm>
      </p:grpSpPr>
      <p:sp>
        <p:nvSpPr>
          <p:cNvPr id="1375"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376"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377"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378"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379"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380"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381"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382"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383"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384"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385"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386"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387"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388"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389"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390"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391"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392"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393"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394"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395"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396"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397"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398"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399"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400"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401"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402"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403"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404" name="Body Level One…"/>
          <p:cNvSpPr txBox="1">
            <a:spLocks noGrp="1"/>
          </p:cNvSpPr>
          <p:nvPr>
            <p:ph type="body" sz="quarter" idx="1"/>
          </p:nvPr>
        </p:nvSpPr>
        <p:spPr>
          <a:xfrm>
            <a:off x="609600" y="1566126"/>
            <a:ext cx="3200400" cy="342467"/>
          </a:xfrm>
          <a:prstGeom prst="rect">
            <a:avLst/>
          </a:prstGeom>
        </p:spPr>
        <p:txBody>
          <a:bodyPr anchor="ctr">
            <a:normAutofit/>
          </a:bodyPr>
          <a:lstStyle>
            <a:lvl1pPr>
              <a:buFontTx/>
              <a:defRPr sz="1600" b="1">
                <a:solidFill>
                  <a:srgbClr val="FFFFFF"/>
                </a:solidFill>
              </a:defRPr>
            </a:lvl1pPr>
            <a:lvl2pPr marL="405039" indent="-179614">
              <a:buSzPct val="70000"/>
              <a:buFontTx/>
              <a:buChar char="▪"/>
              <a:defRPr sz="1600" b="1">
                <a:solidFill>
                  <a:srgbClr val="FFFFFF"/>
                </a:solidFill>
              </a:defRPr>
            </a:lvl2pPr>
            <a:lvl3pPr marL="628650" indent="-190500">
              <a:buSzPct val="70000"/>
              <a:buFontTx/>
              <a:buChar char="▪"/>
              <a:defRPr sz="1600" b="1">
                <a:solidFill>
                  <a:srgbClr val="FFFFFF"/>
                </a:solidFill>
              </a:defRPr>
            </a:lvl3pPr>
            <a:lvl4pPr marL="711200" indent="-165100">
              <a:buSzPct val="70000"/>
              <a:buFontTx/>
              <a:buChar char="▪"/>
              <a:defRPr sz="1600" b="1">
                <a:solidFill>
                  <a:srgbClr val="FFFFFF"/>
                </a:solidFill>
              </a:defRPr>
            </a:lvl4pPr>
            <a:lvl5pPr marL="905308" indent="-189345">
              <a:buSzPct val="70000"/>
              <a:buFontTx/>
              <a:buChar char="▪"/>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405" name="Picture Placeholder 7"/>
          <p:cNvSpPr>
            <a:spLocks noGrp="1"/>
          </p:cNvSpPr>
          <p:nvPr>
            <p:ph type="pic" sz="quarter" idx="21"/>
          </p:nvPr>
        </p:nvSpPr>
        <p:spPr>
          <a:xfrm>
            <a:off x="609600" y="2103120"/>
            <a:ext cx="3255265" cy="4023360"/>
          </a:xfrm>
          <a:prstGeom prst="rect">
            <a:avLst/>
          </a:prstGeom>
        </p:spPr>
        <p:txBody>
          <a:bodyPr lIns="91439" tIns="45719" rIns="91439" bIns="45719"/>
          <a:lstStyle/>
          <a:p>
            <a:endParaRPr/>
          </a:p>
        </p:txBody>
      </p:sp>
      <p:sp>
        <p:nvSpPr>
          <p:cNvPr id="1406" name="Text Placeholder 3"/>
          <p:cNvSpPr>
            <a:spLocks noGrp="1"/>
          </p:cNvSpPr>
          <p:nvPr>
            <p:ph type="body" sz="quarter" idx="22"/>
          </p:nvPr>
        </p:nvSpPr>
        <p:spPr>
          <a:xfrm>
            <a:off x="4468367" y="1566126"/>
            <a:ext cx="3200401" cy="342467"/>
          </a:xfrm>
          <a:prstGeom prst="rect">
            <a:avLst/>
          </a:prstGeom>
        </p:spPr>
        <p:txBody>
          <a:bodyPr anchor="ctr">
            <a:normAutofit/>
          </a:bodyPr>
          <a:lstStyle/>
          <a:p>
            <a:pPr>
              <a:buFontTx/>
              <a:defRPr sz="1600" b="1">
                <a:solidFill>
                  <a:srgbClr val="FFFFFF"/>
                </a:solidFill>
              </a:defRPr>
            </a:pPr>
            <a:endParaRPr/>
          </a:p>
        </p:txBody>
      </p:sp>
      <p:sp>
        <p:nvSpPr>
          <p:cNvPr id="1407" name="Picture Placeholder 9"/>
          <p:cNvSpPr>
            <a:spLocks noGrp="1"/>
          </p:cNvSpPr>
          <p:nvPr>
            <p:ph type="pic" sz="quarter" idx="23"/>
          </p:nvPr>
        </p:nvSpPr>
        <p:spPr>
          <a:xfrm>
            <a:off x="4468367" y="2103120"/>
            <a:ext cx="3255266" cy="4023360"/>
          </a:xfrm>
          <a:prstGeom prst="rect">
            <a:avLst/>
          </a:prstGeom>
        </p:spPr>
        <p:txBody>
          <a:bodyPr lIns="91439" tIns="45719" rIns="91439" bIns="45719"/>
          <a:lstStyle/>
          <a:p>
            <a:endParaRPr/>
          </a:p>
        </p:txBody>
      </p:sp>
      <p:sp>
        <p:nvSpPr>
          <p:cNvPr id="1408" name="Text Placeholder 3"/>
          <p:cNvSpPr>
            <a:spLocks noGrp="1"/>
          </p:cNvSpPr>
          <p:nvPr>
            <p:ph type="body" sz="quarter" idx="24"/>
          </p:nvPr>
        </p:nvSpPr>
        <p:spPr>
          <a:xfrm>
            <a:off x="8327135" y="1566126"/>
            <a:ext cx="3200401" cy="342467"/>
          </a:xfrm>
          <a:prstGeom prst="rect">
            <a:avLst/>
          </a:prstGeom>
        </p:spPr>
        <p:txBody>
          <a:bodyPr anchor="ctr">
            <a:normAutofit/>
          </a:bodyPr>
          <a:lstStyle/>
          <a:p>
            <a:pPr>
              <a:buFontTx/>
              <a:defRPr sz="1600" b="1">
                <a:solidFill>
                  <a:srgbClr val="FFFFFF"/>
                </a:solidFill>
              </a:defRPr>
            </a:pPr>
            <a:endParaRPr/>
          </a:p>
        </p:txBody>
      </p:sp>
      <p:sp>
        <p:nvSpPr>
          <p:cNvPr id="1409" name="Picture Placeholder 11"/>
          <p:cNvSpPr>
            <a:spLocks noGrp="1"/>
          </p:cNvSpPr>
          <p:nvPr>
            <p:ph type="pic" sz="quarter" idx="25"/>
          </p:nvPr>
        </p:nvSpPr>
        <p:spPr>
          <a:xfrm>
            <a:off x="8327135" y="2103120"/>
            <a:ext cx="3255265" cy="4023360"/>
          </a:xfrm>
          <a:prstGeom prst="rect">
            <a:avLst/>
          </a:prstGeom>
        </p:spPr>
        <p:txBody>
          <a:bodyPr lIns="91439" tIns="45719" rIns="91439" bIns="45719"/>
          <a:lstStyle/>
          <a:p>
            <a:endParaRPr/>
          </a:p>
        </p:txBody>
      </p:sp>
      <p:sp>
        <p:nvSpPr>
          <p:cNvPr id="1410"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411"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x">
  <p:cSld name="Four Columns - Photo and Title Dark">
    <p:bg>
      <p:bgPr>
        <a:solidFill>
          <a:srgbClr val="000000"/>
        </a:solidFill>
        <a:effectLst/>
      </p:bgPr>
    </p:bg>
    <p:spTree>
      <p:nvGrpSpPr>
        <p:cNvPr id="1" name=""/>
        <p:cNvGrpSpPr/>
        <p:nvPr/>
      </p:nvGrpSpPr>
      <p:grpSpPr>
        <a:xfrm>
          <a:off x="0" y="0"/>
          <a:ext cx="0" cy="0"/>
          <a:chOff x="0" y="0"/>
          <a:chExt cx="0" cy="0"/>
        </a:xfrm>
      </p:grpSpPr>
      <p:sp>
        <p:nvSpPr>
          <p:cNvPr id="141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41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42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42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42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42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42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42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42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42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42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42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43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43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43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43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43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43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43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43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43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43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44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44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44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44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44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44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446"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447" name="Body Level One…"/>
          <p:cNvSpPr txBox="1">
            <a:spLocks noGrp="1"/>
          </p:cNvSpPr>
          <p:nvPr>
            <p:ph type="body" sz="quarter" idx="1"/>
          </p:nvPr>
        </p:nvSpPr>
        <p:spPr>
          <a:xfrm>
            <a:off x="609600" y="1581773"/>
            <a:ext cx="2240280" cy="311176"/>
          </a:xfrm>
          <a:prstGeom prst="rect">
            <a:avLst/>
          </a:prstGeom>
        </p:spPr>
        <p:txBody>
          <a:bodyPr anchor="ctr">
            <a:normAutofit/>
          </a:bodyPr>
          <a:lstStyle>
            <a:lvl1pPr>
              <a:buFontTx/>
              <a:defRPr sz="1400" b="1">
                <a:solidFill>
                  <a:srgbClr val="FFFFFF"/>
                </a:solidFill>
              </a:defRPr>
            </a:lvl1pPr>
            <a:lvl2pPr marL="382588" indent="-157163">
              <a:buSzPct val="70000"/>
              <a:buFontTx/>
              <a:buChar char="▪"/>
              <a:defRPr sz="1400" b="1">
                <a:solidFill>
                  <a:srgbClr val="FFFFFF"/>
                </a:solidFill>
              </a:defRPr>
            </a:lvl2pPr>
            <a:lvl3pPr marL="604837" indent="-166687">
              <a:buSzPct val="70000"/>
              <a:buFontTx/>
              <a:buChar char="▪"/>
              <a:defRPr sz="1400" b="1">
                <a:solidFill>
                  <a:srgbClr val="FFFFFF"/>
                </a:solidFill>
              </a:defRPr>
            </a:lvl3pPr>
            <a:lvl4pPr marL="690562" indent="-144462">
              <a:buSzPct val="70000"/>
              <a:buFontTx/>
              <a:buChar char="▪"/>
              <a:defRPr sz="1400" b="1">
                <a:solidFill>
                  <a:srgbClr val="FFFFFF"/>
                </a:solidFill>
              </a:defRPr>
            </a:lvl4pPr>
            <a:lvl5pPr marL="881640" indent="-165677">
              <a:buSzPct val="70000"/>
              <a:buFontTx/>
              <a:buChar char="▪"/>
              <a:defRPr sz="14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448" name="Picture Placeholder 7"/>
          <p:cNvSpPr>
            <a:spLocks noGrp="1"/>
          </p:cNvSpPr>
          <p:nvPr>
            <p:ph type="pic" sz="quarter" idx="21"/>
          </p:nvPr>
        </p:nvSpPr>
        <p:spPr>
          <a:xfrm>
            <a:off x="609600" y="2103120"/>
            <a:ext cx="2240280" cy="4023360"/>
          </a:xfrm>
          <a:prstGeom prst="rect">
            <a:avLst/>
          </a:prstGeom>
        </p:spPr>
        <p:txBody>
          <a:bodyPr lIns="91439" tIns="45719" rIns="91439" bIns="45719"/>
          <a:lstStyle/>
          <a:p>
            <a:endParaRPr/>
          </a:p>
        </p:txBody>
      </p:sp>
      <p:sp>
        <p:nvSpPr>
          <p:cNvPr id="1449" name="Text Placeholder 3"/>
          <p:cNvSpPr>
            <a:spLocks noGrp="1"/>
          </p:cNvSpPr>
          <p:nvPr>
            <p:ph type="body" sz="quarter" idx="22"/>
          </p:nvPr>
        </p:nvSpPr>
        <p:spPr>
          <a:xfrm>
            <a:off x="3520440" y="1581773"/>
            <a:ext cx="2240281" cy="311176"/>
          </a:xfrm>
          <a:prstGeom prst="rect">
            <a:avLst/>
          </a:prstGeom>
        </p:spPr>
        <p:txBody>
          <a:bodyPr anchor="ctr">
            <a:normAutofit/>
          </a:bodyPr>
          <a:lstStyle/>
          <a:p>
            <a:pPr>
              <a:buFontTx/>
              <a:defRPr sz="1400" b="1">
                <a:solidFill>
                  <a:srgbClr val="FFFFFF"/>
                </a:solidFill>
              </a:defRPr>
            </a:pPr>
            <a:endParaRPr/>
          </a:p>
        </p:txBody>
      </p:sp>
      <p:sp>
        <p:nvSpPr>
          <p:cNvPr id="1450" name="Picture Placeholder 9"/>
          <p:cNvSpPr>
            <a:spLocks noGrp="1"/>
          </p:cNvSpPr>
          <p:nvPr>
            <p:ph type="pic" sz="quarter" idx="23"/>
          </p:nvPr>
        </p:nvSpPr>
        <p:spPr>
          <a:xfrm>
            <a:off x="3520440" y="2103120"/>
            <a:ext cx="2240281" cy="4023360"/>
          </a:xfrm>
          <a:prstGeom prst="rect">
            <a:avLst/>
          </a:prstGeom>
        </p:spPr>
        <p:txBody>
          <a:bodyPr lIns="91439" tIns="45719" rIns="91439" bIns="45719"/>
          <a:lstStyle/>
          <a:p>
            <a:endParaRPr/>
          </a:p>
        </p:txBody>
      </p:sp>
      <p:sp>
        <p:nvSpPr>
          <p:cNvPr id="1451" name="Text Placeholder 3"/>
          <p:cNvSpPr>
            <a:spLocks noGrp="1"/>
          </p:cNvSpPr>
          <p:nvPr>
            <p:ph type="body" sz="quarter" idx="24"/>
          </p:nvPr>
        </p:nvSpPr>
        <p:spPr>
          <a:xfrm>
            <a:off x="6431279" y="1581773"/>
            <a:ext cx="2240281" cy="311176"/>
          </a:xfrm>
          <a:prstGeom prst="rect">
            <a:avLst/>
          </a:prstGeom>
        </p:spPr>
        <p:txBody>
          <a:bodyPr anchor="ctr">
            <a:normAutofit/>
          </a:bodyPr>
          <a:lstStyle/>
          <a:p>
            <a:pPr>
              <a:buFontTx/>
              <a:defRPr sz="1400" b="1">
                <a:solidFill>
                  <a:srgbClr val="FFFFFF"/>
                </a:solidFill>
              </a:defRPr>
            </a:pPr>
            <a:endParaRPr/>
          </a:p>
        </p:txBody>
      </p:sp>
      <p:sp>
        <p:nvSpPr>
          <p:cNvPr id="1452" name="Picture Placeholder 11"/>
          <p:cNvSpPr>
            <a:spLocks noGrp="1"/>
          </p:cNvSpPr>
          <p:nvPr>
            <p:ph type="pic" sz="quarter" idx="25"/>
          </p:nvPr>
        </p:nvSpPr>
        <p:spPr>
          <a:xfrm>
            <a:off x="6431279" y="2103120"/>
            <a:ext cx="2240281" cy="4023360"/>
          </a:xfrm>
          <a:prstGeom prst="rect">
            <a:avLst/>
          </a:prstGeom>
        </p:spPr>
        <p:txBody>
          <a:bodyPr lIns="91439" tIns="45719" rIns="91439" bIns="45719"/>
          <a:lstStyle/>
          <a:p>
            <a:endParaRPr/>
          </a:p>
        </p:txBody>
      </p:sp>
      <p:sp>
        <p:nvSpPr>
          <p:cNvPr id="1453" name="Text Placeholder 3"/>
          <p:cNvSpPr>
            <a:spLocks noGrp="1"/>
          </p:cNvSpPr>
          <p:nvPr>
            <p:ph type="body" sz="quarter" idx="26"/>
          </p:nvPr>
        </p:nvSpPr>
        <p:spPr>
          <a:xfrm>
            <a:off x="9342119" y="1581773"/>
            <a:ext cx="2240281" cy="311176"/>
          </a:xfrm>
          <a:prstGeom prst="rect">
            <a:avLst/>
          </a:prstGeom>
        </p:spPr>
        <p:txBody>
          <a:bodyPr anchor="ctr">
            <a:normAutofit/>
          </a:bodyPr>
          <a:lstStyle/>
          <a:p>
            <a:pPr>
              <a:buFontTx/>
              <a:defRPr sz="1400" b="1">
                <a:solidFill>
                  <a:srgbClr val="FFFFFF"/>
                </a:solidFill>
              </a:defRPr>
            </a:pPr>
            <a:endParaRPr/>
          </a:p>
        </p:txBody>
      </p:sp>
      <p:sp>
        <p:nvSpPr>
          <p:cNvPr id="1454" name="Picture Placeholder 11"/>
          <p:cNvSpPr>
            <a:spLocks noGrp="1"/>
          </p:cNvSpPr>
          <p:nvPr>
            <p:ph type="pic" sz="quarter" idx="27"/>
          </p:nvPr>
        </p:nvSpPr>
        <p:spPr>
          <a:xfrm>
            <a:off x="9342119" y="2103120"/>
            <a:ext cx="2240281" cy="4023360"/>
          </a:xfrm>
          <a:prstGeom prst="rect">
            <a:avLst/>
          </a:prstGeom>
        </p:spPr>
        <p:txBody>
          <a:bodyPr lIns="91439" tIns="45719" rIns="91439" bIns="45719"/>
          <a:lstStyle/>
          <a:p>
            <a:endParaRPr/>
          </a:p>
        </p:txBody>
      </p:sp>
      <p:sp>
        <p:nvSpPr>
          <p:cNvPr id="1455"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456"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tx">
  <p:cSld name="Five Columns - Photo and Title Dark">
    <p:bg>
      <p:bgPr>
        <a:solidFill>
          <a:srgbClr val="000000"/>
        </a:solidFill>
        <a:effectLst/>
      </p:bgPr>
    </p:bg>
    <p:spTree>
      <p:nvGrpSpPr>
        <p:cNvPr id="1" name=""/>
        <p:cNvGrpSpPr/>
        <p:nvPr/>
      </p:nvGrpSpPr>
      <p:grpSpPr>
        <a:xfrm>
          <a:off x="0" y="0"/>
          <a:ext cx="0" cy="0"/>
          <a:chOff x="0" y="0"/>
          <a:chExt cx="0" cy="0"/>
        </a:xfrm>
      </p:grpSpPr>
      <p:sp>
        <p:nvSpPr>
          <p:cNvPr id="1463"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464"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465"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466"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467"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468"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469"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470"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471"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472"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473"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474"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475"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476"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477"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478"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479"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480"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481"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482"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483"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484"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485"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486"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487"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488"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489"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490"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491"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492" name="Body Level One…"/>
          <p:cNvSpPr txBox="1">
            <a:spLocks noGrp="1"/>
          </p:cNvSpPr>
          <p:nvPr>
            <p:ph type="body" sz="quarter" idx="1"/>
          </p:nvPr>
        </p:nvSpPr>
        <p:spPr>
          <a:xfrm>
            <a:off x="609600" y="1581773"/>
            <a:ext cx="1828800" cy="311176"/>
          </a:xfrm>
          <a:prstGeom prst="rect">
            <a:avLst/>
          </a:prstGeom>
        </p:spPr>
        <p:txBody>
          <a:bodyPr anchor="ctr">
            <a:normAutofit/>
          </a:bodyPr>
          <a:lstStyle>
            <a:lvl1pPr>
              <a:buFontTx/>
              <a:defRPr sz="1400" b="1">
                <a:solidFill>
                  <a:srgbClr val="FFFFFF"/>
                </a:solidFill>
              </a:defRPr>
            </a:lvl1pPr>
            <a:lvl2pPr marL="382588" indent="-157163">
              <a:buSzPct val="70000"/>
              <a:buFontTx/>
              <a:buChar char="▪"/>
              <a:defRPr sz="1400" b="1">
                <a:solidFill>
                  <a:srgbClr val="FFFFFF"/>
                </a:solidFill>
              </a:defRPr>
            </a:lvl2pPr>
            <a:lvl3pPr marL="604837" indent="-166687">
              <a:buSzPct val="70000"/>
              <a:buFontTx/>
              <a:buChar char="▪"/>
              <a:defRPr sz="1400" b="1">
                <a:solidFill>
                  <a:srgbClr val="FFFFFF"/>
                </a:solidFill>
              </a:defRPr>
            </a:lvl3pPr>
            <a:lvl4pPr marL="690562" indent="-144462">
              <a:buSzPct val="70000"/>
              <a:buFontTx/>
              <a:buChar char="▪"/>
              <a:defRPr sz="1400" b="1">
                <a:solidFill>
                  <a:srgbClr val="FFFFFF"/>
                </a:solidFill>
              </a:defRPr>
            </a:lvl4pPr>
            <a:lvl5pPr marL="881640" indent="-165677">
              <a:buSzPct val="70000"/>
              <a:buFontTx/>
              <a:buChar char="▪"/>
              <a:defRPr sz="14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493" name="Picture Placeholder 1"/>
          <p:cNvSpPr>
            <a:spLocks noGrp="1"/>
          </p:cNvSpPr>
          <p:nvPr>
            <p:ph type="pic" sz="quarter" idx="21"/>
          </p:nvPr>
        </p:nvSpPr>
        <p:spPr>
          <a:xfrm>
            <a:off x="609600" y="2103120"/>
            <a:ext cx="1828800" cy="4023360"/>
          </a:xfrm>
          <a:prstGeom prst="rect">
            <a:avLst/>
          </a:prstGeom>
        </p:spPr>
        <p:txBody>
          <a:bodyPr lIns="91439" tIns="45719" rIns="91439" bIns="45719"/>
          <a:lstStyle/>
          <a:p>
            <a:endParaRPr/>
          </a:p>
        </p:txBody>
      </p:sp>
      <p:sp>
        <p:nvSpPr>
          <p:cNvPr id="1494" name="Text Placeholder 2"/>
          <p:cNvSpPr>
            <a:spLocks noGrp="1"/>
          </p:cNvSpPr>
          <p:nvPr>
            <p:ph type="body" sz="quarter" idx="22"/>
          </p:nvPr>
        </p:nvSpPr>
        <p:spPr>
          <a:xfrm>
            <a:off x="2895600" y="1581773"/>
            <a:ext cx="1828800" cy="311176"/>
          </a:xfrm>
          <a:prstGeom prst="rect">
            <a:avLst/>
          </a:prstGeom>
        </p:spPr>
        <p:txBody>
          <a:bodyPr anchor="ctr">
            <a:normAutofit/>
          </a:bodyPr>
          <a:lstStyle/>
          <a:p>
            <a:pPr>
              <a:buFontTx/>
              <a:defRPr sz="1400" b="1">
                <a:solidFill>
                  <a:srgbClr val="FFFFFF"/>
                </a:solidFill>
              </a:defRPr>
            </a:pPr>
            <a:endParaRPr/>
          </a:p>
        </p:txBody>
      </p:sp>
      <p:sp>
        <p:nvSpPr>
          <p:cNvPr id="1495" name="Picture Placeholder 2"/>
          <p:cNvSpPr>
            <a:spLocks noGrp="1"/>
          </p:cNvSpPr>
          <p:nvPr>
            <p:ph type="pic" sz="quarter" idx="23"/>
          </p:nvPr>
        </p:nvSpPr>
        <p:spPr>
          <a:xfrm>
            <a:off x="2895600" y="2103120"/>
            <a:ext cx="1828800" cy="4023360"/>
          </a:xfrm>
          <a:prstGeom prst="rect">
            <a:avLst/>
          </a:prstGeom>
        </p:spPr>
        <p:txBody>
          <a:bodyPr lIns="91439" tIns="45719" rIns="91439" bIns="45719"/>
          <a:lstStyle/>
          <a:p>
            <a:endParaRPr/>
          </a:p>
        </p:txBody>
      </p:sp>
      <p:sp>
        <p:nvSpPr>
          <p:cNvPr id="1496" name="Text Placeholder 3"/>
          <p:cNvSpPr>
            <a:spLocks noGrp="1"/>
          </p:cNvSpPr>
          <p:nvPr>
            <p:ph type="body" sz="quarter" idx="24"/>
          </p:nvPr>
        </p:nvSpPr>
        <p:spPr>
          <a:xfrm>
            <a:off x="5181600" y="1581773"/>
            <a:ext cx="1828800" cy="311176"/>
          </a:xfrm>
          <a:prstGeom prst="rect">
            <a:avLst/>
          </a:prstGeom>
        </p:spPr>
        <p:txBody>
          <a:bodyPr anchor="ctr">
            <a:normAutofit/>
          </a:bodyPr>
          <a:lstStyle/>
          <a:p>
            <a:pPr>
              <a:buFontTx/>
              <a:defRPr sz="1400" b="1">
                <a:solidFill>
                  <a:srgbClr val="FFFFFF"/>
                </a:solidFill>
              </a:defRPr>
            </a:pPr>
            <a:endParaRPr/>
          </a:p>
        </p:txBody>
      </p:sp>
      <p:sp>
        <p:nvSpPr>
          <p:cNvPr id="1497" name="Picture Placeholder 3"/>
          <p:cNvSpPr>
            <a:spLocks noGrp="1"/>
          </p:cNvSpPr>
          <p:nvPr>
            <p:ph type="pic" sz="quarter" idx="25"/>
          </p:nvPr>
        </p:nvSpPr>
        <p:spPr>
          <a:xfrm>
            <a:off x="5181600" y="2103120"/>
            <a:ext cx="1828800" cy="4023360"/>
          </a:xfrm>
          <a:prstGeom prst="rect">
            <a:avLst/>
          </a:prstGeom>
        </p:spPr>
        <p:txBody>
          <a:bodyPr lIns="91439" tIns="45719" rIns="91439" bIns="45719"/>
          <a:lstStyle/>
          <a:p>
            <a:endParaRPr/>
          </a:p>
        </p:txBody>
      </p:sp>
      <p:sp>
        <p:nvSpPr>
          <p:cNvPr id="1498" name="Text Placeholder 4"/>
          <p:cNvSpPr>
            <a:spLocks noGrp="1"/>
          </p:cNvSpPr>
          <p:nvPr>
            <p:ph type="body" sz="quarter" idx="26"/>
          </p:nvPr>
        </p:nvSpPr>
        <p:spPr>
          <a:xfrm>
            <a:off x="7467600" y="1581773"/>
            <a:ext cx="1828800" cy="311176"/>
          </a:xfrm>
          <a:prstGeom prst="rect">
            <a:avLst/>
          </a:prstGeom>
        </p:spPr>
        <p:txBody>
          <a:bodyPr anchor="ctr">
            <a:normAutofit/>
          </a:bodyPr>
          <a:lstStyle/>
          <a:p>
            <a:pPr>
              <a:buFontTx/>
              <a:defRPr sz="1400" b="1">
                <a:solidFill>
                  <a:srgbClr val="FFFFFF"/>
                </a:solidFill>
              </a:defRPr>
            </a:pPr>
            <a:endParaRPr/>
          </a:p>
        </p:txBody>
      </p:sp>
      <p:sp>
        <p:nvSpPr>
          <p:cNvPr id="1499" name="Picture Placeholder 4"/>
          <p:cNvSpPr>
            <a:spLocks noGrp="1"/>
          </p:cNvSpPr>
          <p:nvPr>
            <p:ph type="pic" sz="quarter" idx="27"/>
          </p:nvPr>
        </p:nvSpPr>
        <p:spPr>
          <a:xfrm>
            <a:off x="7467600" y="2103120"/>
            <a:ext cx="1828800" cy="4023360"/>
          </a:xfrm>
          <a:prstGeom prst="rect">
            <a:avLst/>
          </a:prstGeom>
        </p:spPr>
        <p:txBody>
          <a:bodyPr lIns="91439" tIns="45719" rIns="91439" bIns="45719"/>
          <a:lstStyle/>
          <a:p>
            <a:endParaRPr/>
          </a:p>
        </p:txBody>
      </p:sp>
      <p:sp>
        <p:nvSpPr>
          <p:cNvPr id="1500" name="Text Placeholder 5"/>
          <p:cNvSpPr>
            <a:spLocks noGrp="1"/>
          </p:cNvSpPr>
          <p:nvPr>
            <p:ph type="body" sz="quarter" idx="28"/>
          </p:nvPr>
        </p:nvSpPr>
        <p:spPr>
          <a:xfrm>
            <a:off x="9753600" y="1581773"/>
            <a:ext cx="1828800" cy="311176"/>
          </a:xfrm>
          <a:prstGeom prst="rect">
            <a:avLst/>
          </a:prstGeom>
        </p:spPr>
        <p:txBody>
          <a:bodyPr anchor="ctr">
            <a:normAutofit/>
          </a:bodyPr>
          <a:lstStyle/>
          <a:p>
            <a:pPr>
              <a:buFontTx/>
              <a:defRPr sz="1400" b="1">
                <a:solidFill>
                  <a:srgbClr val="FFFFFF"/>
                </a:solidFill>
              </a:defRPr>
            </a:pPr>
            <a:endParaRPr/>
          </a:p>
        </p:txBody>
      </p:sp>
      <p:sp>
        <p:nvSpPr>
          <p:cNvPr id="1501" name="Picture Placeholder 5"/>
          <p:cNvSpPr>
            <a:spLocks noGrp="1"/>
          </p:cNvSpPr>
          <p:nvPr>
            <p:ph type="pic" sz="quarter" idx="29"/>
          </p:nvPr>
        </p:nvSpPr>
        <p:spPr>
          <a:xfrm>
            <a:off x="9753600" y="2103120"/>
            <a:ext cx="1828800" cy="4023360"/>
          </a:xfrm>
          <a:prstGeom prst="rect">
            <a:avLst/>
          </a:prstGeom>
        </p:spPr>
        <p:txBody>
          <a:bodyPr lIns="91439" tIns="45719" rIns="91439" bIns="45719"/>
          <a:lstStyle/>
          <a:p>
            <a:endParaRPr/>
          </a:p>
        </p:txBody>
      </p:sp>
      <p:sp>
        <p:nvSpPr>
          <p:cNvPr id="1502"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503"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x">
  <p:cSld name="Grid Dark - 1x1">
    <p:bg>
      <p:bgPr>
        <a:solidFill>
          <a:srgbClr val="000000"/>
        </a:solidFill>
        <a:effectLst/>
      </p:bgPr>
    </p:bg>
    <p:spTree>
      <p:nvGrpSpPr>
        <p:cNvPr id="1" name=""/>
        <p:cNvGrpSpPr/>
        <p:nvPr/>
      </p:nvGrpSpPr>
      <p:grpSpPr>
        <a:xfrm>
          <a:off x="0" y="0"/>
          <a:ext cx="0" cy="0"/>
          <a:chOff x="0" y="0"/>
          <a:chExt cx="0" cy="0"/>
        </a:xfrm>
      </p:grpSpPr>
      <p:sp>
        <p:nvSpPr>
          <p:cNvPr id="1510"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511"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512"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513"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14"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515"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516"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517"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518"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519"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520"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521"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522"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523"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524"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525"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26"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527"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528"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529"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530"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531"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532"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533"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534"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535"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536"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537"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538"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539" name="Picture Placeholder 7"/>
          <p:cNvSpPr>
            <a:spLocks noGrp="1"/>
          </p:cNvSpPr>
          <p:nvPr>
            <p:ph type="pic" idx="21"/>
          </p:nvPr>
        </p:nvSpPr>
        <p:spPr>
          <a:xfrm>
            <a:off x="609600" y="1554480"/>
            <a:ext cx="10972800" cy="4572001"/>
          </a:xfrm>
          <a:prstGeom prst="rect">
            <a:avLst/>
          </a:prstGeom>
        </p:spPr>
        <p:txBody>
          <a:bodyPr lIns="91439" tIns="45719" rIns="91439" bIns="45719"/>
          <a:lstStyle/>
          <a:p>
            <a:endParaRPr/>
          </a:p>
        </p:txBody>
      </p:sp>
      <p:sp>
        <p:nvSpPr>
          <p:cNvPr id="1540"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541"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x">
  <p:cSld name="Grid Dark - 2x2">
    <p:bg>
      <p:bgPr>
        <a:solidFill>
          <a:srgbClr val="000000"/>
        </a:solidFill>
        <a:effectLst/>
      </p:bgPr>
    </p:bg>
    <p:spTree>
      <p:nvGrpSpPr>
        <p:cNvPr id="1" name=""/>
        <p:cNvGrpSpPr/>
        <p:nvPr/>
      </p:nvGrpSpPr>
      <p:grpSpPr>
        <a:xfrm>
          <a:off x="0" y="0"/>
          <a:ext cx="0" cy="0"/>
          <a:chOff x="0" y="0"/>
          <a:chExt cx="0" cy="0"/>
        </a:xfrm>
      </p:grpSpPr>
      <p:sp>
        <p:nvSpPr>
          <p:cNvPr id="1548"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549"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550"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551"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52"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553"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554"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555"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556"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557"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558"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559"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560"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561"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562"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563"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64"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565"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566"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567"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568"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569"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570"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571"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572"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573"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574"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575"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576"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577" name="Picture Placeholder 7"/>
          <p:cNvSpPr>
            <a:spLocks noGrp="1"/>
          </p:cNvSpPr>
          <p:nvPr>
            <p:ph type="pic" sz="quarter" idx="21"/>
          </p:nvPr>
        </p:nvSpPr>
        <p:spPr>
          <a:xfrm>
            <a:off x="609600" y="1554480"/>
            <a:ext cx="5486400" cy="2286001"/>
          </a:xfrm>
          <a:prstGeom prst="rect">
            <a:avLst/>
          </a:prstGeom>
        </p:spPr>
        <p:txBody>
          <a:bodyPr lIns="91439" tIns="45719" rIns="91439" bIns="45719"/>
          <a:lstStyle/>
          <a:p>
            <a:endParaRPr/>
          </a:p>
        </p:txBody>
      </p:sp>
      <p:sp>
        <p:nvSpPr>
          <p:cNvPr id="1578" name="Picture Placeholder 9"/>
          <p:cNvSpPr>
            <a:spLocks noGrp="1"/>
          </p:cNvSpPr>
          <p:nvPr>
            <p:ph type="pic" sz="quarter" idx="22"/>
          </p:nvPr>
        </p:nvSpPr>
        <p:spPr>
          <a:xfrm>
            <a:off x="6096000" y="1554480"/>
            <a:ext cx="5486400" cy="2286001"/>
          </a:xfrm>
          <a:prstGeom prst="rect">
            <a:avLst/>
          </a:prstGeom>
        </p:spPr>
        <p:txBody>
          <a:bodyPr lIns="91439" tIns="45719" rIns="91439" bIns="45719"/>
          <a:lstStyle/>
          <a:p>
            <a:endParaRPr/>
          </a:p>
        </p:txBody>
      </p:sp>
      <p:sp>
        <p:nvSpPr>
          <p:cNvPr id="1579" name="Picture Placeholder 7"/>
          <p:cNvSpPr>
            <a:spLocks noGrp="1"/>
          </p:cNvSpPr>
          <p:nvPr>
            <p:ph type="pic" sz="quarter" idx="23"/>
          </p:nvPr>
        </p:nvSpPr>
        <p:spPr>
          <a:xfrm>
            <a:off x="609600" y="3840479"/>
            <a:ext cx="5486400" cy="2286001"/>
          </a:xfrm>
          <a:prstGeom prst="rect">
            <a:avLst/>
          </a:prstGeom>
        </p:spPr>
        <p:txBody>
          <a:bodyPr lIns="91439" tIns="45719" rIns="91439" bIns="45719"/>
          <a:lstStyle/>
          <a:p>
            <a:endParaRPr/>
          </a:p>
        </p:txBody>
      </p:sp>
      <p:sp>
        <p:nvSpPr>
          <p:cNvPr id="1580" name="Picture Placeholder 9"/>
          <p:cNvSpPr>
            <a:spLocks noGrp="1"/>
          </p:cNvSpPr>
          <p:nvPr>
            <p:ph type="pic" sz="quarter" idx="24"/>
          </p:nvPr>
        </p:nvSpPr>
        <p:spPr>
          <a:xfrm>
            <a:off x="6096000" y="3840479"/>
            <a:ext cx="5486400" cy="2286001"/>
          </a:xfrm>
          <a:prstGeom prst="rect">
            <a:avLst/>
          </a:prstGeom>
        </p:spPr>
        <p:txBody>
          <a:bodyPr lIns="91439" tIns="45719" rIns="91439" bIns="45719"/>
          <a:lstStyle/>
          <a:p>
            <a:endParaRPr/>
          </a:p>
        </p:txBody>
      </p:sp>
      <p:sp>
        <p:nvSpPr>
          <p:cNvPr id="1581"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582"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x">
  <p:cSld name="Grid Dark - 3x2">
    <p:bg>
      <p:bgPr>
        <a:solidFill>
          <a:srgbClr val="000000"/>
        </a:solidFill>
        <a:effectLst/>
      </p:bgPr>
    </p:bg>
    <p:spTree>
      <p:nvGrpSpPr>
        <p:cNvPr id="1" name=""/>
        <p:cNvGrpSpPr/>
        <p:nvPr/>
      </p:nvGrpSpPr>
      <p:grpSpPr>
        <a:xfrm>
          <a:off x="0" y="0"/>
          <a:ext cx="0" cy="0"/>
          <a:chOff x="0" y="0"/>
          <a:chExt cx="0" cy="0"/>
        </a:xfrm>
      </p:grpSpPr>
      <p:sp>
        <p:nvSpPr>
          <p:cNvPr id="1589"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590"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591"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592"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593"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594"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595"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596"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597"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598"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599"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600"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601"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602"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603"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604"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605"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606"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607"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608"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609"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610"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611"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612"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613"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614"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615"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616"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617"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618" name="Picture Placeholder 7"/>
          <p:cNvSpPr>
            <a:spLocks noGrp="1"/>
          </p:cNvSpPr>
          <p:nvPr>
            <p:ph type="pic" sz="quarter" idx="21"/>
          </p:nvPr>
        </p:nvSpPr>
        <p:spPr>
          <a:xfrm>
            <a:off x="609600" y="1554480"/>
            <a:ext cx="3657600" cy="2286001"/>
          </a:xfrm>
          <a:prstGeom prst="rect">
            <a:avLst/>
          </a:prstGeom>
        </p:spPr>
        <p:txBody>
          <a:bodyPr lIns="91439" tIns="45719" rIns="91439" bIns="45719"/>
          <a:lstStyle/>
          <a:p>
            <a:endParaRPr/>
          </a:p>
        </p:txBody>
      </p:sp>
      <p:sp>
        <p:nvSpPr>
          <p:cNvPr id="1619" name="Picture Placeholder 9"/>
          <p:cNvSpPr>
            <a:spLocks noGrp="1"/>
          </p:cNvSpPr>
          <p:nvPr>
            <p:ph type="pic" sz="quarter" idx="22"/>
          </p:nvPr>
        </p:nvSpPr>
        <p:spPr>
          <a:xfrm>
            <a:off x="4267200" y="1554480"/>
            <a:ext cx="3657600" cy="2286001"/>
          </a:xfrm>
          <a:prstGeom prst="rect">
            <a:avLst/>
          </a:prstGeom>
        </p:spPr>
        <p:txBody>
          <a:bodyPr lIns="91439" tIns="45719" rIns="91439" bIns="45719"/>
          <a:lstStyle/>
          <a:p>
            <a:endParaRPr/>
          </a:p>
        </p:txBody>
      </p:sp>
      <p:sp>
        <p:nvSpPr>
          <p:cNvPr id="1620" name="Picture Placeholder 11"/>
          <p:cNvSpPr>
            <a:spLocks noGrp="1"/>
          </p:cNvSpPr>
          <p:nvPr>
            <p:ph type="pic" sz="quarter" idx="23"/>
          </p:nvPr>
        </p:nvSpPr>
        <p:spPr>
          <a:xfrm>
            <a:off x="7924800" y="1554480"/>
            <a:ext cx="3657600" cy="2286001"/>
          </a:xfrm>
          <a:prstGeom prst="rect">
            <a:avLst/>
          </a:prstGeom>
        </p:spPr>
        <p:txBody>
          <a:bodyPr lIns="91439" tIns="45719" rIns="91439" bIns="45719"/>
          <a:lstStyle/>
          <a:p>
            <a:endParaRPr/>
          </a:p>
        </p:txBody>
      </p:sp>
      <p:sp>
        <p:nvSpPr>
          <p:cNvPr id="1621" name="Picture Placeholder 13"/>
          <p:cNvSpPr>
            <a:spLocks noGrp="1"/>
          </p:cNvSpPr>
          <p:nvPr>
            <p:ph type="pic" sz="quarter" idx="24"/>
          </p:nvPr>
        </p:nvSpPr>
        <p:spPr>
          <a:xfrm>
            <a:off x="609600" y="3840479"/>
            <a:ext cx="3657600" cy="2286001"/>
          </a:xfrm>
          <a:prstGeom prst="rect">
            <a:avLst/>
          </a:prstGeom>
        </p:spPr>
        <p:txBody>
          <a:bodyPr lIns="91439" tIns="45719" rIns="91439" bIns="45719"/>
          <a:lstStyle/>
          <a:p>
            <a:endParaRPr/>
          </a:p>
        </p:txBody>
      </p:sp>
      <p:sp>
        <p:nvSpPr>
          <p:cNvPr id="1622" name="Picture Placeholder 15"/>
          <p:cNvSpPr>
            <a:spLocks noGrp="1"/>
          </p:cNvSpPr>
          <p:nvPr>
            <p:ph type="pic" sz="quarter" idx="25"/>
          </p:nvPr>
        </p:nvSpPr>
        <p:spPr>
          <a:xfrm>
            <a:off x="4267200" y="3840479"/>
            <a:ext cx="3657600" cy="2286001"/>
          </a:xfrm>
          <a:prstGeom prst="rect">
            <a:avLst/>
          </a:prstGeom>
        </p:spPr>
        <p:txBody>
          <a:bodyPr lIns="91439" tIns="45719" rIns="91439" bIns="45719"/>
          <a:lstStyle/>
          <a:p>
            <a:endParaRPr/>
          </a:p>
        </p:txBody>
      </p:sp>
      <p:sp>
        <p:nvSpPr>
          <p:cNvPr id="1623" name="Picture Placeholder 17"/>
          <p:cNvSpPr>
            <a:spLocks noGrp="1"/>
          </p:cNvSpPr>
          <p:nvPr>
            <p:ph type="pic" sz="quarter" idx="26"/>
          </p:nvPr>
        </p:nvSpPr>
        <p:spPr>
          <a:xfrm>
            <a:off x="7924800" y="3840479"/>
            <a:ext cx="3657600" cy="2286001"/>
          </a:xfrm>
          <a:prstGeom prst="rect">
            <a:avLst/>
          </a:prstGeom>
        </p:spPr>
        <p:txBody>
          <a:bodyPr lIns="91439" tIns="45719" rIns="91439" bIns="45719"/>
          <a:lstStyle/>
          <a:p>
            <a:endParaRPr/>
          </a:p>
        </p:txBody>
      </p:sp>
      <p:sp>
        <p:nvSpPr>
          <p:cNvPr id="1624"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625"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x">
  <p:cSld name="Grid Dark - 8x4">
    <p:bg>
      <p:bgPr>
        <a:solidFill>
          <a:srgbClr val="000000"/>
        </a:solidFill>
        <a:effectLst/>
      </p:bgPr>
    </p:bg>
    <p:spTree>
      <p:nvGrpSpPr>
        <p:cNvPr id="1" name=""/>
        <p:cNvGrpSpPr/>
        <p:nvPr/>
      </p:nvGrpSpPr>
      <p:grpSpPr>
        <a:xfrm>
          <a:off x="0" y="0"/>
          <a:ext cx="0" cy="0"/>
          <a:chOff x="0" y="0"/>
          <a:chExt cx="0" cy="0"/>
        </a:xfrm>
      </p:grpSpPr>
      <p:sp>
        <p:nvSpPr>
          <p:cNvPr id="1632"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633"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634"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635"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636"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637"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638"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639"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640"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641"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642"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643"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644"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645"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646"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647"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648"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649"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650"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651"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652"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653"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654"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655"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656"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657"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658"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659"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660"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661" name="Rectangle 5"/>
          <p:cNvSpPr/>
          <p:nvPr/>
        </p:nvSpPr>
        <p:spPr>
          <a:xfrm>
            <a:off x="609599" y="1334323"/>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2" name="Rectangle 13"/>
          <p:cNvSpPr/>
          <p:nvPr/>
        </p:nvSpPr>
        <p:spPr>
          <a:xfrm>
            <a:off x="199587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3" name="Rectangle 14"/>
          <p:cNvSpPr/>
          <p:nvPr/>
        </p:nvSpPr>
        <p:spPr>
          <a:xfrm>
            <a:off x="338215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4" name="Rectangle 15"/>
          <p:cNvSpPr/>
          <p:nvPr/>
        </p:nvSpPr>
        <p:spPr>
          <a:xfrm>
            <a:off x="4768439" y="1334323"/>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5" name="Rectangle 16"/>
          <p:cNvSpPr/>
          <p:nvPr/>
        </p:nvSpPr>
        <p:spPr>
          <a:xfrm>
            <a:off x="6154720"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6" name="Rectangle 17"/>
          <p:cNvSpPr/>
          <p:nvPr/>
        </p:nvSpPr>
        <p:spPr>
          <a:xfrm>
            <a:off x="7541000"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7" name="Rectangle 18"/>
          <p:cNvSpPr/>
          <p:nvPr/>
        </p:nvSpPr>
        <p:spPr>
          <a:xfrm>
            <a:off x="8927279"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8" name="Rectangle 19"/>
          <p:cNvSpPr/>
          <p:nvPr/>
        </p:nvSpPr>
        <p:spPr>
          <a:xfrm>
            <a:off x="10313558" y="1334323"/>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69" name="Rectangle 20"/>
          <p:cNvSpPr/>
          <p:nvPr/>
        </p:nvSpPr>
        <p:spPr>
          <a:xfrm>
            <a:off x="609599" y="2608440"/>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0" name="Rectangle 21"/>
          <p:cNvSpPr/>
          <p:nvPr/>
        </p:nvSpPr>
        <p:spPr>
          <a:xfrm>
            <a:off x="199587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1" name="Rectangle 22"/>
          <p:cNvSpPr/>
          <p:nvPr/>
        </p:nvSpPr>
        <p:spPr>
          <a:xfrm>
            <a:off x="338215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2" name="Rectangle 23"/>
          <p:cNvSpPr/>
          <p:nvPr/>
        </p:nvSpPr>
        <p:spPr>
          <a:xfrm>
            <a:off x="4768439" y="2608440"/>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3" name="Rectangle 24"/>
          <p:cNvSpPr/>
          <p:nvPr/>
        </p:nvSpPr>
        <p:spPr>
          <a:xfrm>
            <a:off x="6154720"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4" name="Rectangle 25"/>
          <p:cNvSpPr/>
          <p:nvPr/>
        </p:nvSpPr>
        <p:spPr>
          <a:xfrm>
            <a:off x="7541000"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5" name="Rectangle 26"/>
          <p:cNvSpPr/>
          <p:nvPr/>
        </p:nvSpPr>
        <p:spPr>
          <a:xfrm>
            <a:off x="8927279"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6" name="Rectangle 27"/>
          <p:cNvSpPr/>
          <p:nvPr/>
        </p:nvSpPr>
        <p:spPr>
          <a:xfrm>
            <a:off x="10313558" y="2608440"/>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7" name="Rectangle 28"/>
          <p:cNvSpPr/>
          <p:nvPr/>
        </p:nvSpPr>
        <p:spPr>
          <a:xfrm>
            <a:off x="609599" y="3882556"/>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8" name="Rectangle 29"/>
          <p:cNvSpPr/>
          <p:nvPr/>
        </p:nvSpPr>
        <p:spPr>
          <a:xfrm>
            <a:off x="199587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79" name="Rectangle 30"/>
          <p:cNvSpPr/>
          <p:nvPr/>
        </p:nvSpPr>
        <p:spPr>
          <a:xfrm>
            <a:off x="338215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0" name="Rectangle 31"/>
          <p:cNvSpPr/>
          <p:nvPr/>
        </p:nvSpPr>
        <p:spPr>
          <a:xfrm>
            <a:off x="4768439" y="3882556"/>
            <a:ext cx="1268843"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1" name="Rectangle 32"/>
          <p:cNvSpPr/>
          <p:nvPr/>
        </p:nvSpPr>
        <p:spPr>
          <a:xfrm>
            <a:off x="6154720"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2" name="Rectangle 33"/>
          <p:cNvSpPr/>
          <p:nvPr/>
        </p:nvSpPr>
        <p:spPr>
          <a:xfrm>
            <a:off x="7541000"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3" name="Rectangle 34"/>
          <p:cNvSpPr/>
          <p:nvPr/>
        </p:nvSpPr>
        <p:spPr>
          <a:xfrm>
            <a:off x="8927279"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4" name="Rectangle 35"/>
          <p:cNvSpPr/>
          <p:nvPr/>
        </p:nvSpPr>
        <p:spPr>
          <a:xfrm>
            <a:off x="10313558" y="3882556"/>
            <a:ext cx="1268842" cy="1167927"/>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5" name="Rectangle 36"/>
          <p:cNvSpPr/>
          <p:nvPr/>
        </p:nvSpPr>
        <p:spPr>
          <a:xfrm>
            <a:off x="609599" y="5156674"/>
            <a:ext cx="1268843"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6" name="Rectangle 37"/>
          <p:cNvSpPr/>
          <p:nvPr/>
        </p:nvSpPr>
        <p:spPr>
          <a:xfrm>
            <a:off x="199587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7" name="Rectangle 38"/>
          <p:cNvSpPr/>
          <p:nvPr/>
        </p:nvSpPr>
        <p:spPr>
          <a:xfrm>
            <a:off x="338215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8" name="Rectangle 39"/>
          <p:cNvSpPr/>
          <p:nvPr/>
        </p:nvSpPr>
        <p:spPr>
          <a:xfrm>
            <a:off x="4768439" y="5156674"/>
            <a:ext cx="1268843"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89" name="Rectangle 40"/>
          <p:cNvSpPr/>
          <p:nvPr/>
        </p:nvSpPr>
        <p:spPr>
          <a:xfrm>
            <a:off x="6154720"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90" name="Rectangle 41"/>
          <p:cNvSpPr/>
          <p:nvPr/>
        </p:nvSpPr>
        <p:spPr>
          <a:xfrm>
            <a:off x="7541000"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91" name="Rectangle 42"/>
          <p:cNvSpPr/>
          <p:nvPr/>
        </p:nvSpPr>
        <p:spPr>
          <a:xfrm>
            <a:off x="8927279"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92" name="Rectangle 43"/>
          <p:cNvSpPr/>
          <p:nvPr/>
        </p:nvSpPr>
        <p:spPr>
          <a:xfrm>
            <a:off x="10313558" y="5156674"/>
            <a:ext cx="1268842" cy="1167926"/>
          </a:xfrm>
          <a:prstGeom prst="rect">
            <a:avLst/>
          </a:prstGeom>
          <a:solidFill>
            <a:srgbClr val="FFFFFF"/>
          </a:solidFill>
          <a:ln w="12700">
            <a:miter lim="400000"/>
          </a:ln>
        </p:spPr>
        <p:txBody>
          <a:bodyPr lIns="45719" rIns="45719" anchor="ctr"/>
          <a:lstStyle/>
          <a:p>
            <a:pPr>
              <a:spcBef>
                <a:spcPts val="1200"/>
              </a:spcBef>
              <a:defRPr sz="1400"/>
            </a:pPr>
            <a:endParaRPr/>
          </a:p>
        </p:txBody>
      </p:sp>
      <p:sp>
        <p:nvSpPr>
          <p:cNvPr id="1693" name="row 1 Picture Placeholder 1"/>
          <p:cNvSpPr>
            <a:spLocks noGrp="1"/>
          </p:cNvSpPr>
          <p:nvPr>
            <p:ph type="pic" sz="quarter" idx="21"/>
          </p:nvPr>
        </p:nvSpPr>
        <p:spPr>
          <a:xfrm>
            <a:off x="652604" y="1374235"/>
            <a:ext cx="1182832" cy="1088106"/>
          </a:xfrm>
          <a:prstGeom prst="rect">
            <a:avLst/>
          </a:prstGeom>
        </p:spPr>
        <p:txBody>
          <a:bodyPr lIns="91439" tIns="45719" rIns="91439" bIns="45719"/>
          <a:lstStyle/>
          <a:p>
            <a:endParaRPr/>
          </a:p>
        </p:txBody>
      </p:sp>
      <p:sp>
        <p:nvSpPr>
          <p:cNvPr id="1694" name="row 1 Picture Placeholder 2"/>
          <p:cNvSpPr>
            <a:spLocks noGrp="1"/>
          </p:cNvSpPr>
          <p:nvPr>
            <p:ph type="pic" sz="quarter" idx="22"/>
          </p:nvPr>
        </p:nvSpPr>
        <p:spPr>
          <a:xfrm>
            <a:off x="2034594" y="1374235"/>
            <a:ext cx="1182833" cy="1088106"/>
          </a:xfrm>
          <a:prstGeom prst="rect">
            <a:avLst/>
          </a:prstGeom>
        </p:spPr>
        <p:txBody>
          <a:bodyPr lIns="91439" tIns="45719" rIns="91439" bIns="45719"/>
          <a:lstStyle/>
          <a:p>
            <a:endParaRPr/>
          </a:p>
        </p:txBody>
      </p:sp>
      <p:sp>
        <p:nvSpPr>
          <p:cNvPr id="1695" name="row 1 Picture Placeholder 3"/>
          <p:cNvSpPr>
            <a:spLocks noGrp="1"/>
          </p:cNvSpPr>
          <p:nvPr>
            <p:ph type="pic" sz="quarter" idx="23"/>
          </p:nvPr>
        </p:nvSpPr>
        <p:spPr>
          <a:xfrm>
            <a:off x="3421781" y="1374235"/>
            <a:ext cx="1182833" cy="1088106"/>
          </a:xfrm>
          <a:prstGeom prst="rect">
            <a:avLst/>
          </a:prstGeom>
        </p:spPr>
        <p:txBody>
          <a:bodyPr lIns="91439" tIns="45719" rIns="91439" bIns="45719"/>
          <a:lstStyle/>
          <a:p>
            <a:endParaRPr/>
          </a:p>
        </p:txBody>
      </p:sp>
      <p:sp>
        <p:nvSpPr>
          <p:cNvPr id="1696" name="row 1 Picture Placeholder 4"/>
          <p:cNvSpPr>
            <a:spLocks noGrp="1"/>
          </p:cNvSpPr>
          <p:nvPr>
            <p:ph type="pic" sz="quarter" idx="24"/>
          </p:nvPr>
        </p:nvSpPr>
        <p:spPr>
          <a:xfrm>
            <a:off x="4814163" y="1374235"/>
            <a:ext cx="1182833" cy="1088106"/>
          </a:xfrm>
          <a:prstGeom prst="rect">
            <a:avLst/>
          </a:prstGeom>
        </p:spPr>
        <p:txBody>
          <a:bodyPr lIns="91439" tIns="45719" rIns="91439" bIns="45719"/>
          <a:lstStyle/>
          <a:p>
            <a:endParaRPr/>
          </a:p>
        </p:txBody>
      </p:sp>
      <p:sp>
        <p:nvSpPr>
          <p:cNvPr id="1697" name="row 1 Picture Placeholder 5"/>
          <p:cNvSpPr>
            <a:spLocks noGrp="1"/>
          </p:cNvSpPr>
          <p:nvPr>
            <p:ph type="pic" sz="quarter" idx="25"/>
          </p:nvPr>
        </p:nvSpPr>
        <p:spPr>
          <a:xfrm>
            <a:off x="6196153" y="1374235"/>
            <a:ext cx="1182833" cy="1088106"/>
          </a:xfrm>
          <a:prstGeom prst="rect">
            <a:avLst/>
          </a:prstGeom>
        </p:spPr>
        <p:txBody>
          <a:bodyPr lIns="91439" tIns="45719" rIns="91439" bIns="45719"/>
          <a:lstStyle/>
          <a:p>
            <a:endParaRPr/>
          </a:p>
        </p:txBody>
      </p:sp>
      <p:sp>
        <p:nvSpPr>
          <p:cNvPr id="1698" name="row 1 Picture Placeholder 6"/>
          <p:cNvSpPr>
            <a:spLocks noGrp="1"/>
          </p:cNvSpPr>
          <p:nvPr>
            <p:ph type="pic" sz="quarter" idx="26"/>
          </p:nvPr>
        </p:nvSpPr>
        <p:spPr>
          <a:xfrm>
            <a:off x="7583340" y="1374235"/>
            <a:ext cx="1182833" cy="1088106"/>
          </a:xfrm>
          <a:prstGeom prst="rect">
            <a:avLst/>
          </a:prstGeom>
        </p:spPr>
        <p:txBody>
          <a:bodyPr lIns="91439" tIns="45719" rIns="91439" bIns="45719"/>
          <a:lstStyle/>
          <a:p>
            <a:endParaRPr/>
          </a:p>
        </p:txBody>
      </p:sp>
      <p:sp>
        <p:nvSpPr>
          <p:cNvPr id="1699" name="row 1 Picture Placeholder 7"/>
          <p:cNvSpPr>
            <a:spLocks noGrp="1"/>
          </p:cNvSpPr>
          <p:nvPr>
            <p:ph type="pic" sz="quarter" idx="27"/>
          </p:nvPr>
        </p:nvSpPr>
        <p:spPr>
          <a:xfrm>
            <a:off x="8970526" y="1374235"/>
            <a:ext cx="1182833" cy="1088106"/>
          </a:xfrm>
          <a:prstGeom prst="rect">
            <a:avLst/>
          </a:prstGeom>
        </p:spPr>
        <p:txBody>
          <a:bodyPr lIns="91439" tIns="45719" rIns="91439" bIns="45719"/>
          <a:lstStyle/>
          <a:p>
            <a:endParaRPr/>
          </a:p>
        </p:txBody>
      </p:sp>
      <p:sp>
        <p:nvSpPr>
          <p:cNvPr id="1700" name="row 1 Picture Placeholder 8"/>
          <p:cNvSpPr>
            <a:spLocks noGrp="1"/>
          </p:cNvSpPr>
          <p:nvPr>
            <p:ph type="pic" sz="quarter" idx="28"/>
          </p:nvPr>
        </p:nvSpPr>
        <p:spPr>
          <a:xfrm>
            <a:off x="10357712" y="1374235"/>
            <a:ext cx="1182833" cy="1088106"/>
          </a:xfrm>
          <a:prstGeom prst="rect">
            <a:avLst/>
          </a:prstGeom>
        </p:spPr>
        <p:txBody>
          <a:bodyPr lIns="91439" tIns="45719" rIns="91439" bIns="45719"/>
          <a:lstStyle/>
          <a:p>
            <a:endParaRPr/>
          </a:p>
        </p:txBody>
      </p:sp>
      <p:sp>
        <p:nvSpPr>
          <p:cNvPr id="1701" name="row 2 Picture Placeholder 1"/>
          <p:cNvSpPr>
            <a:spLocks noGrp="1"/>
          </p:cNvSpPr>
          <p:nvPr>
            <p:ph type="pic" sz="quarter" idx="29"/>
          </p:nvPr>
        </p:nvSpPr>
        <p:spPr>
          <a:xfrm>
            <a:off x="652604" y="2645822"/>
            <a:ext cx="1182832" cy="1088106"/>
          </a:xfrm>
          <a:prstGeom prst="rect">
            <a:avLst/>
          </a:prstGeom>
        </p:spPr>
        <p:txBody>
          <a:bodyPr lIns="91439" tIns="45719" rIns="91439" bIns="45719"/>
          <a:lstStyle/>
          <a:p>
            <a:endParaRPr/>
          </a:p>
        </p:txBody>
      </p:sp>
      <p:sp>
        <p:nvSpPr>
          <p:cNvPr id="1702" name="row 2 Picture Placeholder 2"/>
          <p:cNvSpPr>
            <a:spLocks noGrp="1"/>
          </p:cNvSpPr>
          <p:nvPr>
            <p:ph type="pic" sz="quarter" idx="30"/>
          </p:nvPr>
        </p:nvSpPr>
        <p:spPr>
          <a:xfrm>
            <a:off x="2034594" y="2645822"/>
            <a:ext cx="1182833" cy="1088106"/>
          </a:xfrm>
          <a:prstGeom prst="rect">
            <a:avLst/>
          </a:prstGeom>
        </p:spPr>
        <p:txBody>
          <a:bodyPr lIns="91439" tIns="45719" rIns="91439" bIns="45719"/>
          <a:lstStyle/>
          <a:p>
            <a:endParaRPr/>
          </a:p>
        </p:txBody>
      </p:sp>
      <p:sp>
        <p:nvSpPr>
          <p:cNvPr id="1703" name="row 2 Picture Placeholder 3"/>
          <p:cNvSpPr>
            <a:spLocks noGrp="1"/>
          </p:cNvSpPr>
          <p:nvPr>
            <p:ph type="pic" sz="quarter" idx="31"/>
          </p:nvPr>
        </p:nvSpPr>
        <p:spPr>
          <a:xfrm>
            <a:off x="3421781" y="2645822"/>
            <a:ext cx="1182833" cy="1088106"/>
          </a:xfrm>
          <a:prstGeom prst="rect">
            <a:avLst/>
          </a:prstGeom>
        </p:spPr>
        <p:txBody>
          <a:bodyPr lIns="91439" tIns="45719" rIns="91439" bIns="45719"/>
          <a:lstStyle/>
          <a:p>
            <a:endParaRPr/>
          </a:p>
        </p:txBody>
      </p:sp>
      <p:sp>
        <p:nvSpPr>
          <p:cNvPr id="1704" name="row 2 Picture Placeholder 4"/>
          <p:cNvSpPr>
            <a:spLocks noGrp="1"/>
          </p:cNvSpPr>
          <p:nvPr>
            <p:ph type="pic" sz="quarter" idx="32"/>
          </p:nvPr>
        </p:nvSpPr>
        <p:spPr>
          <a:xfrm>
            <a:off x="4814163" y="2645822"/>
            <a:ext cx="1182833" cy="1088106"/>
          </a:xfrm>
          <a:prstGeom prst="rect">
            <a:avLst/>
          </a:prstGeom>
        </p:spPr>
        <p:txBody>
          <a:bodyPr lIns="91439" tIns="45719" rIns="91439" bIns="45719"/>
          <a:lstStyle/>
          <a:p>
            <a:endParaRPr/>
          </a:p>
        </p:txBody>
      </p:sp>
      <p:sp>
        <p:nvSpPr>
          <p:cNvPr id="1705" name="row 2 Picture Placeholder 5"/>
          <p:cNvSpPr>
            <a:spLocks noGrp="1"/>
          </p:cNvSpPr>
          <p:nvPr>
            <p:ph type="pic" sz="quarter" idx="33"/>
          </p:nvPr>
        </p:nvSpPr>
        <p:spPr>
          <a:xfrm>
            <a:off x="6196153" y="2645822"/>
            <a:ext cx="1182833" cy="1088106"/>
          </a:xfrm>
          <a:prstGeom prst="rect">
            <a:avLst/>
          </a:prstGeom>
        </p:spPr>
        <p:txBody>
          <a:bodyPr lIns="91439" tIns="45719" rIns="91439" bIns="45719"/>
          <a:lstStyle/>
          <a:p>
            <a:endParaRPr/>
          </a:p>
        </p:txBody>
      </p:sp>
      <p:sp>
        <p:nvSpPr>
          <p:cNvPr id="1706" name="row 2 Picture Placeholder 6"/>
          <p:cNvSpPr>
            <a:spLocks noGrp="1"/>
          </p:cNvSpPr>
          <p:nvPr>
            <p:ph type="pic" sz="quarter" idx="34"/>
          </p:nvPr>
        </p:nvSpPr>
        <p:spPr>
          <a:xfrm>
            <a:off x="7583340" y="2645822"/>
            <a:ext cx="1182833" cy="1088106"/>
          </a:xfrm>
          <a:prstGeom prst="rect">
            <a:avLst/>
          </a:prstGeom>
        </p:spPr>
        <p:txBody>
          <a:bodyPr lIns="91439" tIns="45719" rIns="91439" bIns="45719"/>
          <a:lstStyle/>
          <a:p>
            <a:endParaRPr/>
          </a:p>
        </p:txBody>
      </p:sp>
      <p:sp>
        <p:nvSpPr>
          <p:cNvPr id="1707" name="row 2 Picture Placeholder 7"/>
          <p:cNvSpPr>
            <a:spLocks noGrp="1"/>
          </p:cNvSpPr>
          <p:nvPr>
            <p:ph type="pic" sz="quarter" idx="35"/>
          </p:nvPr>
        </p:nvSpPr>
        <p:spPr>
          <a:xfrm>
            <a:off x="8970526" y="2645822"/>
            <a:ext cx="1182833" cy="1088106"/>
          </a:xfrm>
          <a:prstGeom prst="rect">
            <a:avLst/>
          </a:prstGeom>
        </p:spPr>
        <p:txBody>
          <a:bodyPr lIns="91439" tIns="45719" rIns="91439" bIns="45719"/>
          <a:lstStyle/>
          <a:p>
            <a:endParaRPr/>
          </a:p>
        </p:txBody>
      </p:sp>
      <p:sp>
        <p:nvSpPr>
          <p:cNvPr id="1708" name="row 2 Picture Placeholder 8"/>
          <p:cNvSpPr>
            <a:spLocks noGrp="1"/>
          </p:cNvSpPr>
          <p:nvPr>
            <p:ph type="pic" sz="quarter" idx="36"/>
          </p:nvPr>
        </p:nvSpPr>
        <p:spPr>
          <a:xfrm>
            <a:off x="10357712" y="2645822"/>
            <a:ext cx="1182833" cy="1088106"/>
          </a:xfrm>
          <a:prstGeom prst="rect">
            <a:avLst/>
          </a:prstGeom>
        </p:spPr>
        <p:txBody>
          <a:bodyPr lIns="91439" tIns="45719" rIns="91439" bIns="45719"/>
          <a:lstStyle/>
          <a:p>
            <a:endParaRPr/>
          </a:p>
        </p:txBody>
      </p:sp>
      <p:sp>
        <p:nvSpPr>
          <p:cNvPr id="1709" name="row 3 Picture Placeholder 1"/>
          <p:cNvSpPr>
            <a:spLocks noGrp="1"/>
          </p:cNvSpPr>
          <p:nvPr>
            <p:ph type="pic" sz="quarter" idx="37"/>
          </p:nvPr>
        </p:nvSpPr>
        <p:spPr>
          <a:xfrm>
            <a:off x="652604" y="3924553"/>
            <a:ext cx="1182832" cy="1088106"/>
          </a:xfrm>
          <a:prstGeom prst="rect">
            <a:avLst/>
          </a:prstGeom>
        </p:spPr>
        <p:txBody>
          <a:bodyPr lIns="91439" tIns="45719" rIns="91439" bIns="45719"/>
          <a:lstStyle/>
          <a:p>
            <a:endParaRPr/>
          </a:p>
        </p:txBody>
      </p:sp>
      <p:sp>
        <p:nvSpPr>
          <p:cNvPr id="1710" name="row 3 Picture Placeholder 2"/>
          <p:cNvSpPr>
            <a:spLocks noGrp="1"/>
          </p:cNvSpPr>
          <p:nvPr>
            <p:ph type="pic" sz="quarter" idx="38"/>
          </p:nvPr>
        </p:nvSpPr>
        <p:spPr>
          <a:xfrm>
            <a:off x="2034594" y="3924553"/>
            <a:ext cx="1182833" cy="1088106"/>
          </a:xfrm>
          <a:prstGeom prst="rect">
            <a:avLst/>
          </a:prstGeom>
        </p:spPr>
        <p:txBody>
          <a:bodyPr lIns="91439" tIns="45719" rIns="91439" bIns="45719"/>
          <a:lstStyle/>
          <a:p>
            <a:endParaRPr/>
          </a:p>
        </p:txBody>
      </p:sp>
      <p:sp>
        <p:nvSpPr>
          <p:cNvPr id="1711" name="row 3 Picture Placeholder 3"/>
          <p:cNvSpPr>
            <a:spLocks noGrp="1"/>
          </p:cNvSpPr>
          <p:nvPr>
            <p:ph type="pic" sz="quarter" idx="39"/>
          </p:nvPr>
        </p:nvSpPr>
        <p:spPr>
          <a:xfrm>
            <a:off x="3421781" y="3924553"/>
            <a:ext cx="1182833" cy="1088106"/>
          </a:xfrm>
          <a:prstGeom prst="rect">
            <a:avLst/>
          </a:prstGeom>
        </p:spPr>
        <p:txBody>
          <a:bodyPr lIns="91439" tIns="45719" rIns="91439" bIns="45719"/>
          <a:lstStyle/>
          <a:p>
            <a:endParaRPr/>
          </a:p>
        </p:txBody>
      </p:sp>
      <p:sp>
        <p:nvSpPr>
          <p:cNvPr id="1712" name="row 3 Picture Placeholder 4"/>
          <p:cNvSpPr>
            <a:spLocks noGrp="1"/>
          </p:cNvSpPr>
          <p:nvPr>
            <p:ph type="pic" sz="quarter" idx="40"/>
          </p:nvPr>
        </p:nvSpPr>
        <p:spPr>
          <a:xfrm>
            <a:off x="4814163" y="3924553"/>
            <a:ext cx="1182833" cy="1088106"/>
          </a:xfrm>
          <a:prstGeom prst="rect">
            <a:avLst/>
          </a:prstGeom>
        </p:spPr>
        <p:txBody>
          <a:bodyPr lIns="91439" tIns="45719" rIns="91439" bIns="45719"/>
          <a:lstStyle/>
          <a:p>
            <a:endParaRPr/>
          </a:p>
        </p:txBody>
      </p:sp>
      <p:sp>
        <p:nvSpPr>
          <p:cNvPr id="1713" name="row 3 Picture Placeholder 5"/>
          <p:cNvSpPr>
            <a:spLocks noGrp="1"/>
          </p:cNvSpPr>
          <p:nvPr>
            <p:ph type="pic" sz="quarter" idx="41"/>
          </p:nvPr>
        </p:nvSpPr>
        <p:spPr>
          <a:xfrm>
            <a:off x="6196153" y="3924553"/>
            <a:ext cx="1182833" cy="1088106"/>
          </a:xfrm>
          <a:prstGeom prst="rect">
            <a:avLst/>
          </a:prstGeom>
        </p:spPr>
        <p:txBody>
          <a:bodyPr lIns="91439" tIns="45719" rIns="91439" bIns="45719"/>
          <a:lstStyle/>
          <a:p>
            <a:endParaRPr/>
          </a:p>
        </p:txBody>
      </p:sp>
      <p:sp>
        <p:nvSpPr>
          <p:cNvPr id="1714" name="row 3 Picture Placeholder 6"/>
          <p:cNvSpPr>
            <a:spLocks noGrp="1"/>
          </p:cNvSpPr>
          <p:nvPr>
            <p:ph type="pic" sz="quarter" idx="42"/>
          </p:nvPr>
        </p:nvSpPr>
        <p:spPr>
          <a:xfrm>
            <a:off x="7583340" y="3924553"/>
            <a:ext cx="1182833" cy="1088106"/>
          </a:xfrm>
          <a:prstGeom prst="rect">
            <a:avLst/>
          </a:prstGeom>
        </p:spPr>
        <p:txBody>
          <a:bodyPr lIns="91439" tIns="45719" rIns="91439" bIns="45719"/>
          <a:lstStyle/>
          <a:p>
            <a:endParaRPr/>
          </a:p>
        </p:txBody>
      </p:sp>
      <p:sp>
        <p:nvSpPr>
          <p:cNvPr id="1715" name="row 3 Picture Placeholder 7"/>
          <p:cNvSpPr>
            <a:spLocks noGrp="1"/>
          </p:cNvSpPr>
          <p:nvPr>
            <p:ph type="pic" sz="quarter" idx="43"/>
          </p:nvPr>
        </p:nvSpPr>
        <p:spPr>
          <a:xfrm>
            <a:off x="8970526" y="3924553"/>
            <a:ext cx="1182833" cy="1088106"/>
          </a:xfrm>
          <a:prstGeom prst="rect">
            <a:avLst/>
          </a:prstGeom>
        </p:spPr>
        <p:txBody>
          <a:bodyPr lIns="91439" tIns="45719" rIns="91439" bIns="45719"/>
          <a:lstStyle/>
          <a:p>
            <a:endParaRPr/>
          </a:p>
        </p:txBody>
      </p:sp>
      <p:sp>
        <p:nvSpPr>
          <p:cNvPr id="1716" name="row 3 Picture Placeholder 8"/>
          <p:cNvSpPr>
            <a:spLocks noGrp="1"/>
          </p:cNvSpPr>
          <p:nvPr>
            <p:ph type="pic" sz="quarter" idx="44"/>
          </p:nvPr>
        </p:nvSpPr>
        <p:spPr>
          <a:xfrm>
            <a:off x="10357712" y="3924553"/>
            <a:ext cx="1182833" cy="1088106"/>
          </a:xfrm>
          <a:prstGeom prst="rect">
            <a:avLst/>
          </a:prstGeom>
        </p:spPr>
        <p:txBody>
          <a:bodyPr lIns="91439" tIns="45719" rIns="91439" bIns="45719"/>
          <a:lstStyle/>
          <a:p>
            <a:endParaRPr/>
          </a:p>
        </p:txBody>
      </p:sp>
      <p:sp>
        <p:nvSpPr>
          <p:cNvPr id="1717" name="row 4 Picture Placeholder 1"/>
          <p:cNvSpPr>
            <a:spLocks noGrp="1"/>
          </p:cNvSpPr>
          <p:nvPr>
            <p:ph type="pic" sz="quarter" idx="45"/>
          </p:nvPr>
        </p:nvSpPr>
        <p:spPr>
          <a:xfrm>
            <a:off x="652604" y="5196140"/>
            <a:ext cx="1182832" cy="1088106"/>
          </a:xfrm>
          <a:prstGeom prst="rect">
            <a:avLst/>
          </a:prstGeom>
        </p:spPr>
        <p:txBody>
          <a:bodyPr lIns="91439" tIns="45719" rIns="91439" bIns="45719"/>
          <a:lstStyle/>
          <a:p>
            <a:endParaRPr/>
          </a:p>
        </p:txBody>
      </p:sp>
      <p:sp>
        <p:nvSpPr>
          <p:cNvPr id="1718" name="row 4 Picture Placeholder 2"/>
          <p:cNvSpPr>
            <a:spLocks noGrp="1"/>
          </p:cNvSpPr>
          <p:nvPr>
            <p:ph type="pic" sz="quarter" idx="46"/>
          </p:nvPr>
        </p:nvSpPr>
        <p:spPr>
          <a:xfrm>
            <a:off x="2034594" y="5196140"/>
            <a:ext cx="1182833" cy="1088106"/>
          </a:xfrm>
          <a:prstGeom prst="rect">
            <a:avLst/>
          </a:prstGeom>
        </p:spPr>
        <p:txBody>
          <a:bodyPr lIns="91439" tIns="45719" rIns="91439" bIns="45719"/>
          <a:lstStyle/>
          <a:p>
            <a:endParaRPr/>
          </a:p>
        </p:txBody>
      </p:sp>
      <p:sp>
        <p:nvSpPr>
          <p:cNvPr id="1719" name="row 4 Picture Placeholder 3"/>
          <p:cNvSpPr>
            <a:spLocks noGrp="1"/>
          </p:cNvSpPr>
          <p:nvPr>
            <p:ph type="pic" sz="quarter" idx="47"/>
          </p:nvPr>
        </p:nvSpPr>
        <p:spPr>
          <a:xfrm>
            <a:off x="3421781" y="5196140"/>
            <a:ext cx="1182833" cy="1088106"/>
          </a:xfrm>
          <a:prstGeom prst="rect">
            <a:avLst/>
          </a:prstGeom>
        </p:spPr>
        <p:txBody>
          <a:bodyPr lIns="91439" tIns="45719" rIns="91439" bIns="45719"/>
          <a:lstStyle/>
          <a:p>
            <a:endParaRPr/>
          </a:p>
        </p:txBody>
      </p:sp>
      <p:sp>
        <p:nvSpPr>
          <p:cNvPr id="1720" name="row 4 Picture Placeholder 4"/>
          <p:cNvSpPr>
            <a:spLocks noGrp="1"/>
          </p:cNvSpPr>
          <p:nvPr>
            <p:ph type="pic" sz="quarter" idx="48"/>
          </p:nvPr>
        </p:nvSpPr>
        <p:spPr>
          <a:xfrm>
            <a:off x="4814163" y="5196140"/>
            <a:ext cx="1182833" cy="1088106"/>
          </a:xfrm>
          <a:prstGeom prst="rect">
            <a:avLst/>
          </a:prstGeom>
        </p:spPr>
        <p:txBody>
          <a:bodyPr lIns="91439" tIns="45719" rIns="91439" bIns="45719"/>
          <a:lstStyle/>
          <a:p>
            <a:endParaRPr/>
          </a:p>
        </p:txBody>
      </p:sp>
      <p:sp>
        <p:nvSpPr>
          <p:cNvPr id="1721" name="row 4 Picture Placeholder 5"/>
          <p:cNvSpPr>
            <a:spLocks noGrp="1"/>
          </p:cNvSpPr>
          <p:nvPr>
            <p:ph type="pic" sz="quarter" idx="49"/>
          </p:nvPr>
        </p:nvSpPr>
        <p:spPr>
          <a:xfrm>
            <a:off x="6196153" y="5196140"/>
            <a:ext cx="1182833" cy="1088106"/>
          </a:xfrm>
          <a:prstGeom prst="rect">
            <a:avLst/>
          </a:prstGeom>
        </p:spPr>
        <p:txBody>
          <a:bodyPr lIns="91439" tIns="45719" rIns="91439" bIns="45719"/>
          <a:lstStyle/>
          <a:p>
            <a:endParaRPr/>
          </a:p>
        </p:txBody>
      </p:sp>
      <p:sp>
        <p:nvSpPr>
          <p:cNvPr id="1722" name="row 4 Picture Placeholder 6"/>
          <p:cNvSpPr>
            <a:spLocks noGrp="1"/>
          </p:cNvSpPr>
          <p:nvPr>
            <p:ph type="pic" sz="quarter" idx="50"/>
          </p:nvPr>
        </p:nvSpPr>
        <p:spPr>
          <a:xfrm>
            <a:off x="7583340" y="5196140"/>
            <a:ext cx="1182833" cy="1088106"/>
          </a:xfrm>
          <a:prstGeom prst="rect">
            <a:avLst/>
          </a:prstGeom>
        </p:spPr>
        <p:txBody>
          <a:bodyPr lIns="91439" tIns="45719" rIns="91439" bIns="45719"/>
          <a:lstStyle/>
          <a:p>
            <a:endParaRPr/>
          </a:p>
        </p:txBody>
      </p:sp>
      <p:sp>
        <p:nvSpPr>
          <p:cNvPr id="1723" name="row 4 Picture Placeholder 7"/>
          <p:cNvSpPr>
            <a:spLocks noGrp="1"/>
          </p:cNvSpPr>
          <p:nvPr>
            <p:ph type="pic" sz="quarter" idx="51"/>
          </p:nvPr>
        </p:nvSpPr>
        <p:spPr>
          <a:xfrm>
            <a:off x="8970526" y="5196140"/>
            <a:ext cx="1182833" cy="1088106"/>
          </a:xfrm>
          <a:prstGeom prst="rect">
            <a:avLst/>
          </a:prstGeom>
        </p:spPr>
        <p:txBody>
          <a:bodyPr lIns="91439" tIns="45719" rIns="91439" bIns="45719"/>
          <a:lstStyle/>
          <a:p>
            <a:endParaRPr/>
          </a:p>
        </p:txBody>
      </p:sp>
      <p:sp>
        <p:nvSpPr>
          <p:cNvPr id="1724" name="row 4 Picture Placeholder 8"/>
          <p:cNvSpPr>
            <a:spLocks noGrp="1"/>
          </p:cNvSpPr>
          <p:nvPr>
            <p:ph type="pic" sz="quarter" idx="52"/>
          </p:nvPr>
        </p:nvSpPr>
        <p:spPr>
          <a:xfrm>
            <a:off x="10357712" y="5196140"/>
            <a:ext cx="1182833" cy="1088106"/>
          </a:xfrm>
          <a:prstGeom prst="rect">
            <a:avLst/>
          </a:prstGeom>
        </p:spPr>
        <p:txBody>
          <a:bodyPr lIns="91439" tIns="45719" rIns="91439" bIns="45719"/>
          <a:lstStyle/>
          <a:p>
            <a:endParaRPr/>
          </a:p>
        </p:txBody>
      </p:sp>
      <p:sp>
        <p:nvSpPr>
          <p:cNvPr id="1725"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726"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type="tx">
  <p:cSld name="Full Image with Thread">
    <p:spTree>
      <p:nvGrpSpPr>
        <p:cNvPr id="1" name=""/>
        <p:cNvGrpSpPr/>
        <p:nvPr/>
      </p:nvGrpSpPr>
      <p:grpSpPr>
        <a:xfrm>
          <a:off x="0" y="0"/>
          <a:ext cx="0" cy="0"/>
          <a:chOff x="0" y="0"/>
          <a:chExt cx="0" cy="0"/>
        </a:xfrm>
      </p:grpSpPr>
      <p:sp>
        <p:nvSpPr>
          <p:cNvPr id="1733" name="Title Text"/>
          <p:cNvSpPr txBox="1">
            <a:spLocks noGrp="1"/>
          </p:cNvSpPr>
          <p:nvPr>
            <p:ph type="title"/>
          </p:nvPr>
        </p:nvSpPr>
        <p:spPr>
          <a:xfrm>
            <a:off x="609600" y="-1371600"/>
            <a:ext cx="10972800" cy="946390"/>
          </a:xfrm>
          <a:prstGeom prst="rect">
            <a:avLst/>
          </a:prstGeom>
        </p:spPr>
        <p:txBody>
          <a:bodyPr/>
          <a:lstStyle>
            <a:lvl1pPr>
              <a:defRPr sz="3200" b="1"/>
            </a:lvl1pPr>
          </a:lstStyle>
          <a:p>
            <a:r>
              <a:t>Title Text</a:t>
            </a:r>
          </a:p>
        </p:txBody>
      </p:sp>
      <p:sp>
        <p:nvSpPr>
          <p:cNvPr id="1734" name="Picture Placeholder 7"/>
          <p:cNvSpPr>
            <a:spLocks noGrp="1"/>
          </p:cNvSpPr>
          <p:nvPr>
            <p:ph type="pic" idx="21"/>
          </p:nvPr>
        </p:nvSpPr>
        <p:spPr>
          <a:xfrm>
            <a:off x="128015" y="0"/>
            <a:ext cx="12063985" cy="6858000"/>
          </a:xfrm>
          <a:prstGeom prst="rect">
            <a:avLst/>
          </a:prstGeom>
        </p:spPr>
        <p:txBody>
          <a:bodyPr lIns="91439" tIns="45719" rIns="91439" bIns="45719"/>
          <a:lstStyle/>
          <a:p>
            <a:endParaRPr/>
          </a:p>
        </p:txBody>
      </p:sp>
      <p:sp>
        <p:nvSpPr>
          <p:cNvPr id="17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742" name="Title Text"/>
          <p:cNvSpPr txBox="1">
            <a:spLocks noGrp="1"/>
          </p:cNvSpPr>
          <p:nvPr>
            <p:ph type="title"/>
          </p:nvPr>
        </p:nvSpPr>
        <p:spPr>
          <a:xfrm>
            <a:off x="609600" y="-1371600"/>
            <a:ext cx="10972800" cy="946390"/>
          </a:xfrm>
          <a:prstGeom prst="rect">
            <a:avLst/>
          </a:prstGeom>
        </p:spPr>
        <p:txBody>
          <a:bodyPr/>
          <a:lstStyle>
            <a:lvl1pPr>
              <a:defRPr sz="3200" b="1"/>
            </a:lvl1pPr>
          </a:lstStyle>
          <a:p>
            <a:r>
              <a:t>Title Text</a:t>
            </a:r>
          </a:p>
        </p:txBody>
      </p:sp>
      <p:sp>
        <p:nvSpPr>
          <p:cNvPr id="17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Blank Dark">
    <p:bg>
      <p:bgPr>
        <a:solidFill>
          <a:srgbClr val="000000"/>
        </a:solidFill>
        <a:effectLst/>
      </p:bgPr>
    </p:bg>
    <p:spTree>
      <p:nvGrpSpPr>
        <p:cNvPr id="1" name=""/>
        <p:cNvGrpSpPr/>
        <p:nvPr/>
      </p:nvGrpSpPr>
      <p:grpSpPr>
        <a:xfrm>
          <a:off x="0" y="0"/>
          <a:ext cx="0" cy="0"/>
          <a:chOff x="0" y="0"/>
          <a:chExt cx="0" cy="0"/>
        </a:xfrm>
      </p:grpSpPr>
      <p:sp>
        <p:nvSpPr>
          <p:cNvPr id="1750" name="Title Text"/>
          <p:cNvSpPr txBox="1">
            <a:spLocks noGrp="1"/>
          </p:cNvSpPr>
          <p:nvPr>
            <p:ph type="title"/>
          </p:nvPr>
        </p:nvSpPr>
        <p:spPr>
          <a:xfrm>
            <a:off x="609600" y="-1371600"/>
            <a:ext cx="10972800" cy="946390"/>
          </a:xfrm>
          <a:prstGeom prst="rect">
            <a:avLst/>
          </a:prstGeom>
        </p:spPr>
        <p:txBody>
          <a:bodyPr/>
          <a:lstStyle>
            <a:lvl1pPr>
              <a:defRPr sz="3200" b="1"/>
            </a:lvl1pPr>
          </a:lstStyle>
          <a:p>
            <a:r>
              <a:t>Title Text</a:t>
            </a:r>
          </a:p>
        </p:txBody>
      </p:sp>
      <p:sp>
        <p:nvSpPr>
          <p:cNvPr id="17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x">
  <p:cSld name="Gray end slide">
    <p:bg>
      <p:bgPr>
        <a:solidFill>
          <a:schemeClr val="accent6"/>
        </a:solidFill>
        <a:effectLst/>
      </p:bgPr>
    </p:bg>
    <p:spTree>
      <p:nvGrpSpPr>
        <p:cNvPr id="1" name=""/>
        <p:cNvGrpSpPr/>
        <p:nvPr/>
      </p:nvGrpSpPr>
      <p:grpSpPr>
        <a:xfrm>
          <a:off x="0" y="0"/>
          <a:ext cx="0" cy="0"/>
          <a:chOff x="0" y="0"/>
          <a:chExt cx="0" cy="0"/>
        </a:xfrm>
      </p:grpSpPr>
      <p:sp>
        <p:nvSpPr>
          <p:cNvPr id="1758" name="Title Text"/>
          <p:cNvSpPr txBox="1">
            <a:spLocks noGrp="1"/>
          </p:cNvSpPr>
          <p:nvPr>
            <p:ph type="title"/>
          </p:nvPr>
        </p:nvSpPr>
        <p:spPr>
          <a:xfrm>
            <a:off x="609600" y="-1371600"/>
            <a:ext cx="10972800" cy="946390"/>
          </a:xfrm>
          <a:prstGeom prst="rect">
            <a:avLst/>
          </a:prstGeom>
        </p:spPr>
        <p:txBody>
          <a:bodyPr/>
          <a:lstStyle>
            <a:lvl1pPr>
              <a:defRPr sz="3200" b="1"/>
            </a:lvl1pPr>
          </a:lstStyle>
          <a:p>
            <a:r>
              <a:t>Title Text</a:t>
            </a:r>
          </a:p>
        </p:txBody>
      </p:sp>
      <p:pic>
        <p:nvPicPr>
          <p:cNvPr id="1759" name="Picture 6" descr="Picture 6"/>
          <p:cNvPicPr>
            <a:picLocks noChangeAspect="1"/>
          </p:cNvPicPr>
          <p:nvPr/>
        </p:nvPicPr>
        <p:blipFill>
          <a:blip r:embed="rId2"/>
          <a:stretch>
            <a:fillRect/>
          </a:stretch>
        </p:blipFill>
        <p:spPr>
          <a:xfrm>
            <a:off x="4283642" y="2991904"/>
            <a:ext cx="3621024" cy="875082"/>
          </a:xfrm>
          <a:prstGeom prst="rect">
            <a:avLst/>
          </a:prstGeom>
          <a:ln w="12700">
            <a:miter lim="400000"/>
          </a:ln>
        </p:spPr>
      </p:pic>
      <p:sp>
        <p:nvSpPr>
          <p:cNvPr id="176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type="tx">
  <p:cSld name="Section Divider Alt">
    <p:spTree>
      <p:nvGrpSpPr>
        <p:cNvPr id="1" name=""/>
        <p:cNvGrpSpPr/>
        <p:nvPr/>
      </p:nvGrpSpPr>
      <p:grpSpPr>
        <a:xfrm>
          <a:off x="0" y="0"/>
          <a:ext cx="0" cy="0"/>
          <a:chOff x="0" y="0"/>
          <a:chExt cx="0" cy="0"/>
        </a:xfrm>
      </p:grpSpPr>
      <p:sp>
        <p:nvSpPr>
          <p:cNvPr id="1767" name="Title Text"/>
          <p:cNvSpPr txBox="1">
            <a:spLocks noGrp="1"/>
          </p:cNvSpPr>
          <p:nvPr>
            <p:ph type="title"/>
          </p:nvPr>
        </p:nvSpPr>
        <p:spPr>
          <a:prstGeom prst="rect">
            <a:avLst/>
          </a:prstGeom>
        </p:spPr>
        <p:txBody>
          <a:bodyPr/>
          <a:lstStyle>
            <a:lvl1pPr>
              <a:defRPr sz="7200" b="1" spc="-120"/>
            </a:lvl1pPr>
          </a:lstStyle>
          <a:p>
            <a:r>
              <a:t>Title Text</a:t>
            </a:r>
          </a:p>
        </p:txBody>
      </p:sp>
      <p:sp>
        <p:nvSpPr>
          <p:cNvPr id="17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Section Divider Dark Alt">
    <p:bg>
      <p:bgPr>
        <a:solidFill>
          <a:srgbClr val="000000"/>
        </a:solidFill>
        <a:effectLst/>
      </p:bgPr>
    </p:bg>
    <p:spTree>
      <p:nvGrpSpPr>
        <p:cNvPr id="1" name=""/>
        <p:cNvGrpSpPr/>
        <p:nvPr/>
      </p:nvGrpSpPr>
      <p:grpSpPr>
        <a:xfrm>
          <a:off x="0" y="0"/>
          <a:ext cx="0" cy="0"/>
          <a:chOff x="0" y="0"/>
          <a:chExt cx="0" cy="0"/>
        </a:xfrm>
      </p:grpSpPr>
      <p:sp>
        <p:nvSpPr>
          <p:cNvPr id="1775" name="Title Text"/>
          <p:cNvSpPr txBox="1">
            <a:spLocks noGrp="1"/>
          </p:cNvSpPr>
          <p:nvPr>
            <p:ph type="title"/>
          </p:nvPr>
        </p:nvSpPr>
        <p:spPr>
          <a:prstGeom prst="rect">
            <a:avLst/>
          </a:prstGeom>
        </p:spPr>
        <p:txBody>
          <a:bodyPr/>
          <a:lstStyle>
            <a:lvl1pPr>
              <a:defRPr sz="7200" b="1" spc="-120">
                <a:solidFill>
                  <a:srgbClr val="FFFFFF"/>
                </a:solidFill>
              </a:defRPr>
            </a:lvl1pPr>
          </a:lstStyle>
          <a:p>
            <a:r>
              <a:t>Title Text</a:t>
            </a:r>
          </a:p>
        </p:txBody>
      </p:sp>
      <p:sp>
        <p:nvSpPr>
          <p:cNvPr id="17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sp>
        <p:nvSpPr>
          <p:cNvPr id="1783"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784"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785"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786"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787"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788"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789"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790"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791"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792"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793"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794"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795"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796"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797"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798"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799"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800"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801"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802"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803"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804"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805"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806"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807"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808"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809"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810"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811" name="Title Text"/>
          <p:cNvSpPr txBox="1">
            <a:spLocks noGrp="1"/>
          </p:cNvSpPr>
          <p:nvPr>
            <p:ph type="title"/>
          </p:nvPr>
        </p:nvSpPr>
        <p:spPr>
          <a:xfrm>
            <a:off x="612648" y="265175"/>
            <a:ext cx="10972801" cy="950977"/>
          </a:xfrm>
          <a:prstGeom prst="rect">
            <a:avLst/>
          </a:prstGeom>
        </p:spPr>
        <p:txBody>
          <a:bodyPr/>
          <a:lstStyle>
            <a:lvl1pPr>
              <a:defRPr sz="3200" b="1"/>
            </a:lvl1pPr>
          </a:lstStyle>
          <a:p>
            <a:r>
              <a:t>Title Text</a:t>
            </a:r>
          </a:p>
        </p:txBody>
      </p:sp>
      <p:sp>
        <p:nvSpPr>
          <p:cNvPr id="1812"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cSld name="Title and Content - Light Airy">
    <p:spTree>
      <p:nvGrpSpPr>
        <p:cNvPr id="1" name=""/>
        <p:cNvGrpSpPr/>
        <p:nvPr/>
      </p:nvGrpSpPr>
      <p:grpSpPr>
        <a:xfrm>
          <a:off x="0" y="0"/>
          <a:ext cx="0" cy="0"/>
          <a:chOff x="0" y="0"/>
          <a:chExt cx="0" cy="0"/>
        </a:xfrm>
      </p:grpSpPr>
      <p:sp>
        <p:nvSpPr>
          <p:cNvPr id="1819"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820"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821"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822"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823"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824"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825"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826"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827"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828"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829"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830"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831"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832"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833"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834"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835"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836"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837"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838"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839"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840"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841"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842"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843"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844"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845"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846"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847" name="Title Text"/>
          <p:cNvSpPr txBox="1">
            <a:spLocks noGrp="1"/>
          </p:cNvSpPr>
          <p:nvPr>
            <p:ph type="title"/>
          </p:nvPr>
        </p:nvSpPr>
        <p:spPr>
          <a:xfrm>
            <a:off x="609600" y="264084"/>
            <a:ext cx="10972800" cy="946391"/>
          </a:xfrm>
          <a:prstGeom prst="rect">
            <a:avLst/>
          </a:prstGeom>
        </p:spPr>
        <p:txBody>
          <a:bodyPr/>
          <a:lstStyle>
            <a:lvl1pPr>
              <a:defRPr sz="3200" b="1"/>
            </a:lvl1pPr>
          </a:lstStyle>
          <a:p>
            <a:r>
              <a:t>Title Text</a:t>
            </a:r>
          </a:p>
        </p:txBody>
      </p:sp>
      <p:sp>
        <p:nvSpPr>
          <p:cNvPr id="1848" name="Body Level One…"/>
          <p:cNvSpPr txBox="1">
            <a:spLocks noGrp="1"/>
          </p:cNvSpPr>
          <p:nvPr>
            <p:ph type="body" idx="1"/>
          </p:nvPr>
        </p:nvSpPr>
        <p:spPr>
          <a:xfrm>
            <a:off x="609600" y="1334323"/>
            <a:ext cx="10972800" cy="4992625"/>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1849" name="Slide Number"/>
          <p:cNvSpPr txBox="1">
            <a:spLocks noGrp="1"/>
          </p:cNvSpPr>
          <p:nvPr>
            <p:ph type="sldNum" sz="quarter" idx="2"/>
          </p:nvPr>
        </p:nvSpPr>
        <p:spPr>
          <a:xfrm>
            <a:off x="11805084" y="6583680"/>
            <a:ext cx="127001" cy="1270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x">
  <p:cSld name="Title and Content - Dark Airy">
    <p:bg>
      <p:bgPr>
        <a:solidFill>
          <a:srgbClr val="000000"/>
        </a:solidFill>
        <a:effectLst/>
      </p:bgPr>
    </p:bg>
    <p:spTree>
      <p:nvGrpSpPr>
        <p:cNvPr id="1" name=""/>
        <p:cNvGrpSpPr/>
        <p:nvPr/>
      </p:nvGrpSpPr>
      <p:grpSpPr>
        <a:xfrm>
          <a:off x="0" y="0"/>
          <a:ext cx="0" cy="0"/>
          <a:chOff x="0" y="0"/>
          <a:chExt cx="0" cy="0"/>
        </a:xfrm>
      </p:grpSpPr>
      <p:sp>
        <p:nvSpPr>
          <p:cNvPr id="1856" name="Copyright"/>
          <p:cNvSpPr txBox="1"/>
          <p:nvPr/>
        </p:nvSpPr>
        <p:spPr>
          <a:xfrm>
            <a:off x="9862819" y="6583680"/>
            <a:ext cx="1719581"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191919"/>
                </a:solidFill>
              </a:defRPr>
            </a:lvl1pPr>
          </a:lstStyle>
          <a:p>
            <a:r>
              <a:t>© 2024 Adobe. All Rights Reserved. Adobe Confidential.</a:t>
            </a:r>
          </a:p>
        </p:txBody>
      </p:sp>
      <p:sp>
        <p:nvSpPr>
          <p:cNvPr id="1857"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1/4</a:t>
            </a:r>
          </a:p>
        </p:txBody>
      </p:sp>
      <p:sp>
        <p:nvSpPr>
          <p:cNvPr id="1858" name="2/4"/>
          <p:cNvSpPr txBox="1"/>
          <p:nvPr/>
        </p:nvSpPr>
        <p:spPr>
          <a:xfrm>
            <a:off x="6001448" y="-563502"/>
            <a:ext cx="189104"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2/4</a:t>
            </a:r>
          </a:p>
        </p:txBody>
      </p:sp>
      <p:sp>
        <p:nvSpPr>
          <p:cNvPr id="1859" name="3/4"/>
          <p:cNvSpPr txBox="1"/>
          <p:nvPr/>
        </p:nvSpPr>
        <p:spPr>
          <a:xfrm>
            <a:off x="8742417" y="-56350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860"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861"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862" name="2/3"/>
          <p:cNvSpPr txBox="1"/>
          <p:nvPr/>
        </p:nvSpPr>
        <p:spPr>
          <a:xfrm>
            <a:off x="7830501" y="-563502"/>
            <a:ext cx="185421"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2/3</a:t>
            </a:r>
          </a:p>
        </p:txBody>
      </p:sp>
      <p:sp>
        <p:nvSpPr>
          <p:cNvPr id="1863" name="1/3"/>
          <p:cNvSpPr txBox="1"/>
          <p:nvPr/>
        </p:nvSpPr>
        <p:spPr>
          <a:xfrm>
            <a:off x="4190596" y="-563502"/>
            <a:ext cx="165609"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A185B6"/>
                </a:solidFill>
              </a:defRPr>
            </a:lvl1pPr>
          </a:lstStyle>
          <a:p>
            <a:r>
              <a:t>1/3</a:t>
            </a:r>
          </a:p>
        </p:txBody>
      </p:sp>
      <p:sp>
        <p:nvSpPr>
          <p:cNvPr id="1864"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865"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866"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867"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b="1">
                <a:solidFill>
                  <a:srgbClr val="A6A6A6"/>
                </a:solidFill>
              </a:defRPr>
            </a:pPr>
            <a:r>
              <a:t>Turn on Guides to see the custom grid.</a:t>
            </a:r>
            <a:br/>
            <a:r>
              <a:rPr b="0"/>
              <a:t>Mac: Control-option-command-G</a:t>
            </a:r>
            <a:br>
              <a:rPr b="0"/>
            </a:br>
            <a:r>
              <a:rPr b="0"/>
              <a:t>Win: Alt-F9 (or Alt-Fn-F9 on some laptops)</a:t>
            </a:r>
          </a:p>
        </p:txBody>
      </p:sp>
      <p:sp>
        <p:nvSpPr>
          <p:cNvPr id="1868"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869" name="1/4"/>
          <p:cNvSpPr txBox="1"/>
          <p:nvPr/>
        </p:nvSpPr>
        <p:spPr>
          <a:xfrm>
            <a:off x="12573988" y="2509117"/>
            <a:ext cx="16929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1/4</a:t>
            </a:r>
          </a:p>
        </p:txBody>
      </p:sp>
      <p:sp>
        <p:nvSpPr>
          <p:cNvPr id="1870"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b="1">
                <a:solidFill>
                  <a:srgbClr val="89A1FB"/>
                </a:solidFill>
              </a:defRPr>
            </a:lvl1pPr>
          </a:lstStyle>
          <a:p>
            <a:r>
              <a:t>2/4</a:t>
            </a:r>
          </a:p>
        </p:txBody>
      </p:sp>
      <p:sp>
        <p:nvSpPr>
          <p:cNvPr id="1871" name="3/4"/>
          <p:cNvSpPr txBox="1"/>
          <p:nvPr/>
        </p:nvSpPr>
        <p:spPr>
          <a:xfrm>
            <a:off x="12641229" y="4987532"/>
            <a:ext cx="18999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b="1">
                <a:solidFill>
                  <a:srgbClr val="89A1FB"/>
                </a:solidFill>
              </a:defRPr>
            </a:lvl1pPr>
          </a:lstStyle>
          <a:p>
            <a:r>
              <a:t>3/4</a:t>
            </a:r>
          </a:p>
        </p:txBody>
      </p:sp>
      <p:sp>
        <p:nvSpPr>
          <p:cNvPr id="1872"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873"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874"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875"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876" name="1/4"/>
          <p:cNvSpPr txBox="1"/>
          <p:nvPr/>
        </p:nvSpPr>
        <p:spPr>
          <a:xfrm>
            <a:off x="12530739" y="1281863"/>
            <a:ext cx="287173"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HEADER</a:t>
            </a:r>
          </a:p>
        </p:txBody>
      </p:sp>
      <p:sp>
        <p:nvSpPr>
          <p:cNvPr id="1877"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878" name="1/4"/>
          <p:cNvSpPr txBox="1"/>
          <p:nvPr/>
        </p:nvSpPr>
        <p:spPr>
          <a:xfrm>
            <a:off x="12532606" y="6268042"/>
            <a:ext cx="28343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FOOTER</a:t>
            </a:r>
          </a:p>
        </p:txBody>
      </p:sp>
      <p:sp>
        <p:nvSpPr>
          <p:cNvPr id="1879"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880"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881" name="1/4"/>
          <p:cNvSpPr txBox="1"/>
          <p:nvPr/>
        </p:nvSpPr>
        <p:spPr>
          <a:xfrm>
            <a:off x="376441" y="-532725"/>
            <a:ext cx="46631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LEFT MARGIN</a:t>
            </a:r>
          </a:p>
        </p:txBody>
      </p:sp>
      <p:sp>
        <p:nvSpPr>
          <p:cNvPr id="1882" name="1/4"/>
          <p:cNvSpPr txBox="1"/>
          <p:nvPr/>
        </p:nvSpPr>
        <p:spPr>
          <a:xfrm>
            <a:off x="11323922" y="-532725"/>
            <a:ext cx="51219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b="1">
                <a:solidFill>
                  <a:srgbClr val="A6A6A6"/>
                </a:solidFill>
              </a:defRPr>
            </a:lvl1pPr>
          </a:lstStyle>
          <a:p>
            <a:r>
              <a:t>RIGHT MARGIN</a:t>
            </a:r>
          </a:p>
        </p:txBody>
      </p:sp>
      <p:pic>
        <p:nvPicPr>
          <p:cNvPr id="1883"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884" name="Title Text"/>
          <p:cNvSpPr txBox="1">
            <a:spLocks noGrp="1"/>
          </p:cNvSpPr>
          <p:nvPr>
            <p:ph type="title"/>
          </p:nvPr>
        </p:nvSpPr>
        <p:spPr>
          <a:xfrm>
            <a:off x="609600" y="264084"/>
            <a:ext cx="10972800" cy="946391"/>
          </a:xfrm>
          <a:prstGeom prst="rect">
            <a:avLst/>
          </a:prstGeom>
        </p:spPr>
        <p:txBody>
          <a:bodyPr/>
          <a:lstStyle>
            <a:lvl1pPr>
              <a:defRPr sz="3200" b="1">
                <a:solidFill>
                  <a:srgbClr val="FFFFFF"/>
                </a:solidFill>
              </a:defRPr>
            </a:lvl1pPr>
          </a:lstStyle>
          <a:p>
            <a:r>
              <a:t>Title Text</a:t>
            </a:r>
          </a:p>
        </p:txBody>
      </p:sp>
      <p:sp>
        <p:nvSpPr>
          <p:cNvPr id="1885" name="Body Level One…"/>
          <p:cNvSpPr txBox="1">
            <a:spLocks noGrp="1"/>
          </p:cNvSpPr>
          <p:nvPr>
            <p:ph type="body" idx="1"/>
          </p:nvPr>
        </p:nvSpPr>
        <p:spPr>
          <a:xfrm>
            <a:off x="609600" y="1334323"/>
            <a:ext cx="10972800" cy="4990277"/>
          </a:xfrm>
          <a:prstGeom prst="rect">
            <a:avLst/>
          </a:prstGeom>
        </p:spPr>
        <p:txBody>
          <a:bodyPr>
            <a:normAutofit/>
          </a:bodyPr>
          <a:lstStyle>
            <a:lvl1pPr>
              <a:defRPr>
                <a:solidFill>
                  <a:srgbClr val="FFFFFF"/>
                </a:solidFill>
              </a:defRPr>
            </a:lvl1pPr>
            <a:lvl2pPr>
              <a:defRPr>
                <a:solidFill>
                  <a:srgbClr val="FFFFFF"/>
                </a:solidFill>
              </a:defRPr>
            </a:lvl2pPr>
            <a:lvl3pPr>
              <a:defRPr>
                <a:solidFill>
                  <a:srgbClr val="FFFFFF"/>
                </a:solidFill>
              </a:defRPr>
            </a:lvl3pPr>
            <a:lvl4pPr>
              <a:defRPr>
                <a:solidFill>
                  <a:srgbClr val="FFFFFF"/>
                </a:solidFill>
              </a:defRPr>
            </a:lvl4pPr>
            <a:lvl5pPr>
              <a:defRPr>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886" name="Copyright"/>
          <p:cNvSpPr txBox="1"/>
          <p:nvPr/>
        </p:nvSpPr>
        <p:spPr>
          <a:xfrm>
            <a:off x="9862819" y="6583680"/>
            <a:ext cx="1719581" cy="127001"/>
          </a:xfrm>
          <a:prstGeom prst="rect">
            <a:avLst/>
          </a:prstGeom>
          <a:solidFill>
            <a:srgbClr val="000000"/>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r">
              <a:defRPr sz="600">
                <a:solidFill>
                  <a:srgbClr val="BEBEBE"/>
                </a:solidFill>
              </a:defRPr>
            </a:lvl1pPr>
          </a:lstStyle>
          <a:p>
            <a:r>
              <a:t>© 2024 Adobe. All Rights Reserved. Adobe Confidential.</a:t>
            </a:r>
          </a:p>
        </p:txBody>
      </p:sp>
      <p:sp>
        <p:nvSpPr>
          <p:cNvPr id="1887" name="Slide Number"/>
          <p:cNvSpPr txBox="1">
            <a:spLocks noGrp="1"/>
          </p:cNvSpPr>
          <p:nvPr>
            <p:ph type="sldNum" sz="quarter" idx="2"/>
          </p:nvPr>
        </p:nvSpPr>
        <p:spPr>
          <a:xfrm>
            <a:off x="11805084" y="6583680"/>
            <a:ext cx="127001" cy="127001"/>
          </a:xfrm>
          <a:prstGeom prst="rect">
            <a:avLst/>
          </a:prstGeom>
        </p:spPr>
        <p:txBody>
          <a:bodyPr/>
          <a:lstStyle>
            <a:lvl1pPr>
              <a:defRPr>
                <a:solidFill>
                  <a:srgbClr val="BEBEBE"/>
                </a:solidFill>
              </a:defRPr>
            </a:lvl1pPr>
          </a:lstStyle>
          <a:p>
            <a:fld id="{86CB4B4D-7CA3-9044-876B-883B54F8677D}" type="slidenum">
              <a:t>‹#›</a:t>
            </a:fld>
            <a:endParaRPr/>
          </a:p>
        </p:txBody>
      </p:sp>
    </p:spTree>
  </p:cSld>
  <p:clrMapOvr>
    <a:masterClrMapping/>
  </p:clrMapOvr>
  <p:transition spd="med"/>
</p:sldLayout>
</file>

<file path=ppt/slideLayouts/slideLayout55.xml><?xml version="1.0" encoding="utf-8"?>
<p:sldLayout xmlns:a="http://schemas.openxmlformats.org/drawingml/2006/main" xmlns:r="http://schemas.openxmlformats.org/officeDocument/2006/relationships" xmlns:p="http://schemas.openxmlformats.org/presentationml/2006/main" type="tx">
  <p:cSld name="1_Section Divider Dark">
    <p:bg>
      <p:bgPr>
        <a:solidFill>
          <a:srgbClr val="000000"/>
        </a:solidFill>
        <a:effectLst/>
      </p:bgPr>
    </p:bg>
    <p:spTree>
      <p:nvGrpSpPr>
        <p:cNvPr id="1" name=""/>
        <p:cNvGrpSpPr/>
        <p:nvPr/>
      </p:nvGrpSpPr>
      <p:grpSpPr>
        <a:xfrm>
          <a:off x="0" y="0"/>
          <a:ext cx="0" cy="0"/>
          <a:chOff x="0" y="0"/>
          <a:chExt cx="0" cy="0"/>
        </a:xfrm>
      </p:grpSpPr>
      <p:sp>
        <p:nvSpPr>
          <p:cNvPr id="1894" name="Module Title Goes Here"/>
          <p:cNvSpPr txBox="1">
            <a:spLocks noGrp="1"/>
          </p:cNvSpPr>
          <p:nvPr>
            <p:ph type="title" hasCustomPrompt="1"/>
          </p:nvPr>
        </p:nvSpPr>
        <p:spPr>
          <a:xfrm>
            <a:off x="609600" y="3044278"/>
            <a:ext cx="10972800" cy="769442"/>
          </a:xfrm>
          <a:prstGeom prst="rect">
            <a:avLst/>
          </a:prstGeom>
        </p:spPr>
        <p:txBody>
          <a:bodyPr/>
          <a:lstStyle>
            <a:lvl1pPr>
              <a:defRPr sz="5500" b="1" spc="-120">
                <a:solidFill>
                  <a:srgbClr val="FFFFFF"/>
                </a:solidFill>
              </a:defRPr>
            </a:lvl1pPr>
          </a:lstStyle>
          <a:p>
            <a:r>
              <a:t>Module Title Goes Here</a:t>
            </a:r>
          </a:p>
        </p:txBody>
      </p:sp>
      <p:sp>
        <p:nvSpPr>
          <p:cNvPr id="1895" name="Body Level One…"/>
          <p:cNvSpPr txBox="1">
            <a:spLocks noGrp="1"/>
          </p:cNvSpPr>
          <p:nvPr>
            <p:ph type="body" sz="quarter" idx="1" hasCustomPrompt="1"/>
          </p:nvPr>
        </p:nvSpPr>
        <p:spPr>
          <a:xfrm>
            <a:off x="609598" y="2389238"/>
            <a:ext cx="5334002" cy="655042"/>
          </a:xfrm>
          <a:prstGeom prst="rect">
            <a:avLst/>
          </a:prstGeom>
        </p:spPr>
        <p:txBody>
          <a:bodyPr>
            <a:normAutofit/>
          </a:bodyPr>
          <a:lstStyle>
            <a:lvl1pPr>
              <a:buFontTx/>
              <a:defRPr sz="3000">
                <a:solidFill>
                  <a:srgbClr val="FFFFFF"/>
                </a:solidFill>
              </a:defRPr>
            </a:lvl1pPr>
            <a:lvl2pPr indent="457200">
              <a:buFontTx/>
              <a:defRPr sz="3000">
                <a:solidFill>
                  <a:srgbClr val="FFFFFF"/>
                </a:solidFill>
              </a:defRPr>
            </a:lvl2pPr>
            <a:lvl3pPr indent="914400">
              <a:buFontTx/>
              <a:defRPr sz="3000">
                <a:solidFill>
                  <a:srgbClr val="FFFFFF"/>
                </a:solidFill>
              </a:defRPr>
            </a:lvl3pPr>
            <a:lvl4pPr indent="1371600">
              <a:buFontTx/>
              <a:defRPr sz="3000">
                <a:solidFill>
                  <a:srgbClr val="FFFFFF"/>
                </a:solidFill>
              </a:defRPr>
            </a:lvl4pPr>
            <a:lvl5pPr indent="1828800">
              <a:buFontTx/>
              <a:defRPr sz="3000">
                <a:solidFill>
                  <a:srgbClr val="FFFFFF"/>
                </a:solidFill>
              </a:defRPr>
            </a:lvl5pPr>
          </a:lstStyle>
          <a:p>
            <a:r>
              <a:t>Module #</a:t>
            </a:r>
          </a:p>
          <a:p>
            <a:pPr lvl="1"/>
            <a:endParaRPr/>
          </a:p>
          <a:p>
            <a:pPr lvl="2"/>
            <a:endParaRPr/>
          </a:p>
          <a:p>
            <a:pPr lvl="3"/>
            <a:endParaRPr/>
          </a:p>
          <a:p>
            <a:pPr lvl="4"/>
            <a:endParaRPr/>
          </a:p>
        </p:txBody>
      </p:sp>
      <p:sp>
        <p:nvSpPr>
          <p:cNvPr id="189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x">
  <p:cSld name="Agenda">
    <p:spTree>
      <p:nvGrpSpPr>
        <p:cNvPr id="1" name=""/>
        <p:cNvGrpSpPr/>
        <p:nvPr/>
      </p:nvGrpSpPr>
      <p:grpSpPr>
        <a:xfrm>
          <a:off x="0" y="0"/>
          <a:ext cx="0" cy="0"/>
          <a:chOff x="0" y="0"/>
          <a:chExt cx="0" cy="0"/>
        </a:xfrm>
      </p:grpSpPr>
      <p:sp>
        <p:nvSpPr>
          <p:cNvPr id="1903" name="Copyright"/>
          <p:cNvSpPr txBox="1"/>
          <p:nvPr/>
        </p:nvSpPr>
        <p:spPr>
          <a:xfrm>
            <a:off x="8255006" y="6583680"/>
            <a:ext cx="3327396"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r">
              <a:defRPr sz="600">
                <a:solidFill>
                  <a:srgbClr val="191919"/>
                </a:solidFill>
              </a:defRPr>
            </a:lvl1pPr>
          </a:lstStyle>
          <a:p>
            <a:r>
              <a:t>© 2025 Adobe. All Rights Reserved. Adobe Digital Learning Services. </a:t>
            </a:r>
          </a:p>
        </p:txBody>
      </p:sp>
      <p:sp>
        <p:nvSpPr>
          <p:cNvPr id="1904" name="1/4"/>
          <p:cNvSpPr txBox="1"/>
          <p:nvPr/>
        </p:nvSpPr>
        <p:spPr>
          <a:xfrm>
            <a:off x="3264968" y="-563502"/>
            <a:ext cx="16350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1/4</a:t>
            </a:r>
          </a:p>
        </p:txBody>
      </p:sp>
      <p:sp>
        <p:nvSpPr>
          <p:cNvPr id="1905" name="2/4"/>
          <p:cNvSpPr txBox="1"/>
          <p:nvPr/>
        </p:nvSpPr>
        <p:spPr>
          <a:xfrm>
            <a:off x="5998400" y="-563502"/>
            <a:ext cx="19520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2/4</a:t>
            </a:r>
          </a:p>
        </p:txBody>
      </p:sp>
      <p:sp>
        <p:nvSpPr>
          <p:cNvPr id="1906" name="3/4"/>
          <p:cNvSpPr txBox="1"/>
          <p:nvPr/>
        </p:nvSpPr>
        <p:spPr>
          <a:xfrm>
            <a:off x="8739178" y="-563502"/>
            <a:ext cx="19647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3/4</a:t>
            </a:r>
          </a:p>
        </p:txBody>
      </p:sp>
      <p:sp>
        <p:nvSpPr>
          <p:cNvPr id="1907" name="2/3 arrow"/>
          <p:cNvSpPr/>
          <p:nvPr/>
        </p:nvSpPr>
        <p:spPr>
          <a:xfrm>
            <a:off x="7923212" y="-336412"/>
            <a:ext cx="1" cy="236136"/>
          </a:xfrm>
          <a:prstGeom prst="line">
            <a:avLst/>
          </a:prstGeom>
          <a:ln w="12700">
            <a:solidFill>
              <a:srgbClr val="C8C1E8"/>
            </a:solidFill>
            <a:miter/>
            <a:tailEnd type="triangle"/>
          </a:ln>
        </p:spPr>
        <p:txBody>
          <a:bodyPr lIns="45719" rIns="45719"/>
          <a:lstStyle/>
          <a:p>
            <a:endParaRPr/>
          </a:p>
        </p:txBody>
      </p:sp>
      <p:sp>
        <p:nvSpPr>
          <p:cNvPr id="1908" name="1/3 arrow"/>
          <p:cNvSpPr/>
          <p:nvPr/>
        </p:nvSpPr>
        <p:spPr>
          <a:xfrm>
            <a:off x="4266405" y="-336412"/>
            <a:ext cx="1" cy="236136"/>
          </a:xfrm>
          <a:prstGeom prst="line">
            <a:avLst/>
          </a:prstGeom>
          <a:ln w="12700">
            <a:solidFill>
              <a:srgbClr val="C8C1E8"/>
            </a:solidFill>
            <a:miter/>
            <a:tailEnd type="triangle"/>
          </a:ln>
        </p:spPr>
        <p:txBody>
          <a:bodyPr lIns="45719" rIns="45719"/>
          <a:lstStyle/>
          <a:p>
            <a:endParaRPr/>
          </a:p>
        </p:txBody>
      </p:sp>
      <p:sp>
        <p:nvSpPr>
          <p:cNvPr id="1909" name="2/3"/>
          <p:cNvSpPr txBox="1"/>
          <p:nvPr/>
        </p:nvSpPr>
        <p:spPr>
          <a:xfrm>
            <a:off x="7827263" y="-563502"/>
            <a:ext cx="191898"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A185B6"/>
                </a:solidFill>
                <a:latin typeface="Adobe Clean Black"/>
                <a:ea typeface="Adobe Clean Black"/>
                <a:cs typeface="Adobe Clean Black"/>
                <a:sym typeface="Adobe Clean Black"/>
              </a:defRPr>
            </a:lvl1pPr>
          </a:lstStyle>
          <a:p>
            <a:r>
              <a:t>2/3</a:t>
            </a:r>
          </a:p>
        </p:txBody>
      </p:sp>
      <p:sp>
        <p:nvSpPr>
          <p:cNvPr id="1910" name="1/3"/>
          <p:cNvSpPr txBox="1"/>
          <p:nvPr/>
        </p:nvSpPr>
        <p:spPr>
          <a:xfrm>
            <a:off x="4187865" y="-563502"/>
            <a:ext cx="17107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A185B6"/>
                </a:solidFill>
                <a:latin typeface="Adobe Clean Black"/>
                <a:ea typeface="Adobe Clean Black"/>
                <a:cs typeface="Adobe Clean Black"/>
                <a:sym typeface="Adobe Clean Black"/>
              </a:defRPr>
            </a:lvl1pPr>
          </a:lstStyle>
          <a:p>
            <a:r>
              <a:t>1/3</a:t>
            </a:r>
          </a:p>
        </p:txBody>
      </p:sp>
      <p:sp>
        <p:nvSpPr>
          <p:cNvPr id="1911" name="1/4 arrow"/>
          <p:cNvSpPr/>
          <p:nvPr/>
        </p:nvSpPr>
        <p:spPr>
          <a:xfrm>
            <a:off x="3352205" y="-336412"/>
            <a:ext cx="1" cy="236136"/>
          </a:xfrm>
          <a:prstGeom prst="line">
            <a:avLst/>
          </a:prstGeom>
          <a:ln w="12700">
            <a:solidFill>
              <a:srgbClr val="C1D4E8"/>
            </a:solidFill>
            <a:miter/>
            <a:tailEnd type="triangle"/>
          </a:ln>
        </p:spPr>
        <p:txBody>
          <a:bodyPr lIns="45719" rIns="45719"/>
          <a:lstStyle/>
          <a:p>
            <a:endParaRPr/>
          </a:p>
        </p:txBody>
      </p:sp>
      <p:sp>
        <p:nvSpPr>
          <p:cNvPr id="1912" name="2/4 arrow"/>
          <p:cNvSpPr/>
          <p:nvPr/>
        </p:nvSpPr>
        <p:spPr>
          <a:xfrm>
            <a:off x="6095999" y="-336412"/>
            <a:ext cx="1" cy="236136"/>
          </a:xfrm>
          <a:prstGeom prst="line">
            <a:avLst/>
          </a:prstGeom>
          <a:ln w="12700">
            <a:solidFill>
              <a:srgbClr val="C1D4E8"/>
            </a:solidFill>
            <a:miter/>
            <a:tailEnd type="triangle"/>
          </a:ln>
        </p:spPr>
        <p:txBody>
          <a:bodyPr lIns="45719" rIns="45719"/>
          <a:lstStyle/>
          <a:p>
            <a:endParaRPr/>
          </a:p>
        </p:txBody>
      </p:sp>
      <p:sp>
        <p:nvSpPr>
          <p:cNvPr id="1913" name="3/4 arrow"/>
          <p:cNvSpPr/>
          <p:nvPr/>
        </p:nvSpPr>
        <p:spPr>
          <a:xfrm>
            <a:off x="8837414" y="-336412"/>
            <a:ext cx="1" cy="236136"/>
          </a:xfrm>
          <a:prstGeom prst="line">
            <a:avLst/>
          </a:prstGeom>
          <a:ln w="12700">
            <a:solidFill>
              <a:srgbClr val="C1D4E8"/>
            </a:solidFill>
            <a:miter/>
            <a:tailEnd type="triangle"/>
          </a:ln>
        </p:spPr>
        <p:txBody>
          <a:bodyPr lIns="45719" rIns="45719"/>
          <a:lstStyle/>
          <a:p>
            <a:endParaRPr/>
          </a:p>
        </p:txBody>
      </p:sp>
      <p:sp>
        <p:nvSpPr>
          <p:cNvPr id="1914" name="Grid Instrux"/>
          <p:cNvSpPr txBox="1"/>
          <p:nvPr/>
        </p:nvSpPr>
        <p:spPr>
          <a:xfrm>
            <a:off x="1157679" y="-549444"/>
            <a:ext cx="1753515" cy="381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800">
                <a:solidFill>
                  <a:srgbClr val="A6A6A6"/>
                </a:solidFill>
                <a:latin typeface="Adobe Clean Black"/>
                <a:ea typeface="Adobe Clean Black"/>
                <a:cs typeface="Adobe Clean Black"/>
                <a:sym typeface="Adobe Clean Black"/>
              </a:defRPr>
            </a:pPr>
            <a:r>
              <a:t>Turn on Guides to see the custom grid.</a:t>
            </a:r>
            <a:br/>
            <a:r>
              <a:rPr>
                <a:latin typeface="Adobe Clean"/>
                <a:ea typeface="Adobe Clean"/>
                <a:cs typeface="Adobe Clean"/>
                <a:sym typeface="Adobe Clean"/>
              </a:rPr>
              <a:t>Mac: Control-option-command-G</a:t>
            </a:r>
            <a:br>
              <a:rPr>
                <a:latin typeface="Adobe Clean"/>
                <a:ea typeface="Adobe Clean"/>
                <a:cs typeface="Adobe Clean"/>
                <a:sym typeface="Adobe Clean"/>
              </a:rPr>
            </a:br>
            <a:r>
              <a:rPr>
                <a:latin typeface="Adobe Clean"/>
                <a:ea typeface="Adobe Clean"/>
                <a:cs typeface="Adobe Clean"/>
                <a:sym typeface="Adobe Clean"/>
              </a:rPr>
              <a:t>Win: Alt-F9 (or Alt-Fn-F9 on some laptops)</a:t>
            </a:r>
          </a:p>
        </p:txBody>
      </p:sp>
      <p:sp>
        <p:nvSpPr>
          <p:cNvPr id="1915"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1916" name="1/4"/>
          <p:cNvSpPr txBox="1"/>
          <p:nvPr/>
        </p:nvSpPr>
        <p:spPr>
          <a:xfrm>
            <a:off x="12571448" y="2509117"/>
            <a:ext cx="174372"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1/4</a:t>
            </a:r>
          </a:p>
        </p:txBody>
      </p:sp>
      <p:sp>
        <p:nvSpPr>
          <p:cNvPr id="1917" name="2/4"/>
          <p:cNvSpPr txBox="1"/>
          <p:nvPr/>
        </p:nvSpPr>
        <p:spPr>
          <a:xfrm>
            <a:off x="12586320" y="3754563"/>
            <a:ext cx="182743"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2/4</a:t>
            </a:r>
          </a:p>
        </p:txBody>
      </p:sp>
      <p:sp>
        <p:nvSpPr>
          <p:cNvPr id="1918" name="3/4"/>
          <p:cNvSpPr txBox="1"/>
          <p:nvPr/>
        </p:nvSpPr>
        <p:spPr>
          <a:xfrm>
            <a:off x="12637991" y="4987532"/>
            <a:ext cx="196470" cy="1524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1000">
                <a:solidFill>
                  <a:srgbClr val="89A1FB"/>
                </a:solidFill>
                <a:latin typeface="Adobe Clean Black"/>
                <a:ea typeface="Adobe Clean Black"/>
                <a:cs typeface="Adobe Clean Black"/>
                <a:sym typeface="Adobe Clean Black"/>
              </a:defRPr>
            </a:lvl1pPr>
          </a:lstStyle>
          <a:p>
            <a:r>
              <a:t>3/4</a:t>
            </a:r>
          </a:p>
        </p:txBody>
      </p:sp>
      <p:sp>
        <p:nvSpPr>
          <p:cNvPr id="1919" name="1/4 arrow"/>
          <p:cNvSpPr/>
          <p:nvPr/>
        </p:nvSpPr>
        <p:spPr>
          <a:xfrm flipH="1">
            <a:off x="12278497" y="2580869"/>
            <a:ext cx="222825" cy="1"/>
          </a:xfrm>
          <a:prstGeom prst="line">
            <a:avLst/>
          </a:prstGeom>
          <a:ln w="12700">
            <a:solidFill>
              <a:srgbClr val="C1D4E8"/>
            </a:solidFill>
            <a:miter/>
            <a:tailEnd type="triangle"/>
          </a:ln>
        </p:spPr>
        <p:txBody>
          <a:bodyPr lIns="45719" rIns="45719"/>
          <a:lstStyle/>
          <a:p>
            <a:endParaRPr/>
          </a:p>
        </p:txBody>
      </p:sp>
      <p:sp>
        <p:nvSpPr>
          <p:cNvPr id="1920" name="1/4 arrow"/>
          <p:cNvSpPr/>
          <p:nvPr/>
        </p:nvSpPr>
        <p:spPr>
          <a:xfrm flipH="1">
            <a:off x="12278497" y="1334323"/>
            <a:ext cx="222825" cy="1"/>
          </a:xfrm>
          <a:prstGeom prst="line">
            <a:avLst/>
          </a:prstGeom>
          <a:ln w="12700">
            <a:solidFill>
              <a:srgbClr val="D9D9D9"/>
            </a:solidFill>
            <a:miter/>
            <a:tailEnd type="triangle"/>
          </a:ln>
        </p:spPr>
        <p:txBody>
          <a:bodyPr lIns="45719" rIns="45719"/>
          <a:lstStyle/>
          <a:p>
            <a:endParaRPr/>
          </a:p>
        </p:txBody>
      </p:sp>
      <p:sp>
        <p:nvSpPr>
          <p:cNvPr id="1921" name="1/4 arrow"/>
          <p:cNvSpPr/>
          <p:nvPr/>
        </p:nvSpPr>
        <p:spPr>
          <a:xfrm flipH="1">
            <a:off x="12278497" y="5073958"/>
            <a:ext cx="222825" cy="1"/>
          </a:xfrm>
          <a:prstGeom prst="line">
            <a:avLst/>
          </a:prstGeom>
          <a:ln w="12700">
            <a:solidFill>
              <a:srgbClr val="C1D4E8"/>
            </a:solidFill>
            <a:miter/>
            <a:tailEnd type="triangle"/>
          </a:ln>
        </p:spPr>
        <p:txBody>
          <a:bodyPr lIns="45719" rIns="45719"/>
          <a:lstStyle/>
          <a:p>
            <a:endParaRPr/>
          </a:p>
        </p:txBody>
      </p:sp>
      <p:sp>
        <p:nvSpPr>
          <p:cNvPr id="1922" name="1/4 arrow"/>
          <p:cNvSpPr/>
          <p:nvPr/>
        </p:nvSpPr>
        <p:spPr>
          <a:xfrm flipH="1">
            <a:off x="12278497" y="3827414"/>
            <a:ext cx="222825" cy="1"/>
          </a:xfrm>
          <a:prstGeom prst="line">
            <a:avLst/>
          </a:prstGeom>
          <a:ln w="12700">
            <a:solidFill>
              <a:srgbClr val="C1D4E8"/>
            </a:solidFill>
            <a:miter/>
            <a:tailEnd type="triangle"/>
          </a:ln>
        </p:spPr>
        <p:txBody>
          <a:bodyPr lIns="45719" rIns="45719"/>
          <a:lstStyle/>
          <a:p>
            <a:endParaRPr/>
          </a:p>
        </p:txBody>
      </p:sp>
      <p:sp>
        <p:nvSpPr>
          <p:cNvPr id="1923" name="1/4"/>
          <p:cNvSpPr txBox="1"/>
          <p:nvPr/>
        </p:nvSpPr>
        <p:spPr>
          <a:xfrm>
            <a:off x="12524110" y="1281863"/>
            <a:ext cx="300432"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a:solidFill>
                  <a:srgbClr val="A6A6A6"/>
                </a:solidFill>
                <a:latin typeface="Adobe Clean Black"/>
                <a:ea typeface="Adobe Clean Black"/>
                <a:cs typeface="Adobe Clean Black"/>
                <a:sym typeface="Adobe Clean Black"/>
              </a:defRPr>
            </a:lvl1pPr>
          </a:lstStyle>
          <a:p>
            <a:r>
              <a:t>HEADER</a:t>
            </a:r>
          </a:p>
        </p:txBody>
      </p:sp>
      <p:sp>
        <p:nvSpPr>
          <p:cNvPr id="1924" name="1/4 arrow"/>
          <p:cNvSpPr/>
          <p:nvPr/>
        </p:nvSpPr>
        <p:spPr>
          <a:xfrm flipH="1">
            <a:off x="12278497" y="6320504"/>
            <a:ext cx="222825" cy="1"/>
          </a:xfrm>
          <a:prstGeom prst="line">
            <a:avLst/>
          </a:prstGeom>
          <a:ln w="12700">
            <a:solidFill>
              <a:srgbClr val="D9D9D9"/>
            </a:solidFill>
            <a:miter/>
            <a:tailEnd type="triangle"/>
          </a:ln>
        </p:spPr>
        <p:txBody>
          <a:bodyPr lIns="45719" rIns="45719"/>
          <a:lstStyle/>
          <a:p>
            <a:endParaRPr/>
          </a:p>
        </p:txBody>
      </p:sp>
      <p:sp>
        <p:nvSpPr>
          <p:cNvPr id="1925" name="1/4"/>
          <p:cNvSpPr txBox="1"/>
          <p:nvPr/>
        </p:nvSpPr>
        <p:spPr>
          <a:xfrm>
            <a:off x="12526967" y="6268042"/>
            <a:ext cx="294717"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a:solidFill>
                  <a:srgbClr val="A6A6A6"/>
                </a:solidFill>
                <a:latin typeface="Adobe Clean Black"/>
                <a:ea typeface="Adobe Clean Black"/>
                <a:cs typeface="Adobe Clean Black"/>
                <a:sym typeface="Adobe Clean Black"/>
              </a:defRPr>
            </a:lvl1pPr>
          </a:lstStyle>
          <a:p>
            <a:r>
              <a:t>FOOTER</a:t>
            </a:r>
          </a:p>
        </p:txBody>
      </p:sp>
      <p:sp>
        <p:nvSpPr>
          <p:cNvPr id="1926" name="1/4 arrow"/>
          <p:cNvSpPr/>
          <p:nvPr/>
        </p:nvSpPr>
        <p:spPr>
          <a:xfrm>
            <a:off x="609600" y="-336412"/>
            <a:ext cx="0" cy="236136"/>
          </a:xfrm>
          <a:prstGeom prst="line">
            <a:avLst/>
          </a:prstGeom>
          <a:ln w="12700">
            <a:solidFill>
              <a:srgbClr val="D9D9D9"/>
            </a:solidFill>
            <a:miter/>
            <a:tailEnd type="triangle"/>
          </a:ln>
        </p:spPr>
        <p:txBody>
          <a:bodyPr lIns="45719" rIns="45719"/>
          <a:lstStyle/>
          <a:p>
            <a:endParaRPr/>
          </a:p>
        </p:txBody>
      </p:sp>
      <p:sp>
        <p:nvSpPr>
          <p:cNvPr id="1927" name="3/4 arrow"/>
          <p:cNvSpPr/>
          <p:nvPr/>
        </p:nvSpPr>
        <p:spPr>
          <a:xfrm>
            <a:off x="11580018" y="-336412"/>
            <a:ext cx="1" cy="236136"/>
          </a:xfrm>
          <a:prstGeom prst="line">
            <a:avLst/>
          </a:prstGeom>
          <a:ln w="12700">
            <a:solidFill>
              <a:srgbClr val="D9D9D9"/>
            </a:solidFill>
            <a:miter/>
            <a:tailEnd type="triangle"/>
          </a:ln>
        </p:spPr>
        <p:txBody>
          <a:bodyPr lIns="45719" rIns="45719"/>
          <a:lstStyle/>
          <a:p>
            <a:endParaRPr/>
          </a:p>
        </p:txBody>
      </p:sp>
      <p:sp>
        <p:nvSpPr>
          <p:cNvPr id="1928" name="1/4"/>
          <p:cNvSpPr txBox="1"/>
          <p:nvPr/>
        </p:nvSpPr>
        <p:spPr>
          <a:xfrm>
            <a:off x="365011" y="-532725"/>
            <a:ext cx="489179"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a:solidFill>
                  <a:srgbClr val="A6A6A6"/>
                </a:solidFill>
                <a:latin typeface="Adobe Clean Black"/>
                <a:ea typeface="Adobe Clean Black"/>
                <a:cs typeface="Adobe Clean Black"/>
                <a:sym typeface="Adobe Clean Black"/>
              </a:defRPr>
            </a:lvl1pPr>
          </a:lstStyle>
          <a:p>
            <a:r>
              <a:t>LEFT MARGIN</a:t>
            </a:r>
          </a:p>
        </p:txBody>
      </p:sp>
      <p:sp>
        <p:nvSpPr>
          <p:cNvPr id="1929" name="1/4"/>
          <p:cNvSpPr txBox="1"/>
          <p:nvPr/>
        </p:nvSpPr>
        <p:spPr>
          <a:xfrm>
            <a:off x="11311120" y="-532725"/>
            <a:ext cx="537796" cy="127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lgn="ctr">
              <a:defRPr sz="600">
                <a:solidFill>
                  <a:srgbClr val="A6A6A6"/>
                </a:solidFill>
                <a:latin typeface="Adobe Clean Black"/>
                <a:ea typeface="Adobe Clean Black"/>
                <a:cs typeface="Adobe Clean Black"/>
                <a:sym typeface="Adobe Clean Black"/>
              </a:defRPr>
            </a:lvl1pPr>
          </a:lstStyle>
          <a:p>
            <a:r>
              <a:t>RIGHT MARGIN</a:t>
            </a:r>
          </a:p>
        </p:txBody>
      </p:sp>
      <p:pic>
        <p:nvPicPr>
          <p:cNvPr id="1930" name="Picture 20" descr="Picture 20"/>
          <p:cNvPicPr>
            <a:picLocks noChangeAspect="1"/>
          </p:cNvPicPr>
          <p:nvPr/>
        </p:nvPicPr>
        <p:blipFill>
          <a:blip r:embed="rId2"/>
          <a:stretch>
            <a:fillRect/>
          </a:stretch>
        </p:blipFill>
        <p:spPr>
          <a:xfrm>
            <a:off x="609600" y="6518398"/>
            <a:ext cx="603505" cy="145848"/>
          </a:xfrm>
          <a:prstGeom prst="rect">
            <a:avLst/>
          </a:prstGeom>
          <a:ln w="12700">
            <a:miter lim="400000"/>
          </a:ln>
        </p:spPr>
      </p:pic>
      <p:sp>
        <p:nvSpPr>
          <p:cNvPr id="1931" name="Slide Number"/>
          <p:cNvSpPr txBox="1">
            <a:spLocks noGrp="1"/>
          </p:cNvSpPr>
          <p:nvPr>
            <p:ph type="sldNum" sz="quarter" idx="2"/>
          </p:nvPr>
        </p:nvSpPr>
        <p:spPr>
          <a:xfrm>
            <a:off x="6032499" y="6583680"/>
            <a:ext cx="127001" cy="152401"/>
          </a:xfrm>
          <a:prstGeom prst="rect">
            <a:avLst/>
          </a:prstGeom>
        </p:spPr>
        <p:txBody>
          <a:bodyPr/>
          <a:lstStyle>
            <a:lvl1pPr algn="ctr">
              <a:defRPr sz="1000"/>
            </a:lvl1pPr>
          </a:lstStyle>
          <a:p>
            <a:fld id="{86CB4B4D-7CA3-9044-876B-883B54F8677D}" type="slidenum">
              <a:t>‹#›</a:t>
            </a:fld>
            <a:endParaRPr/>
          </a:p>
        </p:txBody>
      </p:sp>
      <p:sp>
        <p:nvSpPr>
          <p:cNvPr id="1932" name="Click to Edit Master Title Style"/>
          <p:cNvSpPr txBox="1">
            <a:spLocks noGrp="1"/>
          </p:cNvSpPr>
          <p:nvPr>
            <p:ph type="title" hasCustomPrompt="1"/>
          </p:nvPr>
        </p:nvSpPr>
        <p:spPr>
          <a:xfrm>
            <a:off x="612648" y="265175"/>
            <a:ext cx="10972801" cy="950977"/>
          </a:xfrm>
          <a:prstGeom prst="rect">
            <a:avLst/>
          </a:prstGeom>
        </p:spPr>
        <p:txBody>
          <a:bodyPr/>
          <a:lstStyle>
            <a:lvl1pPr>
              <a:defRPr sz="3200">
                <a:latin typeface="Adobe Clean Black"/>
                <a:ea typeface="Adobe Clean Black"/>
                <a:cs typeface="Adobe Clean Black"/>
                <a:sym typeface="Adobe Clean Black"/>
              </a:defRPr>
            </a:lvl1pPr>
          </a:lstStyle>
          <a:p>
            <a:r>
              <a:t>Click to Edit Master Title Style</a:t>
            </a: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 /><Relationship Id="rId18" Type="http://schemas.openxmlformats.org/officeDocument/2006/relationships/slideLayout" Target="../slideLayouts/slideLayout18.xml" /><Relationship Id="rId26" Type="http://schemas.openxmlformats.org/officeDocument/2006/relationships/slideLayout" Target="../slideLayouts/slideLayout26.xml" /><Relationship Id="rId39" Type="http://schemas.openxmlformats.org/officeDocument/2006/relationships/slideLayout" Target="../slideLayouts/slideLayout39.xml" /><Relationship Id="rId21" Type="http://schemas.openxmlformats.org/officeDocument/2006/relationships/slideLayout" Target="../slideLayouts/slideLayout21.xml" /><Relationship Id="rId34" Type="http://schemas.openxmlformats.org/officeDocument/2006/relationships/slideLayout" Target="../slideLayouts/slideLayout34.xml" /><Relationship Id="rId42" Type="http://schemas.openxmlformats.org/officeDocument/2006/relationships/slideLayout" Target="../slideLayouts/slideLayout42.xml" /><Relationship Id="rId47" Type="http://schemas.openxmlformats.org/officeDocument/2006/relationships/slideLayout" Target="../slideLayouts/slideLayout47.xml" /><Relationship Id="rId50" Type="http://schemas.openxmlformats.org/officeDocument/2006/relationships/slideLayout" Target="../slideLayouts/slideLayout50.xml" /><Relationship Id="rId55" Type="http://schemas.openxmlformats.org/officeDocument/2006/relationships/slideLayout" Target="../slideLayouts/slideLayout55.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5" Type="http://schemas.openxmlformats.org/officeDocument/2006/relationships/slideLayout" Target="../slideLayouts/slideLayout25.xml" /><Relationship Id="rId33" Type="http://schemas.openxmlformats.org/officeDocument/2006/relationships/slideLayout" Target="../slideLayouts/slideLayout33.xml" /><Relationship Id="rId38" Type="http://schemas.openxmlformats.org/officeDocument/2006/relationships/slideLayout" Target="../slideLayouts/slideLayout38.xml" /><Relationship Id="rId46" Type="http://schemas.openxmlformats.org/officeDocument/2006/relationships/slideLayout" Target="../slideLayouts/slideLayout46.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20" Type="http://schemas.openxmlformats.org/officeDocument/2006/relationships/slideLayout" Target="../slideLayouts/slideLayout20.xml" /><Relationship Id="rId29" Type="http://schemas.openxmlformats.org/officeDocument/2006/relationships/slideLayout" Target="../slideLayouts/slideLayout29.xml" /><Relationship Id="rId41" Type="http://schemas.openxmlformats.org/officeDocument/2006/relationships/slideLayout" Target="../slideLayouts/slideLayout41.xml" /><Relationship Id="rId54" Type="http://schemas.openxmlformats.org/officeDocument/2006/relationships/slideLayout" Target="../slideLayouts/slideLayout54.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24" Type="http://schemas.openxmlformats.org/officeDocument/2006/relationships/slideLayout" Target="../slideLayouts/slideLayout24.xml" /><Relationship Id="rId32" Type="http://schemas.openxmlformats.org/officeDocument/2006/relationships/slideLayout" Target="../slideLayouts/slideLayout32.xml" /><Relationship Id="rId37" Type="http://schemas.openxmlformats.org/officeDocument/2006/relationships/slideLayout" Target="../slideLayouts/slideLayout37.xml" /><Relationship Id="rId40" Type="http://schemas.openxmlformats.org/officeDocument/2006/relationships/slideLayout" Target="../slideLayouts/slideLayout40.xml" /><Relationship Id="rId45" Type="http://schemas.openxmlformats.org/officeDocument/2006/relationships/slideLayout" Target="../slideLayouts/slideLayout45.xml" /><Relationship Id="rId53" Type="http://schemas.openxmlformats.org/officeDocument/2006/relationships/slideLayout" Target="../slideLayouts/slideLayout53.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23" Type="http://schemas.openxmlformats.org/officeDocument/2006/relationships/slideLayout" Target="../slideLayouts/slideLayout23.xml" /><Relationship Id="rId28" Type="http://schemas.openxmlformats.org/officeDocument/2006/relationships/slideLayout" Target="../slideLayouts/slideLayout28.xml" /><Relationship Id="rId36" Type="http://schemas.openxmlformats.org/officeDocument/2006/relationships/slideLayout" Target="../slideLayouts/slideLayout36.xml" /><Relationship Id="rId49" Type="http://schemas.openxmlformats.org/officeDocument/2006/relationships/slideLayout" Target="../slideLayouts/slideLayout49.xml" /><Relationship Id="rId57" Type="http://schemas.openxmlformats.org/officeDocument/2006/relationships/theme" Target="../theme/theme1.xml" /><Relationship Id="rId10" Type="http://schemas.openxmlformats.org/officeDocument/2006/relationships/slideLayout" Target="../slideLayouts/slideLayout10.xml" /><Relationship Id="rId19" Type="http://schemas.openxmlformats.org/officeDocument/2006/relationships/slideLayout" Target="../slideLayouts/slideLayout19.xml" /><Relationship Id="rId31" Type="http://schemas.openxmlformats.org/officeDocument/2006/relationships/slideLayout" Target="../slideLayouts/slideLayout31.xml" /><Relationship Id="rId44" Type="http://schemas.openxmlformats.org/officeDocument/2006/relationships/slideLayout" Target="../slideLayouts/slideLayout44.xml" /><Relationship Id="rId52" Type="http://schemas.openxmlformats.org/officeDocument/2006/relationships/slideLayout" Target="../slideLayouts/slideLayout52.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 Id="rId22" Type="http://schemas.openxmlformats.org/officeDocument/2006/relationships/slideLayout" Target="../slideLayouts/slideLayout22.xml" /><Relationship Id="rId27" Type="http://schemas.openxmlformats.org/officeDocument/2006/relationships/slideLayout" Target="../slideLayouts/slideLayout27.xml" /><Relationship Id="rId30" Type="http://schemas.openxmlformats.org/officeDocument/2006/relationships/slideLayout" Target="../slideLayouts/slideLayout30.xml" /><Relationship Id="rId35" Type="http://schemas.openxmlformats.org/officeDocument/2006/relationships/slideLayout" Target="../slideLayouts/slideLayout35.xml" /><Relationship Id="rId43" Type="http://schemas.openxmlformats.org/officeDocument/2006/relationships/slideLayout" Target="../slideLayouts/slideLayout43.xml" /><Relationship Id="rId48" Type="http://schemas.openxmlformats.org/officeDocument/2006/relationships/slideLayout" Target="../slideLayouts/slideLayout48.xml" /><Relationship Id="rId56" Type="http://schemas.openxmlformats.org/officeDocument/2006/relationships/slideLayout" Target="../slideLayouts/slideLayout56.xml" /><Relationship Id="rId8" Type="http://schemas.openxmlformats.org/officeDocument/2006/relationships/slideLayout" Target="../slideLayouts/slideLayout8.xml" /><Relationship Id="rId51" Type="http://schemas.openxmlformats.org/officeDocument/2006/relationships/slideLayout" Target="../slideLayouts/slideLayout51.xml" /><Relationship Id="rId3" Type="http://schemas.openxmlformats.org/officeDocument/2006/relationships/slideLayout" Target="../slideLayouts/slideLayout3.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2496436"/>
            <a:ext cx="10972800" cy="18651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normAutofit/>
          </a:bodyPr>
          <a:lstStyle/>
          <a:p>
            <a:r>
              <a:t>Title Text</a:t>
            </a:r>
          </a:p>
        </p:txBody>
      </p:sp>
      <p:sp>
        <p:nvSpPr>
          <p:cNvPr id="3" name="Thread"/>
          <p:cNvSpPr/>
          <p:nvPr/>
        </p:nvSpPr>
        <p:spPr>
          <a:xfrm>
            <a:off x="0" y="893"/>
            <a:ext cx="128016" cy="6856215"/>
          </a:xfrm>
          <a:prstGeom prst="rect">
            <a:avLst/>
          </a:prstGeom>
          <a:solidFill>
            <a:schemeClr val="accent6"/>
          </a:solidFill>
          <a:ln w="12700">
            <a:miter lim="400000"/>
          </a:ln>
        </p:spPr>
        <p:txBody>
          <a:bodyPr lIns="45719" rIns="45719" anchor="ctr"/>
          <a:lstStyle/>
          <a:p>
            <a:pPr>
              <a:spcBef>
                <a:spcPts val="1200"/>
              </a:spcBef>
              <a:defRPr sz="1400"/>
            </a:pPr>
            <a:endParaRPr/>
          </a:p>
        </p:txBody>
      </p:sp>
      <p:sp>
        <p:nvSpPr>
          <p:cNvPr id="4" name="Body Level One…"/>
          <p:cNvSpPr txBox="1">
            <a:spLocks noGrp="1"/>
          </p:cNvSpPr>
          <p:nvPr>
            <p:ph type="body" idx="1"/>
          </p:nvPr>
        </p:nvSpPr>
        <p:spPr>
          <a:xfrm>
            <a:off x="609600" y="1600200"/>
            <a:ext cx="109728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5892800" y="6356350"/>
            <a:ext cx="2844800" cy="368300"/>
          </a:xfrm>
          <a:prstGeom prst="rect">
            <a:avLst/>
          </a:prstGeom>
          <a:ln w="12700">
            <a:miter lim="400000"/>
          </a:ln>
        </p:spPr>
        <p:txBody>
          <a:bodyPr wrap="none" lIns="0" tIns="0" rIns="0" bIns="0">
            <a:spAutoFit/>
          </a:bodyPr>
          <a:lstStyle>
            <a:lvl1pPr algn="r">
              <a:defRPr sz="600">
                <a:solidFill>
                  <a:srgbClr val="191919"/>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Lst>
  <p:transition spd="med"/>
  <p:txStyles>
    <p:titleStyle>
      <a:lvl1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1pPr>
      <a:lvl2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2pPr>
      <a:lvl3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3pPr>
      <a:lvl4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4pPr>
      <a:lvl5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5pPr>
      <a:lvl6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6pPr>
      <a:lvl7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7pPr>
      <a:lvl8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8pPr>
      <a:lvl9pPr marL="0" marR="0" indent="0" algn="l" defTabSz="914400" latinLnBrk="0">
        <a:lnSpc>
          <a:spcPct val="80000"/>
        </a:lnSpc>
        <a:spcBef>
          <a:spcPts val="0"/>
        </a:spcBef>
        <a:spcAft>
          <a:spcPts val="0"/>
        </a:spcAft>
        <a:buClrTx/>
        <a:buSzTx/>
        <a:buFontTx/>
        <a:buNone/>
        <a:tabLst/>
        <a:defRPr sz="6000" b="0" i="0" u="none" strike="noStrike" cap="none" spc="-100" baseline="0">
          <a:solidFill>
            <a:srgbClr val="000000"/>
          </a:solidFill>
          <a:uFillTx/>
          <a:latin typeface="Adobe Clean"/>
          <a:ea typeface="Adobe Clean"/>
          <a:cs typeface="Adobe Clean"/>
          <a:sym typeface="Adobe Clean"/>
        </a:defRPr>
      </a:lvl9pPr>
    </p:titleStyle>
    <p:bodyStyle>
      <a:lvl1pPr marL="0" marR="0" indent="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1pPr>
      <a:lvl2pPr marL="0" marR="0" indent="225425"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2pPr>
      <a:lvl3pPr marL="0" marR="0" indent="43815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3pPr>
      <a:lvl4pPr marL="0" marR="0" indent="54610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4pPr>
      <a:lvl5pPr marL="0" marR="0" indent="715962"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5pPr>
      <a:lvl6pPr marL="0" marR="0" indent="228600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6pPr>
      <a:lvl7pPr marL="0" marR="0" indent="274320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7pPr>
      <a:lvl8pPr marL="0" marR="0" indent="320040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8pPr>
      <a:lvl9pPr marL="0" marR="0" indent="3657600" algn="l" defTabSz="914400" rtl="0" latinLnBrk="0">
        <a:lnSpc>
          <a:spcPct val="110000"/>
        </a:lnSpc>
        <a:spcBef>
          <a:spcPts val="1200"/>
        </a:spcBef>
        <a:spcAft>
          <a:spcPts val="0"/>
        </a:spcAft>
        <a:buClrTx/>
        <a:buSzTx/>
        <a:buFont typeface="Wingdings"/>
        <a:buNone/>
        <a:tabLst/>
        <a:defRPr sz="2000" b="0" i="0" u="none" strike="noStrike" cap="none" spc="0" baseline="0">
          <a:solidFill>
            <a:srgbClr val="000000"/>
          </a:solidFill>
          <a:uFillTx/>
          <a:latin typeface="Adobe Clean"/>
          <a:ea typeface="Adobe Clean"/>
          <a:cs typeface="Adobe Clean"/>
          <a:sym typeface="Adobe Clean"/>
        </a:defRPr>
      </a:lvl9pPr>
    </p:bodyStyle>
    <p:otherStyle>
      <a:lvl1pPr marL="0" marR="0" indent="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1pPr>
      <a:lvl2pPr marL="0" marR="0" indent="4572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2pPr>
      <a:lvl3pPr marL="0" marR="0" indent="9144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3pPr>
      <a:lvl4pPr marL="0" marR="0" indent="13716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4pPr>
      <a:lvl5pPr marL="0" marR="0" indent="18288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5pPr>
      <a:lvl6pPr marL="0" marR="0" indent="22860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6pPr>
      <a:lvl7pPr marL="0" marR="0" indent="27432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7pPr>
      <a:lvl8pPr marL="0" marR="0" indent="32004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8pPr>
      <a:lvl9pPr marL="0" marR="0" indent="3657600" algn="r" defTabSz="914400"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Adobe Cle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customXml" Target="../ink/ink1.xml" /><Relationship Id="rId1" Type="http://schemas.openxmlformats.org/officeDocument/2006/relationships/slideLayout" Target="../slideLayouts/slideLayout56.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6.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9.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3.xml" /><Relationship Id="rId1" Type="http://schemas.openxmlformats.org/officeDocument/2006/relationships/slideLayout" Target="../slideLayouts/slideLayout9.xml" /><Relationship Id="rId6" Type="http://schemas.openxmlformats.org/officeDocument/2006/relationships/image" Target="../media/image7.png" /><Relationship Id="rId5" Type="http://schemas.openxmlformats.org/officeDocument/2006/relationships/image" Target="../media/image6.png" /><Relationship Id="rId4" Type="http://schemas.openxmlformats.org/officeDocument/2006/relationships/image" Target="../media/image5.pn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6.xml" /></Relationships>
</file>

<file path=ppt/slides/_rels/slide8.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5.xml" /><Relationship Id="rId1" Type="http://schemas.openxmlformats.org/officeDocument/2006/relationships/slideLayout" Target="../slideLayouts/slideLayout6.xml" /></Relationships>
</file>

<file path=ppt/slides/_rels/slide9.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6.xml" /><Relationship Id="rId1" Type="http://schemas.openxmlformats.org/officeDocument/2006/relationships/slideLayout" Target="../slideLayouts/slideLayout6.xml" /><Relationship Id="rId5" Type="http://schemas.openxmlformats.org/officeDocument/2006/relationships/image" Target="../media/image9.png" /><Relationship Id="rId4" Type="http://schemas.openxmlformats.org/officeDocument/2006/relationships/image" Target="../media/image8.png" /></Relationships>
</file>

<file path=ppt/slides/_rels/slide10.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7.xml" /><Relationship Id="rId1" Type="http://schemas.openxmlformats.org/officeDocument/2006/relationships/slideLayout" Target="../slideLayouts/slideLayout6.xml" /><Relationship Id="rId6" Type="http://schemas.openxmlformats.org/officeDocument/2006/relationships/image" Target="../media/image13.png" /><Relationship Id="rId5" Type="http://schemas.openxmlformats.org/officeDocument/2006/relationships/image" Target="../media/image12.png" /><Relationship Id="rId4" Type="http://schemas.openxmlformats.org/officeDocument/2006/relationships/image" Target="../media/image11.png" /></Relationships>
</file>

<file path=ppt/slides/_rels/slide1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8.xml" /><Relationship Id="rId1" Type="http://schemas.openxmlformats.org/officeDocument/2006/relationships/slideLayout" Target="../slideLayouts/slideLayout6.xml" /></Relationships>
</file>

<file path=ppt/slides/_rels/slide12.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notesSlide" Target="../notesSlides/notesSlide9.xml" /><Relationship Id="rId1" Type="http://schemas.openxmlformats.org/officeDocument/2006/relationships/slideLayout" Target="../slideLayouts/slideLayout28.xml" /><Relationship Id="rId5" Type="http://schemas.openxmlformats.org/officeDocument/2006/relationships/image" Target="../media/image17.png" /><Relationship Id="rId4" Type="http://schemas.openxmlformats.org/officeDocument/2006/relationships/image" Target="../media/image16.png" /></Relationships>
</file>

<file path=ppt/slides/_rels/slide1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0.xml" /><Relationship Id="rId1" Type="http://schemas.openxmlformats.org/officeDocument/2006/relationships/slideLayout" Target="../slideLayouts/slideLayout6.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6.xml" /></Relationships>
</file>

<file path=ppt/slides/_rels/slide15.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2.xml" /><Relationship Id="rId1" Type="http://schemas.openxmlformats.org/officeDocument/2006/relationships/slideLayout" Target="../slideLayouts/slideLayout6.xml" /><Relationship Id="rId4" Type="http://schemas.openxmlformats.org/officeDocument/2006/relationships/image" Target="../media/image19.png" /></Relationships>
</file>

<file path=ppt/slides/_rels/slide16.xml.rels><?xml version="1.0" encoding="UTF-8" standalone="yes"?>
<Relationships xmlns="http://schemas.openxmlformats.org/package/2006/relationships"><Relationship Id="rId3" Type="http://schemas.openxmlformats.org/officeDocument/2006/relationships/image" Target="../media/image18.png" /><Relationship Id="rId2" Type="http://schemas.openxmlformats.org/officeDocument/2006/relationships/notesSlide" Target="../notesSlides/notesSlide13.xml" /><Relationship Id="rId1" Type="http://schemas.openxmlformats.org/officeDocument/2006/relationships/slideLayout" Target="../slideLayouts/slideLayout6.xml" /><Relationship Id="rId4" Type="http://schemas.openxmlformats.org/officeDocument/2006/relationships/image" Target="../media/image20.png" /></Relationships>
</file>

<file path=ppt/slides/_rels/slide17.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14.xml" /><Relationship Id="rId1" Type="http://schemas.openxmlformats.org/officeDocument/2006/relationships/slideLayout" Target="../slideLayouts/slideLayout6.xml" /></Relationships>
</file>

<file path=ppt/slides/_rels/slide18.xml.rels><?xml version="1.0" encoding="UTF-8" standalone="yes"?>
<Relationships xmlns="http://schemas.openxmlformats.org/package/2006/relationships"><Relationship Id="rId2" Type="http://schemas.openxmlformats.org/officeDocument/2006/relationships/image" Target="../media/image22.png" /><Relationship Id="rId1" Type="http://schemas.openxmlformats.org/officeDocument/2006/relationships/slideLayout" Target="../slideLayouts/slideLayout6.xml" /></Relationships>
</file>

<file path=ppt/slides/_rels/slide19.xml.rels><?xml version="1.0" encoding="UTF-8" standalone="yes"?>
<Relationships xmlns="http://schemas.openxmlformats.org/package/2006/relationships"><Relationship Id="rId2" Type="http://schemas.openxmlformats.org/officeDocument/2006/relationships/image" Target="../media/image23.png" /><Relationship Id="rId1" Type="http://schemas.openxmlformats.org/officeDocument/2006/relationships/slideLayout" Target="../slideLayouts/slideLayout6.xml" /></Relationships>
</file>

<file path=ppt/slides/_rels/slide20.xml.rels><?xml version="1.0" encoding="UTF-8" standalone="yes"?>
<Relationships xmlns="http://schemas.openxmlformats.org/package/2006/relationships"><Relationship Id="rId2" Type="http://schemas.openxmlformats.org/officeDocument/2006/relationships/image" Target="../media/image24.png" /><Relationship Id="rId1" Type="http://schemas.openxmlformats.org/officeDocument/2006/relationships/slideLayout" Target="../slideLayouts/slideLayout21.xml" /></Relationships>
</file>

<file path=ppt/slides/_rels/slide21.xml.rels><?xml version="1.0" encoding="UTF-8" standalone="yes"?>
<Relationships xmlns="http://schemas.openxmlformats.org/package/2006/relationships"><Relationship Id="rId2" Type="http://schemas.openxmlformats.org/officeDocument/2006/relationships/image" Target="../media/image25.png" /><Relationship Id="rId1" Type="http://schemas.openxmlformats.org/officeDocument/2006/relationships/slideLayout" Target="../slideLayouts/slideLayout6.xml" /></Relationships>
</file>

<file path=ppt/slides/_rels/slide22.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image" Target="../media/image26.png" /><Relationship Id="rId1" Type="http://schemas.openxmlformats.org/officeDocument/2006/relationships/slideLayout" Target="../slideLayouts/slideLayout42.xml" /></Relationships>
</file>

<file path=ppt/slides/_rels/slide23.xml.rels><?xml version="1.0" encoding="UTF-8" standalone="yes"?>
<Relationships xmlns="http://schemas.openxmlformats.org/package/2006/relationships"><Relationship Id="rId2" Type="http://schemas.openxmlformats.org/officeDocument/2006/relationships/image" Target="../media/image28.png" /><Relationship Id="rId1" Type="http://schemas.openxmlformats.org/officeDocument/2006/relationships/slideLayout" Target="../slideLayouts/slideLayout6.xml" /></Relationships>
</file>

<file path=ppt/slides/_rels/slide24.xml.rels><?xml version="1.0" encoding="UTF-8" standalone="yes"?>
<Relationships xmlns="http://schemas.openxmlformats.org/package/2006/relationships"><Relationship Id="rId3" Type="http://schemas.openxmlformats.org/officeDocument/2006/relationships/hyperlink" Target="http://experience.adobe.com" TargetMode="External" /><Relationship Id="rId2" Type="http://schemas.openxmlformats.org/officeDocument/2006/relationships/image" Target="../media/image29.png" /><Relationship Id="rId1" Type="http://schemas.openxmlformats.org/officeDocument/2006/relationships/slideLayout" Target="../slideLayouts/slideLayout6.xml" /></Relationships>
</file>

<file path=ppt/slides/_rels/slide25.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15.xml" /><Relationship Id="rId1" Type="http://schemas.openxmlformats.org/officeDocument/2006/relationships/slideLayout" Target="../slideLayouts/slideLayout6.xml" /><Relationship Id="rId4" Type="http://schemas.openxmlformats.org/officeDocument/2006/relationships/image" Target="../media/image31.png" /></Relationships>
</file>

<file path=ppt/slides/_rels/slide26.xml.rels><?xml version="1.0" encoding="UTF-8" standalone="yes"?>
<Relationships xmlns="http://schemas.openxmlformats.org/package/2006/relationships"><Relationship Id="rId3" Type="http://schemas.openxmlformats.org/officeDocument/2006/relationships/image" Target="../media/image32.png" /><Relationship Id="rId2" Type="http://schemas.openxmlformats.org/officeDocument/2006/relationships/notesSlide" Target="../notesSlides/notesSlide16.xml" /><Relationship Id="rId1" Type="http://schemas.openxmlformats.org/officeDocument/2006/relationships/slideLayout" Target="../slideLayouts/slideLayout6.xml" /></Relationships>
</file>

<file path=ppt/slides/_rels/slide27.xml.rels><?xml version="1.0" encoding="UTF-8" standalone="yes"?>
<Relationships xmlns="http://schemas.openxmlformats.org/package/2006/relationships"><Relationship Id="rId3" Type="http://schemas.openxmlformats.org/officeDocument/2006/relationships/image" Target="../media/image34.png" /><Relationship Id="rId2" Type="http://schemas.openxmlformats.org/officeDocument/2006/relationships/image" Target="../media/image33.png" /><Relationship Id="rId1" Type="http://schemas.openxmlformats.org/officeDocument/2006/relationships/slideLayout" Target="../slideLayouts/slideLayout42.xml" /></Relationships>
</file>

<file path=ppt/slides/_rels/slide28.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17.xml" /><Relationship Id="rId1" Type="http://schemas.openxmlformats.org/officeDocument/2006/relationships/slideLayout" Target="../slideLayouts/slideLayout6.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6.xml" /></Relationships>
</file>

<file path=ppt/slides/_rels/slide30.xml.rels><?xml version="1.0" encoding="UTF-8" standalone="yes"?>
<Relationships xmlns="http://schemas.openxmlformats.org/package/2006/relationships"><Relationship Id="rId3" Type="http://schemas.openxmlformats.org/officeDocument/2006/relationships/image" Target="../media/image35.png" /><Relationship Id="rId2" Type="http://schemas.openxmlformats.org/officeDocument/2006/relationships/notesSlide" Target="../notesSlides/notesSlide19.xml" /><Relationship Id="rId1" Type="http://schemas.openxmlformats.org/officeDocument/2006/relationships/slideLayout" Target="../slideLayouts/slideLayout28.xml" /></Relationships>
</file>

<file path=ppt/slides/_rels/slide31.xml.rels><?xml version="1.0" encoding="UTF-8" standalone="yes"?>
<Relationships xmlns="http://schemas.openxmlformats.org/package/2006/relationships"><Relationship Id="rId2" Type="http://schemas.openxmlformats.org/officeDocument/2006/relationships/image" Target="../media/image36.png" /><Relationship Id="rId1" Type="http://schemas.openxmlformats.org/officeDocument/2006/relationships/slideLayout" Target="../slideLayouts/slideLayout42.xml" /></Relationships>
</file>

<file path=ppt/slides/_rels/slide32.xml.rels><?xml version="1.0" encoding="UTF-8" standalone="yes"?>
<Relationships xmlns="http://schemas.openxmlformats.org/package/2006/relationships"><Relationship Id="rId3" Type="http://schemas.openxmlformats.org/officeDocument/2006/relationships/image" Target="../media/image16.png" /><Relationship Id="rId2" Type="http://schemas.openxmlformats.org/officeDocument/2006/relationships/notesSlide" Target="../notesSlides/notesSlide20.xml" /><Relationship Id="rId1" Type="http://schemas.openxmlformats.org/officeDocument/2006/relationships/slideLayout" Target="../slideLayouts/slideLayout42.xml" /><Relationship Id="rId4" Type="http://schemas.openxmlformats.org/officeDocument/2006/relationships/image" Target="../media/image37.png" /></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10.xml" /></Relationships>
</file>

<file path=ppt/slides/_rels/slide34.xml.rels><?xml version="1.0" encoding="UTF-8" standalone="yes"?>
<Relationships xmlns="http://schemas.openxmlformats.org/package/2006/relationships"><Relationship Id="rId3" Type="http://schemas.openxmlformats.org/officeDocument/2006/relationships/image" Target="../media/image38.png" /><Relationship Id="rId2" Type="http://schemas.openxmlformats.org/officeDocument/2006/relationships/notesSlide" Target="../notesSlides/notesSlide22.xml" /><Relationship Id="rId1" Type="http://schemas.openxmlformats.org/officeDocument/2006/relationships/slideLayout" Target="../slideLayouts/slideLayout10.xml" /><Relationship Id="rId5" Type="http://schemas.openxmlformats.org/officeDocument/2006/relationships/image" Target="../media/image40.png" /><Relationship Id="rId4" Type="http://schemas.openxmlformats.org/officeDocument/2006/relationships/image" Target="../media/image39.png"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36.xml.rels><?xml version="1.0" encoding="UTF-8" standalone="yes"?>
<Relationships xmlns="http://schemas.openxmlformats.org/package/2006/relationships"><Relationship Id="rId3" Type="http://schemas.openxmlformats.org/officeDocument/2006/relationships/image" Target="../media/image41.png" /><Relationship Id="rId2" Type="http://schemas.openxmlformats.org/officeDocument/2006/relationships/notesSlide" Target="../notesSlides/notesSlide23.xml" /><Relationship Id="rId1" Type="http://schemas.openxmlformats.org/officeDocument/2006/relationships/slideLayout" Target="../slideLayouts/slideLayout6.xml" /></Relationships>
</file>

<file path=ppt/slides/_rels/slide37.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24.xml" /><Relationship Id="rId1" Type="http://schemas.openxmlformats.org/officeDocument/2006/relationships/slideLayout" Target="../slideLayouts/slideLayout6.xml" /><Relationship Id="rId4" Type="http://schemas.openxmlformats.org/officeDocument/2006/relationships/image" Target="../media/image42.png"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6.xml" /></Relationships>
</file>

<file path=ppt/slides/_rels/slide40.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26.xml" /><Relationship Id="rId1" Type="http://schemas.openxmlformats.org/officeDocument/2006/relationships/slideLayout" Target="../slideLayouts/slideLayout6.xml" /></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6.xml" /></Relationships>
</file>

<file path=ppt/slides/_rels/slide42.xml.rels><?xml version="1.0" encoding="UTF-8" standalone="yes"?>
<Relationships xmlns="http://schemas.openxmlformats.org/package/2006/relationships"><Relationship Id="rId3" Type="http://schemas.openxmlformats.org/officeDocument/2006/relationships/image" Target="../media/image43.png" /><Relationship Id="rId2" Type="http://schemas.openxmlformats.org/officeDocument/2006/relationships/notesSlide" Target="../notesSlides/notesSlide28.xml" /><Relationship Id="rId1" Type="http://schemas.openxmlformats.org/officeDocument/2006/relationships/slideLayout" Target="../slideLayouts/slideLayout9.xml" /><Relationship Id="rId4" Type="http://schemas.openxmlformats.org/officeDocument/2006/relationships/image" Target="../media/image44.png"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44.xml.rels><?xml version="1.0" encoding="UTF-8" standalone="yes"?>
<Relationships xmlns="http://schemas.openxmlformats.org/package/2006/relationships"><Relationship Id="rId3" Type="http://schemas.openxmlformats.org/officeDocument/2006/relationships/image" Target="../media/image45.png" /><Relationship Id="rId2" Type="http://schemas.openxmlformats.org/officeDocument/2006/relationships/notesSlide" Target="../notesSlides/notesSlide29.xml" /><Relationship Id="rId1" Type="http://schemas.openxmlformats.org/officeDocument/2006/relationships/slideLayout" Target="../slideLayouts/slideLayout9.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46.xml.rels><?xml version="1.0" encoding="UTF-8" standalone="yes"?>
<Relationships xmlns="http://schemas.openxmlformats.org/package/2006/relationships"><Relationship Id="rId3" Type="http://schemas.openxmlformats.org/officeDocument/2006/relationships/image" Target="../media/image46.png" /><Relationship Id="rId2" Type="http://schemas.openxmlformats.org/officeDocument/2006/relationships/notesSlide" Target="../notesSlides/notesSlide30.xml" /><Relationship Id="rId1" Type="http://schemas.openxmlformats.org/officeDocument/2006/relationships/slideLayout" Target="../slideLayouts/slideLayout9.xml" /><Relationship Id="rId4" Type="http://schemas.openxmlformats.org/officeDocument/2006/relationships/image" Target="../media/image47.png" /></Relationships>
</file>

<file path=ppt/slides/_rels/slide47.xml.rels><?xml version="1.0" encoding="UTF-8" standalone="yes"?>
<Relationships xmlns="http://schemas.openxmlformats.org/package/2006/relationships"><Relationship Id="rId3" Type="http://schemas.openxmlformats.org/officeDocument/2006/relationships/image" Target="../media/image48.png" /><Relationship Id="rId2" Type="http://schemas.openxmlformats.org/officeDocument/2006/relationships/notesSlide" Target="../notesSlides/notesSlide31.xml" /><Relationship Id="rId1" Type="http://schemas.openxmlformats.org/officeDocument/2006/relationships/slideLayout" Target="../slideLayouts/slideLayout9.xml" /><Relationship Id="rId5" Type="http://schemas.openxmlformats.org/officeDocument/2006/relationships/image" Target="../media/image50.png" /><Relationship Id="rId4" Type="http://schemas.openxmlformats.org/officeDocument/2006/relationships/image" Target="../media/image49.png" /></Relationships>
</file>

<file path=ppt/slides/_rels/slide48.xml.rels><?xml version="1.0" encoding="UTF-8" standalone="yes"?>
<Relationships xmlns="http://schemas.openxmlformats.org/package/2006/relationships"><Relationship Id="rId3" Type="http://schemas.openxmlformats.org/officeDocument/2006/relationships/image" Target="../media/image51.png" /><Relationship Id="rId2" Type="http://schemas.openxmlformats.org/officeDocument/2006/relationships/notesSlide" Target="../notesSlides/notesSlide32.xml" /><Relationship Id="rId1" Type="http://schemas.openxmlformats.org/officeDocument/2006/relationships/slideLayout" Target="../slideLayouts/slideLayout9.xml" /></Relationships>
</file>

<file path=ppt/slides/_rels/slide49.xml.rels><?xml version="1.0" encoding="UTF-8" standalone="yes"?>
<Relationships xmlns="http://schemas.openxmlformats.org/package/2006/relationships"><Relationship Id="rId3" Type="http://schemas.openxmlformats.org/officeDocument/2006/relationships/image" Target="../media/image52.png" /><Relationship Id="rId2" Type="http://schemas.openxmlformats.org/officeDocument/2006/relationships/notesSlide" Target="../notesSlides/notesSlide33.xml" /><Relationship Id="rId1" Type="http://schemas.openxmlformats.org/officeDocument/2006/relationships/slideLayout" Target="../slideLayouts/slideLayout9.xml" /><Relationship Id="rId4" Type="http://schemas.openxmlformats.org/officeDocument/2006/relationships/image" Target="../media/image53.png"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51.xml.rels><?xml version="1.0" encoding="UTF-8" standalone="yes"?>
<Relationships xmlns="http://schemas.openxmlformats.org/package/2006/relationships"><Relationship Id="rId3" Type="http://schemas.openxmlformats.org/officeDocument/2006/relationships/image" Target="../media/image54.png" /><Relationship Id="rId2" Type="http://schemas.openxmlformats.org/officeDocument/2006/relationships/notesSlide" Target="../notesSlides/notesSlide34.xml" /><Relationship Id="rId1" Type="http://schemas.openxmlformats.org/officeDocument/2006/relationships/slideLayout" Target="../slideLayouts/slideLayout9.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53.xml.rels><?xml version="1.0" encoding="UTF-8" standalone="yes"?>
<Relationships xmlns="http://schemas.openxmlformats.org/package/2006/relationships"><Relationship Id="rId3" Type="http://schemas.openxmlformats.org/officeDocument/2006/relationships/image" Target="../media/image55.png" /><Relationship Id="rId2" Type="http://schemas.openxmlformats.org/officeDocument/2006/relationships/notesSlide" Target="../notesSlides/notesSlide35.xml" /><Relationship Id="rId1" Type="http://schemas.openxmlformats.org/officeDocument/2006/relationships/slideLayout" Target="../slideLayouts/slideLayout9.xml" /><Relationship Id="rId5" Type="http://schemas.openxmlformats.org/officeDocument/2006/relationships/image" Target="../media/image57.png" /><Relationship Id="rId4" Type="http://schemas.openxmlformats.org/officeDocument/2006/relationships/image" Target="../media/image56.png" /></Relationships>
</file>

<file path=ppt/slides/_rels/slide54.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36.xml" /><Relationship Id="rId1" Type="http://schemas.openxmlformats.org/officeDocument/2006/relationships/slideLayout" Target="../slideLayouts/slideLayout6.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 /></Relationships>
</file>

<file path=ppt/slides/_rels/slide56.xml.rels><?xml version="1.0" encoding="UTF-8" standalone="yes"?>
<Relationships xmlns="http://schemas.openxmlformats.org/package/2006/relationships"><Relationship Id="rId3" Type="http://schemas.openxmlformats.org/officeDocument/2006/relationships/image" Target="../media/image58.png" /><Relationship Id="rId2" Type="http://schemas.openxmlformats.org/officeDocument/2006/relationships/notesSlide" Target="../notesSlides/notesSlide37.xml" /><Relationship Id="rId1" Type="http://schemas.openxmlformats.org/officeDocument/2006/relationships/slideLayout" Target="../slideLayouts/slideLayout7.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2.xml" /></Relationships>
</file>

<file path=ppt/slides/_rels/slide58.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38.xml" /><Relationship Id="rId1" Type="http://schemas.openxmlformats.org/officeDocument/2006/relationships/slideLayout" Target="../slideLayouts/slideLayout6.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 /></Relationships>
</file>

<file path=ppt/slides/_rels/slide60.xml.rels><?xml version="1.0" encoding="UTF-8" standalone="yes"?>
<Relationships xmlns="http://schemas.openxmlformats.org/package/2006/relationships"><Relationship Id="rId3" Type="http://schemas.openxmlformats.org/officeDocument/2006/relationships/image" Target="../media/image59.png" /><Relationship Id="rId2" Type="http://schemas.openxmlformats.org/officeDocument/2006/relationships/notesSlide" Target="../notesSlides/notesSlide39.xml" /><Relationship Id="rId1" Type="http://schemas.openxmlformats.org/officeDocument/2006/relationships/slideLayout" Target="../slideLayouts/slideLayout6.xml" /></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 /><Relationship Id="rId1" Type="http://schemas.openxmlformats.org/officeDocument/2006/relationships/slideLayout" Target="../slideLayouts/slideLayout27.xml" /></Relationships>
</file>

<file path=ppt/slides/_rels/slide62.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41.xml" /><Relationship Id="rId1" Type="http://schemas.openxmlformats.org/officeDocument/2006/relationships/slideLayout" Target="../slideLayouts/slideLayout6.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1" name="Title 3"/>
          <p:cNvSpPr txBox="1">
            <a:spLocks noGrp="1"/>
          </p:cNvSpPr>
          <p:nvPr>
            <p:ph type="ctrTitle"/>
          </p:nvPr>
        </p:nvSpPr>
        <p:spPr>
          <a:xfrm>
            <a:off x="609600" y="1475289"/>
            <a:ext cx="10972800" cy="2387601"/>
          </a:xfrm>
          <a:prstGeom prst="rect">
            <a:avLst/>
          </a:prstGeom>
        </p:spPr>
        <p:txBody>
          <a:bodyPr/>
          <a:lstStyle>
            <a:lvl1pPr>
              <a:defRPr sz="6000" b="0" spc="-200"/>
            </a:lvl1pPr>
          </a:lstStyle>
          <a:p>
            <a:r>
              <a:t>Working with the new AEM Assets View</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a:t>
            </a:fld>
            <a:endParaRPr/>
          </a:p>
        </p:txBody>
      </p:sp>
      <p:sp>
        <p:nvSpPr>
          <p:cNvPr id="1944" name="Introductions!"/>
          <p:cNvSpPr txBox="1">
            <a:spLocks noGrp="1"/>
          </p:cNvSpPr>
          <p:nvPr>
            <p:ph type="title"/>
          </p:nvPr>
        </p:nvSpPr>
        <p:spPr>
          <a:prstGeom prst="rect">
            <a:avLst/>
          </a:prstGeom>
        </p:spPr>
        <p:txBody>
          <a:bodyPr/>
          <a:lstStyle/>
          <a:p>
            <a:r>
              <a:t>Introductions!</a:t>
            </a:r>
          </a:p>
        </p:txBody>
      </p:sp>
      <p:sp>
        <p:nvSpPr>
          <p:cNvPr id="1945" name="- Name…"/>
          <p:cNvSpPr txBox="1"/>
          <p:nvPr/>
        </p:nvSpPr>
        <p:spPr>
          <a:xfrm>
            <a:off x="586058" y="1581603"/>
            <a:ext cx="2459178" cy="13487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defRPr sz="2700"/>
            </a:pPr>
            <a:r>
              <a:t>- Name</a:t>
            </a:r>
          </a:p>
          <a:p>
            <a:pPr>
              <a:defRPr sz="2700"/>
            </a:pPr>
            <a:r>
              <a:t>- Role</a:t>
            </a:r>
          </a:p>
          <a:p>
            <a:pPr>
              <a:defRPr sz="2700"/>
            </a:pPr>
            <a:r>
              <a:t>- Where are you?</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6B7EE928-6240-E7EA-8CCE-1D3AC59942AD}"/>
                  </a:ext>
                </a:extLst>
              </p14:cNvPr>
              <p14:cNvContentPartPr/>
              <p14:nvPr/>
            </p14:nvContentPartPr>
            <p14:xfrm>
              <a:off x="4923935" y="2512995"/>
              <a:ext cx="1495800" cy="1344240"/>
            </p14:xfrm>
          </p:contentPart>
        </mc:Choice>
        <mc:Fallback>
          <p:pic>
            <p:nvPicPr>
              <p:cNvPr id="2" name="Ink 1">
                <a:extLst>
                  <a:ext uri="{FF2B5EF4-FFF2-40B4-BE49-F238E27FC236}">
                    <a16:creationId xmlns:a16="http://schemas.microsoft.com/office/drawing/2014/main" id="{6B7EE928-6240-E7EA-8CCE-1D3AC59942AD}"/>
                  </a:ext>
                </a:extLst>
              </p:cNvPr>
              <p:cNvPicPr/>
              <p:nvPr/>
            </p:nvPicPr>
            <p:blipFill>
              <a:blip r:embed="rId3"/>
              <a:stretch>
                <a:fillRect/>
              </a:stretch>
            </p:blipFill>
            <p:spPr>
              <a:xfrm>
                <a:off x="4915295" y="2504355"/>
                <a:ext cx="1513440" cy="1361880"/>
              </a:xfrm>
              <a:prstGeom prst="rect">
                <a:avLst/>
              </a:prstGeom>
            </p:spPr>
          </p:pic>
        </mc:Fallback>
      </mc:AlternateContent>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 name="Title 1"/>
          <p:cNvSpPr txBox="1">
            <a:spLocks noGrp="1"/>
          </p:cNvSpPr>
          <p:nvPr>
            <p:ph type="title"/>
          </p:nvPr>
        </p:nvSpPr>
        <p:spPr>
          <a:xfrm>
            <a:off x="609600" y="264084"/>
            <a:ext cx="10972800" cy="946391"/>
          </a:xfrm>
          <a:prstGeom prst="rect">
            <a:avLst/>
          </a:prstGeom>
        </p:spPr>
        <p:txBody>
          <a:bodyPr/>
          <a:lstStyle/>
          <a:p>
            <a:r>
              <a:t>Legal and Confidentiality Information</a:t>
            </a:r>
          </a:p>
        </p:txBody>
      </p:sp>
      <p:sp>
        <p:nvSpPr>
          <p:cNvPr id="1948" name="Content Placeholder 2"/>
          <p:cNvSpPr txBox="1">
            <a:spLocks noGrp="1"/>
          </p:cNvSpPr>
          <p:nvPr>
            <p:ph type="body" idx="1"/>
          </p:nvPr>
        </p:nvSpPr>
        <p:spPr>
          <a:prstGeom prst="rect">
            <a:avLst/>
          </a:prstGeom>
        </p:spPr>
        <p:txBody>
          <a:bodyPr/>
          <a:lstStyle/>
          <a:p>
            <a:pPr>
              <a:defRPr sz="1600"/>
            </a:pPr>
            <a:r>
              <a:t>© 2025 Adobe, Inc. All rights reserved. </a:t>
            </a:r>
          </a:p>
          <a:p>
            <a:pPr>
              <a:defRPr sz="1600"/>
            </a:pPr>
            <a:r>
              <a:t>Every effort was made to ensure that the information in this document was complete and accurate at the time of publication. However, information is subject to change and Adobe cannot assume responsibility for any errors or omissions. Changes or corrections to the information contained in this document may be incorporated in future issues.</a:t>
            </a:r>
          </a:p>
          <a:p>
            <a:pPr>
              <a:defRPr sz="1600"/>
            </a:pPr>
            <a:r>
              <a:t>This copyrighted document along with other materials for this course may not be recorded, reproduced, duplicated, reverse engineered, or adapted.</a:t>
            </a:r>
          </a:p>
          <a:p>
            <a:pPr>
              <a:defRPr sz="1600"/>
            </a:pPr>
            <a:r>
              <a:t>Training is intended only for those individuals who have registered and paid for it; training access URLs, user names and passwords, or access of any kind may not be shared.</a:t>
            </a:r>
          </a:p>
          <a:p>
            <a:pPr>
              <a:defRPr sz="1600"/>
            </a:pPr>
            <a:r>
              <a:t>This document and other materials for this course are Adobe confidential and proprietary information which must be retained in confidence by the recipient.</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 name="Title 2"/>
          <p:cNvSpPr txBox="1">
            <a:spLocks noGrp="1"/>
          </p:cNvSpPr>
          <p:nvPr>
            <p:ph type="title"/>
          </p:nvPr>
        </p:nvSpPr>
        <p:spPr>
          <a:xfrm>
            <a:off x="609600" y="264084"/>
            <a:ext cx="10972800" cy="946391"/>
          </a:xfrm>
          <a:prstGeom prst="rect">
            <a:avLst/>
          </a:prstGeom>
        </p:spPr>
        <p:txBody>
          <a:bodyPr/>
          <a:lstStyle/>
          <a:p>
            <a:r>
              <a:t>This Course –What you’ll Learn</a:t>
            </a:r>
          </a:p>
        </p:txBody>
      </p:sp>
      <p:sp>
        <p:nvSpPr>
          <p:cNvPr id="1953" name="Content Placeholder 3"/>
          <p:cNvSpPr txBox="1">
            <a:spLocks noGrp="1"/>
          </p:cNvSpPr>
          <p:nvPr>
            <p:ph type="body" idx="1"/>
          </p:nvPr>
        </p:nvSpPr>
        <p:spPr>
          <a:xfrm>
            <a:off x="609598" y="1326023"/>
            <a:ext cx="8133348" cy="4992625"/>
          </a:xfrm>
          <a:prstGeom prst="rect">
            <a:avLst/>
          </a:prstGeom>
        </p:spPr>
        <p:txBody>
          <a:bodyPr/>
          <a:lstStyle/>
          <a:p>
            <a:pPr marL="411162" indent="-228599">
              <a:buSzPct val="100000"/>
              <a:buFontTx/>
              <a:buChar char="▪"/>
            </a:pPr>
            <a:r>
              <a:t>Understand the different Assets user interfaces</a:t>
            </a:r>
          </a:p>
          <a:p>
            <a:pPr marL="411162" indent="-228599">
              <a:buSzPct val="100000"/>
              <a:buFontTx/>
              <a:buChar char="▪"/>
            </a:pPr>
            <a:r>
              <a:t>Use the Assets View UI</a:t>
            </a:r>
          </a:p>
          <a:p>
            <a:pPr marL="411162" indent="-228599">
              <a:buSzPct val="100000"/>
              <a:buFontTx/>
              <a:buChar char="▪"/>
            </a:pPr>
            <a:r>
              <a:t>Understand metadata use and configuration in Assets View and its role in search</a:t>
            </a:r>
          </a:p>
          <a:p>
            <a:pPr marL="411162" indent="-228599">
              <a:buSzPct val="100000"/>
              <a:buFontTx/>
              <a:buChar char="▪"/>
            </a:pPr>
            <a:r>
              <a:t>Use Assets View productivity tools </a:t>
            </a:r>
          </a:p>
          <a:p>
            <a:pPr marL="411162" indent="-228599">
              <a:buSzPct val="100000"/>
              <a:buFontTx/>
              <a:buChar char="▪"/>
            </a:pPr>
            <a:r>
              <a:t>Create dynamic images with Dynamic Media Templates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195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19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195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195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195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19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3" grpId="0"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7" name="Title 2"/>
          <p:cNvSpPr txBox="1">
            <a:spLocks noGrp="1"/>
          </p:cNvSpPr>
          <p:nvPr>
            <p:ph type="title"/>
          </p:nvPr>
        </p:nvSpPr>
        <p:spPr>
          <a:xfrm>
            <a:off x="609600" y="264084"/>
            <a:ext cx="10972800" cy="946391"/>
          </a:xfrm>
          <a:prstGeom prst="rect">
            <a:avLst/>
          </a:prstGeom>
        </p:spPr>
        <p:txBody>
          <a:bodyPr/>
          <a:lstStyle/>
          <a:p>
            <a:r>
              <a:t>… and how you’ll learn it</a:t>
            </a:r>
          </a:p>
        </p:txBody>
      </p:sp>
      <p:pic>
        <p:nvPicPr>
          <p:cNvPr id="1958" name="Screenshot 2026-01-11 at 15.47.14.png" descr="Screenshot 2026-01-11 at 15.47.14.png"/>
          <p:cNvPicPr>
            <a:picLocks noChangeAspect="1"/>
          </p:cNvPicPr>
          <p:nvPr/>
        </p:nvPicPr>
        <p:blipFill>
          <a:blip r:embed="rId3"/>
          <a:stretch>
            <a:fillRect/>
          </a:stretch>
        </p:blipFill>
        <p:spPr>
          <a:xfrm>
            <a:off x="8818678" y="2068640"/>
            <a:ext cx="2516956" cy="3246117"/>
          </a:xfrm>
          <a:prstGeom prst="rect">
            <a:avLst/>
          </a:prstGeom>
          <a:ln w="12700">
            <a:solidFill>
              <a:srgbClr val="535353"/>
            </a:solidFill>
            <a:miter/>
          </a:ln>
        </p:spPr>
      </p:pic>
      <p:pic>
        <p:nvPicPr>
          <p:cNvPr id="1959" name="Screenshot 2025-12-27 at 18.28.02.png" descr="Screenshot 2025-12-27 at 18.28.02.png"/>
          <p:cNvPicPr>
            <a:picLocks noChangeAspect="1"/>
          </p:cNvPicPr>
          <p:nvPr/>
        </p:nvPicPr>
        <p:blipFill>
          <a:blip r:embed="rId4"/>
          <a:stretch>
            <a:fillRect/>
          </a:stretch>
        </p:blipFill>
        <p:spPr>
          <a:xfrm>
            <a:off x="5082411" y="2072451"/>
            <a:ext cx="3245641" cy="2205054"/>
          </a:xfrm>
          <a:prstGeom prst="rect">
            <a:avLst/>
          </a:prstGeom>
          <a:ln w="12700">
            <a:solidFill>
              <a:srgbClr val="535353"/>
            </a:solidFill>
            <a:miter/>
          </a:ln>
        </p:spPr>
      </p:pic>
      <p:sp>
        <p:nvSpPr>
          <p:cNvPr id="1960" name="Slides                                                    Demo                                       Hands-on"/>
          <p:cNvSpPr txBox="1"/>
          <p:nvPr/>
        </p:nvSpPr>
        <p:spPr>
          <a:xfrm>
            <a:off x="2063792" y="1574834"/>
            <a:ext cx="8503371" cy="4343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200">
                <a:solidFill>
                  <a:schemeClr val="accent6"/>
                </a:solidFill>
              </a:defRPr>
            </a:lvl1pPr>
          </a:lstStyle>
          <a:p>
            <a:r>
              <a:t>Slides                                                    Demo                                       Hands-on</a:t>
            </a:r>
          </a:p>
        </p:txBody>
      </p:sp>
      <p:pic>
        <p:nvPicPr>
          <p:cNvPr id="1961" name="Screenshot 2026-01-11 at 15.53.24.png" descr="Screenshot 2026-01-11 at 15.53.24.png"/>
          <p:cNvPicPr>
            <a:picLocks noChangeAspect="1"/>
          </p:cNvPicPr>
          <p:nvPr/>
        </p:nvPicPr>
        <p:blipFill>
          <a:blip r:embed="rId5"/>
          <a:stretch>
            <a:fillRect/>
          </a:stretch>
        </p:blipFill>
        <p:spPr>
          <a:xfrm>
            <a:off x="630922" y="2066101"/>
            <a:ext cx="3942234" cy="2217754"/>
          </a:xfrm>
          <a:prstGeom prst="rect">
            <a:avLst/>
          </a:prstGeom>
          <a:ln w="12700">
            <a:miter lim="400000"/>
          </a:ln>
        </p:spPr>
      </p:pic>
      <p:pic>
        <p:nvPicPr>
          <p:cNvPr id="1962" name="Picture 10" descr="Picture 10"/>
          <p:cNvPicPr>
            <a:picLocks noChangeAspect="1"/>
          </p:cNvPicPr>
          <p:nvPr/>
        </p:nvPicPr>
        <p:blipFill>
          <a:blip r:embed="rId6"/>
          <a:stretch>
            <a:fillRect/>
          </a:stretch>
        </p:blipFill>
        <p:spPr>
          <a:xfrm>
            <a:off x="3389900" y="4893928"/>
            <a:ext cx="4844543" cy="1180081"/>
          </a:xfrm>
          <a:prstGeom prst="rect">
            <a:avLst/>
          </a:prstGeom>
          <a:ln w="12700">
            <a:miter lim="400000"/>
          </a:ln>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 name="Title 1"/>
          <p:cNvSpPr txBox="1">
            <a:spLocks noGrp="1"/>
          </p:cNvSpPr>
          <p:nvPr>
            <p:ph type="title"/>
          </p:nvPr>
        </p:nvSpPr>
        <p:spPr>
          <a:xfrm>
            <a:off x="612648" y="265175"/>
            <a:ext cx="10972801" cy="950976"/>
          </a:xfrm>
          <a:prstGeom prst="rect">
            <a:avLst/>
          </a:prstGeom>
        </p:spPr>
        <p:txBody>
          <a:bodyPr/>
          <a:lstStyle/>
          <a:p>
            <a:r>
              <a:t>Course Agenda</a:t>
            </a:r>
          </a:p>
        </p:txBody>
      </p:sp>
      <p:graphicFrame>
        <p:nvGraphicFramePr>
          <p:cNvPr id="1967" name="Table 6"/>
          <p:cNvGraphicFramePr/>
          <p:nvPr/>
        </p:nvGraphicFramePr>
        <p:xfrm>
          <a:off x="609600" y="1576387"/>
          <a:ext cx="8992928" cy="4315097"/>
        </p:xfrm>
        <a:graphic>
          <a:graphicData uri="http://schemas.openxmlformats.org/drawingml/2006/table">
            <a:tbl>
              <a:tblPr>
                <a:tableStyleId>{4C3C2611-4C71-4FC5-86AE-919BDF0F9419}</a:tableStyleId>
              </a:tblPr>
              <a:tblGrid>
                <a:gridCol w="876300">
                  <a:extLst>
                    <a:ext uri="{9D8B030D-6E8A-4147-A177-3AD203B41FA5}">
                      <a16:colId xmlns:a16="http://schemas.microsoft.com/office/drawing/2014/main" val="20000"/>
                    </a:ext>
                  </a:extLst>
                </a:gridCol>
                <a:gridCol w="7108658">
                  <a:extLst>
                    <a:ext uri="{9D8B030D-6E8A-4147-A177-3AD203B41FA5}">
                      <a16:colId xmlns:a16="http://schemas.microsoft.com/office/drawing/2014/main" val="20001"/>
                    </a:ext>
                  </a:extLst>
                </a:gridCol>
                <a:gridCol w="1007969">
                  <a:extLst>
                    <a:ext uri="{9D8B030D-6E8A-4147-A177-3AD203B41FA5}">
                      <a16:colId xmlns:a16="http://schemas.microsoft.com/office/drawing/2014/main" val="20002"/>
                    </a:ext>
                  </a:extLst>
                </a:gridCol>
              </a:tblGrid>
              <a:tr h="539387">
                <a:tc>
                  <a:txBody>
                    <a:bodyPr/>
                    <a:lstStyle/>
                    <a:p>
                      <a:pPr algn="l">
                        <a:defRPr sz="1800"/>
                      </a:pPr>
                      <a:r>
                        <a:rPr sz="1600" b="1"/>
                        <a:t>Module</a:t>
                      </a:r>
                    </a:p>
                  </a:txBody>
                  <a:tcPr marL="45708" marR="45708" marT="45708" marB="45708" anchor="ctr" horzOverflow="overflow">
                    <a:lnL w="12700">
                      <a:miter lim="400000"/>
                    </a:lnL>
                    <a:lnR w="12700">
                      <a:miter lim="400000"/>
                    </a:lnR>
                    <a:lnT w="12700">
                      <a:miter lim="400000"/>
                    </a:lnT>
                    <a:lnB w="6350">
                      <a:solidFill>
                        <a:srgbClr val="A6A6A6"/>
                      </a:solidFill>
                    </a:lnB>
                  </a:tcPr>
                </a:tc>
                <a:tc>
                  <a:txBody>
                    <a:bodyPr/>
                    <a:lstStyle/>
                    <a:p>
                      <a:pPr algn="l">
                        <a:defRPr sz="1800"/>
                      </a:pPr>
                      <a:r>
                        <a:rPr sz="1600" b="1"/>
                        <a:t>Name</a:t>
                      </a:r>
                    </a:p>
                  </a:txBody>
                  <a:tcPr marL="45708" marR="45708" marT="45708" marB="45708" anchor="ctr" horzOverflow="overflow">
                    <a:lnL w="12700">
                      <a:miter lim="400000"/>
                    </a:lnL>
                    <a:lnR w="12700">
                      <a:miter lim="400000"/>
                    </a:lnR>
                    <a:lnT w="12700">
                      <a:miter lim="400000"/>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12700">
                      <a:miter lim="400000"/>
                    </a:lnT>
                    <a:lnB w="6350">
                      <a:solidFill>
                        <a:srgbClr val="A6A6A6"/>
                      </a:solidFill>
                    </a:lnB>
                  </a:tcPr>
                </a:tc>
                <a:extLst>
                  <a:ext uri="{0D108BD9-81ED-4DB2-BD59-A6C34878D82A}">
                    <a16:rowId xmlns:a16="http://schemas.microsoft.com/office/drawing/2014/main" val="10000"/>
                  </a:ext>
                </a:extLst>
              </a:tr>
              <a:tr h="539387">
                <a:tc>
                  <a:txBody>
                    <a:bodyPr/>
                    <a:lstStyle/>
                    <a:p>
                      <a:pPr algn="ctr">
                        <a:defRPr sz="1800"/>
                      </a:pPr>
                      <a:r>
                        <a:t>Intro</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A flight over the assets landscape</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1"/>
                  </a:ext>
                </a:extLst>
              </a:tr>
              <a:tr h="539387">
                <a:tc>
                  <a:txBody>
                    <a:bodyPr/>
                    <a:lstStyle/>
                    <a:p>
                      <a:pPr algn="ctr">
                        <a:defRPr sz="1800"/>
                      </a:pPr>
                      <a:r>
                        <a:t>1</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UI Foundations</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2"/>
                  </a:ext>
                </a:extLst>
              </a:tr>
              <a:tr h="539387">
                <a:tc>
                  <a:txBody>
                    <a:bodyPr/>
                    <a:lstStyle/>
                    <a:p>
                      <a:pPr algn="ctr">
                        <a:defRPr sz="1800"/>
                      </a:pPr>
                      <a:r>
                        <a:t>2</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Metadata and Search</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3"/>
                  </a:ext>
                </a:extLst>
              </a:tr>
              <a:tr h="539387">
                <a:tc>
                  <a:txBody>
                    <a:bodyPr/>
                    <a:lstStyle/>
                    <a:p>
                      <a:pPr algn="ctr">
                        <a:defRPr sz="1800"/>
                      </a:pPr>
                      <a:r>
                        <a:t>3</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Productivity Features</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4"/>
                  </a:ext>
                </a:extLst>
              </a:tr>
              <a:tr h="539387">
                <a:tc>
                  <a:txBody>
                    <a:bodyPr/>
                    <a:lstStyle/>
                    <a:p>
                      <a:pPr algn="ctr">
                        <a:defRPr sz="1800"/>
                      </a:pPr>
                      <a:r>
                        <a:t>4</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Dynamic Media Templates</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5"/>
                  </a:ext>
                </a:extLst>
              </a:tr>
              <a:tr h="539387">
                <a:tc>
                  <a:txBody>
                    <a:bodyPr/>
                    <a:lstStyle/>
                    <a:p>
                      <a:pPr algn="ctr">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r>
                        <a:t>Takeaways and Questions</a:t>
                      </a: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tc>
                  <a:txBody>
                    <a:bodyPr/>
                    <a:lstStyle/>
                    <a:p>
                      <a:pPr algn="l">
                        <a:defRPr sz="1800"/>
                      </a:pPr>
                      <a:endParaRPr/>
                    </a:p>
                  </a:txBody>
                  <a:tcPr marL="45708" marR="45708" marT="45708" marB="45708" anchor="ctr" horzOverflow="overflow">
                    <a:lnL w="12700">
                      <a:miter lim="400000"/>
                    </a:lnL>
                    <a:lnR w="12700">
                      <a:miter lim="400000"/>
                    </a:lnR>
                    <a:lnT w="6350">
                      <a:solidFill>
                        <a:srgbClr val="A6A6A6"/>
                      </a:solidFill>
                    </a:lnT>
                    <a:lnB w="6350">
                      <a:solidFill>
                        <a:srgbClr val="A6A6A6"/>
                      </a:solidFill>
                    </a:lnB>
                  </a:tcPr>
                </a:tc>
                <a:extLst>
                  <a:ext uri="{0D108BD9-81ED-4DB2-BD59-A6C34878D82A}">
                    <a16:rowId xmlns:a16="http://schemas.microsoft.com/office/drawing/2014/main" val="10006"/>
                  </a:ext>
                </a:extLst>
              </a:tr>
            </a:tbl>
          </a:graphicData>
        </a:graphic>
      </p:graphicFrame>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 name="Title 1"/>
          <p:cNvSpPr txBox="1">
            <a:spLocks noGrp="1"/>
          </p:cNvSpPr>
          <p:nvPr>
            <p:ph type="title"/>
          </p:nvPr>
        </p:nvSpPr>
        <p:spPr>
          <a:prstGeom prst="rect">
            <a:avLst/>
          </a:prstGeom>
        </p:spPr>
        <p:txBody>
          <a:bodyPr/>
          <a:lstStyle/>
          <a:p>
            <a:r>
              <a:t>A flight over the Assets landscape</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3" name="The Assets View / Assets Essentials UI"/>
          <p:cNvSpPr txBox="1">
            <a:spLocks noGrp="1"/>
          </p:cNvSpPr>
          <p:nvPr>
            <p:ph type="title"/>
          </p:nvPr>
        </p:nvSpPr>
        <p:spPr>
          <a:prstGeom prst="rect">
            <a:avLst/>
          </a:prstGeom>
        </p:spPr>
        <p:txBody>
          <a:bodyPr/>
          <a:lstStyle/>
          <a:p>
            <a:r>
              <a:t>The Assets View / Assets Essentials UI</a:t>
            </a:r>
          </a:p>
        </p:txBody>
      </p:sp>
      <p:pic>
        <p:nvPicPr>
          <p:cNvPr id="1974" name="Screenshot 2025-12-27 at 18.28.02.png" descr="Screenshot 2025-12-27 at 18.28.02.png"/>
          <p:cNvPicPr>
            <a:picLocks noChangeAspect="1"/>
          </p:cNvPicPr>
          <p:nvPr/>
        </p:nvPicPr>
        <p:blipFill>
          <a:blip r:embed="rId3"/>
          <a:stretch>
            <a:fillRect/>
          </a:stretch>
        </p:blipFill>
        <p:spPr>
          <a:xfrm>
            <a:off x="1024988" y="2120318"/>
            <a:ext cx="4521435" cy="3071815"/>
          </a:xfrm>
          <a:prstGeom prst="rect">
            <a:avLst/>
          </a:prstGeom>
          <a:ln w="12700">
            <a:solidFill>
              <a:srgbClr val="535353"/>
            </a:solidFill>
            <a:miter/>
          </a:ln>
          <a:effectLst>
            <a:outerShdw blurRad="1054100" rotWithShape="0">
              <a:srgbClr val="000000">
                <a:alpha val="74147"/>
              </a:srgbClr>
            </a:outerShdw>
          </a:effectLst>
        </p:spPr>
      </p:pic>
      <p:pic>
        <p:nvPicPr>
          <p:cNvPr id="1975" name="Screenshot 2025-12-27 at 18.28.02.png" descr="Screenshot 2025-12-27 at 18.28.02.png"/>
          <p:cNvPicPr>
            <a:picLocks noChangeAspect="1"/>
          </p:cNvPicPr>
          <p:nvPr/>
        </p:nvPicPr>
        <p:blipFill>
          <a:blip r:embed="rId3"/>
          <a:stretch>
            <a:fillRect/>
          </a:stretch>
        </p:blipFill>
        <p:spPr>
          <a:xfrm>
            <a:off x="6449745" y="2120318"/>
            <a:ext cx="4521435" cy="3071815"/>
          </a:xfrm>
          <a:prstGeom prst="rect">
            <a:avLst/>
          </a:prstGeom>
          <a:ln w="12700">
            <a:solidFill>
              <a:srgbClr val="535353"/>
            </a:solidFill>
            <a:miter/>
          </a:ln>
          <a:effectLst>
            <a:outerShdw blurRad="1054100" rotWithShape="0">
              <a:srgbClr val="000000">
                <a:alpha val="74147"/>
              </a:srgbClr>
            </a:outerShdw>
          </a:effectLst>
        </p:spPr>
      </p:pic>
      <p:sp>
        <p:nvSpPr>
          <p:cNvPr id="1976" name="Experience Manager Assets - Assets View"/>
          <p:cNvSpPr txBox="1"/>
          <p:nvPr/>
        </p:nvSpPr>
        <p:spPr>
          <a:xfrm>
            <a:off x="1387442" y="1643002"/>
            <a:ext cx="3945764"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Experience Manager </a:t>
            </a:r>
            <a:r>
              <a:rPr b="1"/>
              <a:t>Assets</a:t>
            </a:r>
            <a:r>
              <a:t> - Assets View</a:t>
            </a:r>
          </a:p>
        </p:txBody>
      </p:sp>
      <p:sp>
        <p:nvSpPr>
          <p:cNvPr id="1977" name="Experience Manager Assets Essentials"/>
          <p:cNvSpPr txBox="1"/>
          <p:nvPr/>
        </p:nvSpPr>
        <p:spPr>
          <a:xfrm>
            <a:off x="6912917" y="1643002"/>
            <a:ext cx="3668701"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Experience Manager </a:t>
            </a:r>
            <a:r>
              <a:rPr b="1"/>
              <a:t>Assets Essentials</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1" name="Title 2"/>
          <p:cNvSpPr txBox="1">
            <a:spLocks noGrp="1"/>
          </p:cNvSpPr>
          <p:nvPr>
            <p:ph type="title"/>
          </p:nvPr>
        </p:nvSpPr>
        <p:spPr>
          <a:xfrm>
            <a:off x="609600" y="264084"/>
            <a:ext cx="10972800" cy="946391"/>
          </a:xfrm>
          <a:prstGeom prst="rect">
            <a:avLst/>
          </a:prstGeom>
        </p:spPr>
        <p:txBody>
          <a:bodyPr/>
          <a:lstStyle/>
          <a:p>
            <a:r>
              <a:t>Assets Essentials - a Lightweight DAM for the Adobe Ecosystem</a:t>
            </a:r>
          </a:p>
        </p:txBody>
      </p:sp>
      <p:pic>
        <p:nvPicPr>
          <p:cNvPr id="1982" name="Screenshot 2025-12-27 at 18.28.02.png" descr="Screenshot 2025-12-27 at 18.28.02.png"/>
          <p:cNvPicPr>
            <a:picLocks noChangeAspect="1"/>
          </p:cNvPicPr>
          <p:nvPr/>
        </p:nvPicPr>
        <p:blipFill>
          <a:blip r:embed="rId3"/>
          <a:stretch>
            <a:fillRect/>
          </a:stretch>
        </p:blipFill>
        <p:spPr>
          <a:xfrm>
            <a:off x="3957077" y="1892010"/>
            <a:ext cx="4277846" cy="2906323"/>
          </a:xfrm>
          <a:prstGeom prst="rect">
            <a:avLst/>
          </a:prstGeom>
          <a:ln w="12700">
            <a:solidFill>
              <a:srgbClr val="535353"/>
            </a:solidFill>
            <a:miter/>
          </a:ln>
          <a:effectLst>
            <a:outerShdw blurRad="1054100" rotWithShape="0">
              <a:srgbClr val="000000">
                <a:alpha val="74147"/>
              </a:srgbClr>
            </a:outerShdw>
          </a:effectLst>
        </p:spPr>
      </p:pic>
      <p:pic>
        <p:nvPicPr>
          <p:cNvPr id="1983" name="Screenshot 2025-12-27 at 18.27.21.png" descr="Screenshot 2025-12-27 at 18.27.21.png"/>
          <p:cNvPicPr>
            <a:picLocks noChangeAspect="1"/>
          </p:cNvPicPr>
          <p:nvPr/>
        </p:nvPicPr>
        <p:blipFill>
          <a:blip r:embed="rId4"/>
          <a:stretch>
            <a:fillRect/>
          </a:stretch>
        </p:blipFill>
        <p:spPr>
          <a:xfrm>
            <a:off x="575206" y="2844251"/>
            <a:ext cx="4991179" cy="3381120"/>
          </a:xfrm>
          <a:prstGeom prst="rect">
            <a:avLst/>
          </a:prstGeom>
          <a:ln w="25400">
            <a:solidFill>
              <a:srgbClr val="535353"/>
            </a:solidFill>
            <a:miter/>
          </a:ln>
          <a:effectLst>
            <a:outerShdw blurRad="1054100" rotWithShape="0">
              <a:srgbClr val="000000"/>
            </a:outerShdw>
          </a:effectLst>
        </p:spPr>
      </p:pic>
      <p:pic>
        <p:nvPicPr>
          <p:cNvPr id="1984" name="journeyoprimizer.png" descr="journeyoprimizer.png"/>
          <p:cNvPicPr>
            <a:picLocks noChangeAspect="1"/>
          </p:cNvPicPr>
          <p:nvPr/>
        </p:nvPicPr>
        <p:blipFill>
          <a:blip r:embed="rId5"/>
          <a:stretch>
            <a:fillRect/>
          </a:stretch>
        </p:blipFill>
        <p:spPr>
          <a:xfrm>
            <a:off x="7219713" y="2594993"/>
            <a:ext cx="4504288" cy="3642117"/>
          </a:xfrm>
          <a:prstGeom prst="rect">
            <a:avLst/>
          </a:prstGeom>
          <a:ln w="25400">
            <a:solidFill>
              <a:srgbClr val="535353"/>
            </a:solidFill>
            <a:miter/>
          </a:ln>
          <a:effectLst>
            <a:outerShdw blurRad="1054100" rotWithShape="0">
              <a:srgbClr val="000000"/>
            </a:outerShdw>
          </a:effectLst>
        </p:spPr>
      </p:pic>
      <p:sp>
        <p:nvSpPr>
          <p:cNvPr id="1985" name="Journey Optimiser"/>
          <p:cNvSpPr txBox="1"/>
          <p:nvPr/>
        </p:nvSpPr>
        <p:spPr>
          <a:xfrm>
            <a:off x="8441545" y="2100579"/>
            <a:ext cx="2352346" cy="472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400">
                <a:solidFill>
                  <a:schemeClr val="accent6"/>
                </a:solidFill>
              </a:defRPr>
            </a:lvl1pPr>
          </a:lstStyle>
          <a:p>
            <a:r>
              <a:t>Journey Optimiser</a:t>
            </a:r>
          </a:p>
        </p:txBody>
      </p:sp>
      <p:sp>
        <p:nvSpPr>
          <p:cNvPr id="1986" name="Express"/>
          <p:cNvSpPr txBox="1"/>
          <p:nvPr/>
        </p:nvSpPr>
        <p:spPr>
          <a:xfrm>
            <a:off x="2307291" y="2344648"/>
            <a:ext cx="1049021" cy="472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400">
                <a:solidFill>
                  <a:schemeClr val="accent6"/>
                </a:solidFill>
              </a:defRPr>
            </a:lvl1pPr>
          </a:lstStyle>
          <a:p>
            <a:r>
              <a:t>Express</a:t>
            </a:r>
          </a:p>
        </p:txBody>
      </p:sp>
      <p:sp>
        <p:nvSpPr>
          <p:cNvPr id="1987" name="Assets Essentials"/>
          <p:cNvSpPr txBox="1"/>
          <p:nvPr/>
        </p:nvSpPr>
        <p:spPr>
          <a:xfrm>
            <a:off x="5184647" y="1343597"/>
            <a:ext cx="1822705" cy="40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sz="2000">
                <a:solidFill>
                  <a:schemeClr val="accent6"/>
                </a:solidFill>
              </a:defRPr>
            </a:lvl1pPr>
          </a:lstStyle>
          <a:p>
            <a:r>
              <a:t>Assets Essentials</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1" name="Cloud"/>
          <p:cNvSpPr/>
          <p:nvPr/>
        </p:nvSpPr>
        <p:spPr>
          <a:xfrm>
            <a:off x="2453247" y="4542728"/>
            <a:ext cx="1493092" cy="899822"/>
          </a:xfrm>
          <a:custGeom>
            <a:avLst/>
            <a:gdLst/>
            <a:ahLst/>
            <a:cxnLst>
              <a:cxn ang="0">
                <a:pos x="wd2" y="hd2"/>
              </a:cxn>
              <a:cxn ang="5400000">
                <a:pos x="wd2" y="hd2"/>
              </a:cxn>
              <a:cxn ang="10800000">
                <a:pos x="wd2" y="hd2"/>
              </a:cxn>
              <a:cxn ang="16200000">
                <a:pos x="wd2" y="hd2"/>
              </a:cxn>
            </a:cxnLst>
            <a:rect l="0" t="0" r="r" b="b"/>
            <a:pathLst>
              <a:path w="21600" h="21600" extrusionOk="0">
                <a:moveTo>
                  <a:pt x="10603" y="0"/>
                </a:moveTo>
                <a:cubicBezTo>
                  <a:pt x="7967" y="0"/>
                  <a:pt x="5720" y="2939"/>
                  <a:pt x="4858" y="7062"/>
                </a:cubicBezTo>
                <a:cubicBezTo>
                  <a:pt x="4628" y="6992"/>
                  <a:pt x="4391" y="6953"/>
                  <a:pt x="4150" y="6953"/>
                </a:cubicBezTo>
                <a:cubicBezTo>
                  <a:pt x="1857" y="6953"/>
                  <a:pt x="0" y="10233"/>
                  <a:pt x="0" y="14278"/>
                </a:cubicBezTo>
                <a:cubicBezTo>
                  <a:pt x="0" y="18323"/>
                  <a:pt x="1857" y="21600"/>
                  <a:pt x="4150" y="21600"/>
                </a:cubicBezTo>
                <a:cubicBezTo>
                  <a:pt x="4193" y="21600"/>
                  <a:pt x="4237" y="21597"/>
                  <a:pt x="4280" y="21594"/>
                </a:cubicBezTo>
                <a:lnTo>
                  <a:pt x="10532" y="21597"/>
                </a:lnTo>
                <a:cubicBezTo>
                  <a:pt x="10555" y="21598"/>
                  <a:pt x="10579" y="21600"/>
                  <a:pt x="10603" y="21600"/>
                </a:cubicBezTo>
                <a:cubicBezTo>
                  <a:pt x="10626" y="21600"/>
                  <a:pt x="10648" y="21598"/>
                  <a:pt x="10672" y="21597"/>
                </a:cubicBezTo>
                <a:lnTo>
                  <a:pt x="18141" y="21600"/>
                </a:lnTo>
                <a:cubicBezTo>
                  <a:pt x="20051" y="21600"/>
                  <a:pt x="21600" y="18868"/>
                  <a:pt x="21600" y="15496"/>
                </a:cubicBezTo>
                <a:cubicBezTo>
                  <a:pt x="21600" y="12124"/>
                  <a:pt x="20051" y="9389"/>
                  <a:pt x="18141" y="9389"/>
                </a:cubicBezTo>
                <a:cubicBezTo>
                  <a:pt x="17627" y="9389"/>
                  <a:pt x="17139" y="9589"/>
                  <a:pt x="16701" y="9943"/>
                </a:cubicBezTo>
                <a:cubicBezTo>
                  <a:pt x="16453" y="4379"/>
                  <a:pt x="13819" y="0"/>
                  <a:pt x="10603" y="0"/>
                </a:cubicBezTo>
                <a:close/>
              </a:path>
            </a:pathLst>
          </a:custGeom>
          <a:solidFill>
            <a:srgbClr val="FFFFFF"/>
          </a:solidFill>
          <a:ln w="12700">
            <a:solidFill>
              <a:schemeClr val="accent6"/>
            </a:solidFill>
            <a:miter/>
          </a:ln>
        </p:spPr>
        <p:txBody>
          <a:bodyPr lIns="45719" rIns="45719" anchor="ctr"/>
          <a:lstStyle/>
          <a:p>
            <a:endParaRPr/>
          </a:p>
        </p:txBody>
      </p:sp>
      <p:sp>
        <p:nvSpPr>
          <p:cNvPr id="1992" name="Rectangle"/>
          <p:cNvSpPr/>
          <p:nvPr/>
        </p:nvSpPr>
        <p:spPr>
          <a:xfrm>
            <a:off x="9870861" y="4882552"/>
            <a:ext cx="1446791" cy="927108"/>
          </a:xfrm>
          <a:prstGeom prst="rect">
            <a:avLst/>
          </a:prstGeom>
          <a:solidFill>
            <a:srgbClr val="FFFFFF"/>
          </a:solidFill>
          <a:ln w="12700">
            <a:solidFill>
              <a:srgbClr val="535353"/>
            </a:solidFill>
            <a:miter/>
          </a:ln>
        </p:spPr>
        <p:txBody>
          <a:bodyPr lIns="45719" rIns="45719" anchor="ctr"/>
          <a:lstStyle/>
          <a:p>
            <a:endParaRPr/>
          </a:p>
        </p:txBody>
      </p:sp>
      <p:sp>
        <p:nvSpPr>
          <p:cNvPr id="1993" name="Rectangle"/>
          <p:cNvSpPr/>
          <p:nvPr/>
        </p:nvSpPr>
        <p:spPr>
          <a:xfrm>
            <a:off x="9870861" y="3598667"/>
            <a:ext cx="1446791" cy="927108"/>
          </a:xfrm>
          <a:prstGeom prst="rect">
            <a:avLst/>
          </a:prstGeom>
          <a:solidFill>
            <a:srgbClr val="FFFFFF"/>
          </a:solidFill>
          <a:ln w="12700">
            <a:solidFill>
              <a:srgbClr val="535353"/>
            </a:solidFill>
            <a:miter/>
          </a:ln>
        </p:spPr>
        <p:txBody>
          <a:bodyPr lIns="45719" rIns="45719" anchor="ctr"/>
          <a:lstStyle/>
          <a:p>
            <a:endParaRPr/>
          </a:p>
        </p:txBody>
      </p:sp>
      <p:sp>
        <p:nvSpPr>
          <p:cNvPr id="1994" name="Title 2"/>
          <p:cNvSpPr txBox="1">
            <a:spLocks noGrp="1"/>
          </p:cNvSpPr>
          <p:nvPr>
            <p:ph type="title"/>
          </p:nvPr>
        </p:nvSpPr>
        <p:spPr>
          <a:xfrm>
            <a:off x="609600" y="264084"/>
            <a:ext cx="10972800" cy="946391"/>
          </a:xfrm>
          <a:prstGeom prst="rect">
            <a:avLst/>
          </a:prstGeom>
        </p:spPr>
        <p:txBody>
          <a:bodyPr/>
          <a:lstStyle/>
          <a:p>
            <a:r>
              <a:t>Assets (Assets View and Admin View) - Enterprise DAM </a:t>
            </a:r>
          </a:p>
        </p:txBody>
      </p:sp>
      <p:pic>
        <p:nvPicPr>
          <p:cNvPr id="1995" name="Picture 1" descr="Picture 1"/>
          <p:cNvPicPr>
            <a:picLocks noChangeAspect="1"/>
          </p:cNvPicPr>
          <p:nvPr/>
        </p:nvPicPr>
        <p:blipFill>
          <a:blip r:embed="rId3"/>
          <a:srcRect l="50630"/>
          <a:stretch>
            <a:fillRect/>
          </a:stretch>
        </p:blipFill>
        <p:spPr>
          <a:xfrm>
            <a:off x="4828388" y="2173630"/>
            <a:ext cx="2496580" cy="1790348"/>
          </a:xfrm>
          <a:prstGeom prst="rect">
            <a:avLst/>
          </a:prstGeom>
          <a:ln w="12700">
            <a:solidFill>
              <a:srgbClr val="535353"/>
            </a:solidFill>
          </a:ln>
        </p:spPr>
      </p:pic>
      <p:pic>
        <p:nvPicPr>
          <p:cNvPr id="1996" name="Screenshot 2025-12-28 at 08.58.27.png" descr="Screenshot 2025-12-28 at 08.58.27.png"/>
          <p:cNvPicPr>
            <a:picLocks noChangeAspect="1"/>
          </p:cNvPicPr>
          <p:nvPr/>
        </p:nvPicPr>
        <p:blipFill>
          <a:blip r:embed="rId4"/>
          <a:stretch>
            <a:fillRect/>
          </a:stretch>
        </p:blipFill>
        <p:spPr>
          <a:xfrm>
            <a:off x="9217674" y="1367952"/>
            <a:ext cx="2126265" cy="1536452"/>
          </a:xfrm>
          <a:prstGeom prst="rect">
            <a:avLst/>
          </a:prstGeom>
          <a:ln w="12700">
            <a:solidFill>
              <a:srgbClr val="535353"/>
            </a:solidFill>
          </a:ln>
        </p:spPr>
      </p:pic>
      <p:sp>
        <p:nvSpPr>
          <p:cNvPr id="1997" name="Gear"/>
          <p:cNvSpPr/>
          <p:nvPr/>
        </p:nvSpPr>
        <p:spPr>
          <a:xfrm>
            <a:off x="7104801" y="1868582"/>
            <a:ext cx="590805" cy="590920"/>
          </a:xfrm>
          <a:custGeom>
            <a:avLst/>
            <a:gdLst/>
            <a:ahLst/>
            <a:cxnLst>
              <a:cxn ang="0">
                <a:pos x="wd2" y="hd2"/>
              </a:cxn>
              <a:cxn ang="5400000">
                <a:pos x="wd2" y="hd2"/>
              </a:cxn>
              <a:cxn ang="10800000">
                <a:pos x="wd2" y="hd2"/>
              </a:cxn>
              <a:cxn ang="16200000">
                <a:pos x="wd2" y="hd2"/>
              </a:cxn>
            </a:cxnLst>
            <a:rect l="0" t="0" r="r" b="b"/>
            <a:pathLst>
              <a:path w="21532" h="21555" extrusionOk="0">
                <a:moveTo>
                  <a:pt x="12837" y="2"/>
                </a:moveTo>
                <a:cubicBezTo>
                  <a:pt x="12731" y="-11"/>
                  <a:pt x="12661" y="38"/>
                  <a:pt x="12588" y="172"/>
                </a:cubicBezTo>
                <a:cubicBezTo>
                  <a:pt x="12292" y="721"/>
                  <a:pt x="11969" y="1258"/>
                  <a:pt x="11661" y="1801"/>
                </a:cubicBezTo>
                <a:cubicBezTo>
                  <a:pt x="11547" y="2001"/>
                  <a:pt x="11418" y="2099"/>
                  <a:pt x="11153" y="2073"/>
                </a:cubicBezTo>
                <a:cubicBezTo>
                  <a:pt x="10691" y="2028"/>
                  <a:pt x="10220" y="2032"/>
                  <a:pt x="9759" y="2112"/>
                </a:cubicBezTo>
                <a:cubicBezTo>
                  <a:pt x="9550" y="2148"/>
                  <a:pt x="9432" y="2095"/>
                  <a:pt x="9318" y="1917"/>
                </a:cubicBezTo>
                <a:cubicBezTo>
                  <a:pt x="8969" y="1370"/>
                  <a:pt x="8594" y="841"/>
                  <a:pt x="8243" y="295"/>
                </a:cubicBezTo>
                <a:cubicBezTo>
                  <a:pt x="8145" y="142"/>
                  <a:pt x="8068" y="122"/>
                  <a:pt x="7905" y="198"/>
                </a:cubicBezTo>
                <a:cubicBezTo>
                  <a:pt x="6845" y="688"/>
                  <a:pt x="5781" y="1174"/>
                  <a:pt x="4712" y="1644"/>
                </a:cubicBezTo>
                <a:cubicBezTo>
                  <a:pt x="4517" y="1730"/>
                  <a:pt x="4517" y="1820"/>
                  <a:pt x="4567" y="1996"/>
                </a:cubicBezTo>
                <a:cubicBezTo>
                  <a:pt x="4742" y="2608"/>
                  <a:pt x="4890" y="3227"/>
                  <a:pt x="5065" y="3839"/>
                </a:cubicBezTo>
                <a:cubicBezTo>
                  <a:pt x="5122" y="4038"/>
                  <a:pt x="5098" y="4170"/>
                  <a:pt x="4932" y="4306"/>
                </a:cubicBezTo>
                <a:cubicBezTo>
                  <a:pt x="4561" y="4610"/>
                  <a:pt x="4227" y="4959"/>
                  <a:pt x="3950" y="5348"/>
                </a:cubicBezTo>
                <a:cubicBezTo>
                  <a:pt x="3802" y="5555"/>
                  <a:pt x="3648" y="5573"/>
                  <a:pt x="3439" y="5530"/>
                </a:cubicBezTo>
                <a:cubicBezTo>
                  <a:pt x="2827" y="5405"/>
                  <a:pt x="2213" y="5295"/>
                  <a:pt x="1605" y="5156"/>
                </a:cubicBezTo>
                <a:cubicBezTo>
                  <a:pt x="1409" y="5111"/>
                  <a:pt x="1325" y="5153"/>
                  <a:pt x="1257" y="5338"/>
                </a:cubicBezTo>
                <a:cubicBezTo>
                  <a:pt x="856" y="6423"/>
                  <a:pt x="449" y="7506"/>
                  <a:pt x="35" y="8586"/>
                </a:cubicBezTo>
                <a:cubicBezTo>
                  <a:pt x="-34" y="8767"/>
                  <a:pt x="-6" y="8857"/>
                  <a:pt x="173" y="8954"/>
                </a:cubicBezTo>
                <a:cubicBezTo>
                  <a:pt x="722" y="9251"/>
                  <a:pt x="1256" y="9574"/>
                  <a:pt x="1798" y="9882"/>
                </a:cubicBezTo>
                <a:cubicBezTo>
                  <a:pt x="2001" y="9997"/>
                  <a:pt x="2093" y="10127"/>
                  <a:pt x="2064" y="10392"/>
                </a:cubicBezTo>
                <a:cubicBezTo>
                  <a:pt x="2014" y="10855"/>
                  <a:pt x="2039" y="11326"/>
                  <a:pt x="2116" y="11788"/>
                </a:cubicBezTo>
                <a:cubicBezTo>
                  <a:pt x="2151" y="11998"/>
                  <a:pt x="2089" y="12115"/>
                  <a:pt x="1913" y="12228"/>
                </a:cubicBezTo>
                <a:cubicBezTo>
                  <a:pt x="1367" y="12578"/>
                  <a:pt x="837" y="12953"/>
                  <a:pt x="291" y="13303"/>
                </a:cubicBezTo>
                <a:cubicBezTo>
                  <a:pt x="136" y="13403"/>
                  <a:pt x="124" y="13482"/>
                  <a:pt x="199" y="13643"/>
                </a:cubicBezTo>
                <a:cubicBezTo>
                  <a:pt x="688" y="14705"/>
                  <a:pt x="1172" y="15768"/>
                  <a:pt x="1642" y="16837"/>
                </a:cubicBezTo>
                <a:cubicBezTo>
                  <a:pt x="1728" y="17034"/>
                  <a:pt x="1818" y="17032"/>
                  <a:pt x="1994" y="16982"/>
                </a:cubicBezTo>
                <a:cubicBezTo>
                  <a:pt x="2605" y="16807"/>
                  <a:pt x="3223" y="16651"/>
                  <a:pt x="3839" y="16489"/>
                </a:cubicBezTo>
                <a:cubicBezTo>
                  <a:pt x="3930" y="16465"/>
                  <a:pt x="4023" y="16451"/>
                  <a:pt x="4118" y="16432"/>
                </a:cubicBezTo>
                <a:cubicBezTo>
                  <a:pt x="4164" y="16485"/>
                  <a:pt x="4202" y="16532"/>
                  <a:pt x="4241" y="16576"/>
                </a:cubicBezTo>
                <a:cubicBezTo>
                  <a:pt x="4568" y="16944"/>
                  <a:pt x="4922" y="17287"/>
                  <a:pt x="5319" y="17573"/>
                </a:cubicBezTo>
                <a:cubicBezTo>
                  <a:pt x="5534" y="17728"/>
                  <a:pt x="5572" y="17885"/>
                  <a:pt x="5524" y="18114"/>
                </a:cubicBezTo>
                <a:cubicBezTo>
                  <a:pt x="5398" y="18725"/>
                  <a:pt x="5287" y="19339"/>
                  <a:pt x="5149" y="19947"/>
                </a:cubicBezTo>
                <a:cubicBezTo>
                  <a:pt x="5105" y="20142"/>
                  <a:pt x="5145" y="20229"/>
                  <a:pt x="5331" y="20297"/>
                </a:cubicBezTo>
                <a:cubicBezTo>
                  <a:pt x="6415" y="20698"/>
                  <a:pt x="7497" y="21106"/>
                  <a:pt x="8576" y="21520"/>
                </a:cubicBezTo>
                <a:cubicBezTo>
                  <a:pt x="8757" y="21589"/>
                  <a:pt x="8847" y="21563"/>
                  <a:pt x="8944" y="21383"/>
                </a:cubicBezTo>
                <a:cubicBezTo>
                  <a:pt x="9241" y="20834"/>
                  <a:pt x="9562" y="20299"/>
                  <a:pt x="9871" y="19757"/>
                </a:cubicBezTo>
                <a:cubicBezTo>
                  <a:pt x="9985" y="19558"/>
                  <a:pt x="10110" y="19452"/>
                  <a:pt x="10378" y="19481"/>
                </a:cubicBezTo>
                <a:cubicBezTo>
                  <a:pt x="10828" y="19528"/>
                  <a:pt x="11291" y="19534"/>
                  <a:pt x="11737" y="19445"/>
                </a:cubicBezTo>
                <a:cubicBezTo>
                  <a:pt x="12009" y="19391"/>
                  <a:pt x="12126" y="19505"/>
                  <a:pt x="12252" y="19698"/>
                </a:cubicBezTo>
                <a:cubicBezTo>
                  <a:pt x="12593" y="20221"/>
                  <a:pt x="12952" y="20733"/>
                  <a:pt x="13290" y="21259"/>
                </a:cubicBezTo>
                <a:cubicBezTo>
                  <a:pt x="13387" y="21411"/>
                  <a:pt x="13463" y="21432"/>
                  <a:pt x="13628" y="21356"/>
                </a:cubicBezTo>
                <a:cubicBezTo>
                  <a:pt x="14687" y="20866"/>
                  <a:pt x="15750" y="20382"/>
                  <a:pt x="16819" y="19912"/>
                </a:cubicBezTo>
                <a:cubicBezTo>
                  <a:pt x="17012" y="19827"/>
                  <a:pt x="17018" y="19738"/>
                  <a:pt x="16967" y="19560"/>
                </a:cubicBezTo>
                <a:cubicBezTo>
                  <a:pt x="16791" y="18948"/>
                  <a:pt x="16644" y="18329"/>
                  <a:pt x="16469" y="17716"/>
                </a:cubicBezTo>
                <a:cubicBezTo>
                  <a:pt x="16412" y="17519"/>
                  <a:pt x="16433" y="17386"/>
                  <a:pt x="16600" y="17250"/>
                </a:cubicBezTo>
                <a:cubicBezTo>
                  <a:pt x="16971" y="16946"/>
                  <a:pt x="17305" y="16598"/>
                  <a:pt x="17584" y="16209"/>
                </a:cubicBezTo>
                <a:cubicBezTo>
                  <a:pt x="17730" y="16006"/>
                  <a:pt x="17880" y="15980"/>
                  <a:pt x="18092" y="16024"/>
                </a:cubicBezTo>
                <a:cubicBezTo>
                  <a:pt x="18703" y="16151"/>
                  <a:pt x="19318" y="16260"/>
                  <a:pt x="19926" y="16398"/>
                </a:cubicBezTo>
                <a:cubicBezTo>
                  <a:pt x="20121" y="16442"/>
                  <a:pt x="20207" y="16404"/>
                  <a:pt x="20276" y="16218"/>
                </a:cubicBezTo>
                <a:cubicBezTo>
                  <a:pt x="20676" y="15133"/>
                  <a:pt x="21084" y="14050"/>
                  <a:pt x="21497" y="12970"/>
                </a:cubicBezTo>
                <a:cubicBezTo>
                  <a:pt x="21566" y="12790"/>
                  <a:pt x="21541" y="12697"/>
                  <a:pt x="21361" y="12600"/>
                </a:cubicBezTo>
                <a:cubicBezTo>
                  <a:pt x="20812" y="12303"/>
                  <a:pt x="20278" y="11982"/>
                  <a:pt x="19736" y="11674"/>
                </a:cubicBezTo>
                <a:cubicBezTo>
                  <a:pt x="19535" y="11559"/>
                  <a:pt x="19439" y="11431"/>
                  <a:pt x="19468" y="11163"/>
                </a:cubicBezTo>
                <a:cubicBezTo>
                  <a:pt x="19519" y="10701"/>
                  <a:pt x="19493" y="10230"/>
                  <a:pt x="19416" y="9768"/>
                </a:cubicBezTo>
                <a:cubicBezTo>
                  <a:pt x="19381" y="9559"/>
                  <a:pt x="19443" y="9442"/>
                  <a:pt x="19620" y="9328"/>
                </a:cubicBezTo>
                <a:cubicBezTo>
                  <a:pt x="20166" y="8978"/>
                  <a:pt x="20694" y="8603"/>
                  <a:pt x="21240" y="8252"/>
                </a:cubicBezTo>
                <a:cubicBezTo>
                  <a:pt x="21393" y="8154"/>
                  <a:pt x="21411" y="8075"/>
                  <a:pt x="21336" y="7912"/>
                </a:cubicBezTo>
                <a:cubicBezTo>
                  <a:pt x="20846" y="6851"/>
                  <a:pt x="20362" y="5788"/>
                  <a:pt x="19892" y="4718"/>
                </a:cubicBezTo>
                <a:cubicBezTo>
                  <a:pt x="19806" y="4523"/>
                  <a:pt x="19717" y="4523"/>
                  <a:pt x="19541" y="4574"/>
                </a:cubicBezTo>
                <a:cubicBezTo>
                  <a:pt x="18917" y="4751"/>
                  <a:pt x="18286" y="4905"/>
                  <a:pt x="17662" y="5080"/>
                </a:cubicBezTo>
                <a:cubicBezTo>
                  <a:pt x="17490" y="5129"/>
                  <a:pt x="17378" y="5103"/>
                  <a:pt x="17261" y="4959"/>
                </a:cubicBezTo>
                <a:cubicBezTo>
                  <a:pt x="16959" y="4585"/>
                  <a:pt x="16599" y="4263"/>
                  <a:pt x="16213" y="3983"/>
                </a:cubicBezTo>
                <a:cubicBezTo>
                  <a:pt x="16001" y="3828"/>
                  <a:pt x="15960" y="3672"/>
                  <a:pt x="16008" y="3442"/>
                </a:cubicBezTo>
                <a:cubicBezTo>
                  <a:pt x="16135" y="2831"/>
                  <a:pt x="16245" y="2217"/>
                  <a:pt x="16383" y="1609"/>
                </a:cubicBezTo>
                <a:cubicBezTo>
                  <a:pt x="16428" y="1413"/>
                  <a:pt x="16387" y="1327"/>
                  <a:pt x="16201" y="1258"/>
                </a:cubicBezTo>
                <a:cubicBezTo>
                  <a:pt x="15118" y="858"/>
                  <a:pt x="14036" y="450"/>
                  <a:pt x="12956" y="36"/>
                </a:cubicBezTo>
                <a:cubicBezTo>
                  <a:pt x="12911" y="19"/>
                  <a:pt x="12873" y="7"/>
                  <a:pt x="12837" y="2"/>
                </a:cubicBezTo>
                <a:close/>
                <a:moveTo>
                  <a:pt x="10766" y="5818"/>
                </a:moveTo>
                <a:cubicBezTo>
                  <a:pt x="13503" y="5818"/>
                  <a:pt x="15722" y="8039"/>
                  <a:pt x="15722" y="10778"/>
                </a:cubicBezTo>
                <a:cubicBezTo>
                  <a:pt x="15722" y="13517"/>
                  <a:pt x="13503" y="15738"/>
                  <a:pt x="10766" y="15738"/>
                </a:cubicBezTo>
                <a:cubicBezTo>
                  <a:pt x="8030" y="15738"/>
                  <a:pt x="5810" y="13517"/>
                  <a:pt x="5810" y="10778"/>
                </a:cubicBezTo>
                <a:cubicBezTo>
                  <a:pt x="5810" y="8039"/>
                  <a:pt x="8030" y="5818"/>
                  <a:pt x="10766" y="5818"/>
                </a:cubicBezTo>
                <a:close/>
              </a:path>
            </a:pathLst>
          </a:custGeom>
          <a:solidFill>
            <a:srgbClr val="FFFFFF"/>
          </a:solidFill>
          <a:ln w="12700">
            <a:solidFill>
              <a:schemeClr val="accent6"/>
            </a:solidFill>
            <a:miter/>
          </a:ln>
        </p:spPr>
        <p:txBody>
          <a:bodyPr lIns="45719" rIns="45719" anchor="ctr"/>
          <a:lstStyle/>
          <a:p>
            <a:endParaRPr/>
          </a:p>
        </p:txBody>
      </p:sp>
      <p:pic>
        <p:nvPicPr>
          <p:cNvPr id="1998" name="pasted-movie.png" descr="pasted-movie.png"/>
          <p:cNvPicPr>
            <a:picLocks noChangeAspect="1"/>
          </p:cNvPicPr>
          <p:nvPr/>
        </p:nvPicPr>
        <p:blipFill>
          <a:blip r:embed="rId5"/>
          <a:srcRect l="26216" r="35593" b="40300"/>
          <a:stretch>
            <a:fillRect/>
          </a:stretch>
        </p:blipFill>
        <p:spPr>
          <a:xfrm>
            <a:off x="802413" y="2200617"/>
            <a:ext cx="3280814" cy="1736242"/>
          </a:xfrm>
          <a:prstGeom prst="rect">
            <a:avLst/>
          </a:prstGeom>
          <a:ln w="12700">
            <a:solidFill>
              <a:srgbClr val="535353"/>
            </a:solidFill>
            <a:miter/>
          </a:ln>
        </p:spPr>
      </p:pic>
      <p:sp>
        <p:nvSpPr>
          <p:cNvPr id="1999" name="API"/>
          <p:cNvSpPr txBox="1"/>
          <p:nvPr/>
        </p:nvSpPr>
        <p:spPr>
          <a:xfrm>
            <a:off x="7837899" y="3631586"/>
            <a:ext cx="874105" cy="751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4100">
                <a:solidFill>
                  <a:schemeClr val="accent6"/>
                </a:solidFill>
              </a:defRPr>
            </a:lvl1pPr>
          </a:lstStyle>
          <a:p>
            <a:r>
              <a:t>API</a:t>
            </a:r>
          </a:p>
        </p:txBody>
      </p:sp>
      <p:sp>
        <p:nvSpPr>
          <p:cNvPr id="2000" name="Double Arrow"/>
          <p:cNvSpPr/>
          <p:nvPr/>
        </p:nvSpPr>
        <p:spPr>
          <a:xfrm>
            <a:off x="4064915" y="2979380"/>
            <a:ext cx="780692" cy="178803"/>
          </a:xfrm>
          <a:prstGeom prst="leftRightArrow">
            <a:avLst>
              <a:gd name="adj1" fmla="val 35738"/>
              <a:gd name="adj2" fmla="val 123602"/>
            </a:avLst>
          </a:prstGeom>
          <a:solidFill>
            <a:srgbClr val="FFFFFF"/>
          </a:solidFill>
          <a:ln w="25400">
            <a:solidFill>
              <a:schemeClr val="accent6"/>
            </a:solidFill>
            <a:miter/>
          </a:ln>
        </p:spPr>
        <p:txBody>
          <a:bodyPr lIns="45719" rIns="45719" anchor="ctr"/>
          <a:lstStyle/>
          <a:p>
            <a:pPr>
              <a:defRPr>
                <a:solidFill>
                  <a:schemeClr val="accent6"/>
                </a:solidFill>
              </a:defRPr>
            </a:pPr>
            <a:endParaRPr/>
          </a:p>
        </p:txBody>
      </p:sp>
      <p:sp>
        <p:nvSpPr>
          <p:cNvPr id="2001" name="Workfront"/>
          <p:cNvSpPr txBox="1"/>
          <p:nvPr/>
        </p:nvSpPr>
        <p:spPr>
          <a:xfrm>
            <a:off x="790653" y="1684902"/>
            <a:ext cx="2626089" cy="4089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sz="2000">
                <a:solidFill>
                  <a:schemeClr val="accent6"/>
                </a:solidFill>
              </a:defRPr>
            </a:lvl1pPr>
          </a:lstStyle>
          <a:p>
            <a:r>
              <a:t>Workfront</a:t>
            </a:r>
          </a:p>
        </p:txBody>
      </p:sp>
      <p:sp>
        <p:nvSpPr>
          <p:cNvPr id="2002" name="Gear"/>
          <p:cNvSpPr/>
          <p:nvPr/>
        </p:nvSpPr>
        <p:spPr>
          <a:xfrm>
            <a:off x="7104801" y="3639761"/>
            <a:ext cx="590805" cy="590920"/>
          </a:xfrm>
          <a:custGeom>
            <a:avLst/>
            <a:gdLst/>
            <a:ahLst/>
            <a:cxnLst>
              <a:cxn ang="0">
                <a:pos x="wd2" y="hd2"/>
              </a:cxn>
              <a:cxn ang="5400000">
                <a:pos x="wd2" y="hd2"/>
              </a:cxn>
              <a:cxn ang="10800000">
                <a:pos x="wd2" y="hd2"/>
              </a:cxn>
              <a:cxn ang="16200000">
                <a:pos x="wd2" y="hd2"/>
              </a:cxn>
            </a:cxnLst>
            <a:rect l="0" t="0" r="r" b="b"/>
            <a:pathLst>
              <a:path w="21532" h="21555" extrusionOk="0">
                <a:moveTo>
                  <a:pt x="12837" y="2"/>
                </a:moveTo>
                <a:cubicBezTo>
                  <a:pt x="12731" y="-11"/>
                  <a:pt x="12661" y="38"/>
                  <a:pt x="12588" y="172"/>
                </a:cubicBezTo>
                <a:cubicBezTo>
                  <a:pt x="12292" y="721"/>
                  <a:pt x="11969" y="1258"/>
                  <a:pt x="11661" y="1801"/>
                </a:cubicBezTo>
                <a:cubicBezTo>
                  <a:pt x="11547" y="2001"/>
                  <a:pt x="11418" y="2099"/>
                  <a:pt x="11153" y="2073"/>
                </a:cubicBezTo>
                <a:cubicBezTo>
                  <a:pt x="10691" y="2028"/>
                  <a:pt x="10220" y="2032"/>
                  <a:pt x="9759" y="2112"/>
                </a:cubicBezTo>
                <a:cubicBezTo>
                  <a:pt x="9550" y="2148"/>
                  <a:pt x="9432" y="2095"/>
                  <a:pt x="9318" y="1917"/>
                </a:cubicBezTo>
                <a:cubicBezTo>
                  <a:pt x="8969" y="1370"/>
                  <a:pt x="8594" y="841"/>
                  <a:pt x="8243" y="295"/>
                </a:cubicBezTo>
                <a:cubicBezTo>
                  <a:pt x="8145" y="142"/>
                  <a:pt x="8068" y="122"/>
                  <a:pt x="7905" y="198"/>
                </a:cubicBezTo>
                <a:cubicBezTo>
                  <a:pt x="6845" y="688"/>
                  <a:pt x="5781" y="1174"/>
                  <a:pt x="4712" y="1644"/>
                </a:cubicBezTo>
                <a:cubicBezTo>
                  <a:pt x="4517" y="1730"/>
                  <a:pt x="4517" y="1820"/>
                  <a:pt x="4567" y="1996"/>
                </a:cubicBezTo>
                <a:cubicBezTo>
                  <a:pt x="4742" y="2608"/>
                  <a:pt x="4890" y="3227"/>
                  <a:pt x="5065" y="3839"/>
                </a:cubicBezTo>
                <a:cubicBezTo>
                  <a:pt x="5122" y="4038"/>
                  <a:pt x="5098" y="4170"/>
                  <a:pt x="4932" y="4306"/>
                </a:cubicBezTo>
                <a:cubicBezTo>
                  <a:pt x="4561" y="4610"/>
                  <a:pt x="4227" y="4959"/>
                  <a:pt x="3950" y="5348"/>
                </a:cubicBezTo>
                <a:cubicBezTo>
                  <a:pt x="3802" y="5555"/>
                  <a:pt x="3648" y="5573"/>
                  <a:pt x="3439" y="5530"/>
                </a:cubicBezTo>
                <a:cubicBezTo>
                  <a:pt x="2827" y="5405"/>
                  <a:pt x="2213" y="5295"/>
                  <a:pt x="1605" y="5156"/>
                </a:cubicBezTo>
                <a:cubicBezTo>
                  <a:pt x="1409" y="5111"/>
                  <a:pt x="1325" y="5153"/>
                  <a:pt x="1257" y="5338"/>
                </a:cubicBezTo>
                <a:cubicBezTo>
                  <a:pt x="856" y="6423"/>
                  <a:pt x="449" y="7506"/>
                  <a:pt x="35" y="8586"/>
                </a:cubicBezTo>
                <a:cubicBezTo>
                  <a:pt x="-34" y="8767"/>
                  <a:pt x="-6" y="8857"/>
                  <a:pt x="173" y="8954"/>
                </a:cubicBezTo>
                <a:cubicBezTo>
                  <a:pt x="722" y="9251"/>
                  <a:pt x="1256" y="9574"/>
                  <a:pt x="1798" y="9882"/>
                </a:cubicBezTo>
                <a:cubicBezTo>
                  <a:pt x="2001" y="9997"/>
                  <a:pt x="2093" y="10127"/>
                  <a:pt x="2064" y="10392"/>
                </a:cubicBezTo>
                <a:cubicBezTo>
                  <a:pt x="2014" y="10855"/>
                  <a:pt x="2039" y="11326"/>
                  <a:pt x="2116" y="11788"/>
                </a:cubicBezTo>
                <a:cubicBezTo>
                  <a:pt x="2151" y="11998"/>
                  <a:pt x="2089" y="12115"/>
                  <a:pt x="1913" y="12228"/>
                </a:cubicBezTo>
                <a:cubicBezTo>
                  <a:pt x="1367" y="12578"/>
                  <a:pt x="837" y="12953"/>
                  <a:pt x="291" y="13303"/>
                </a:cubicBezTo>
                <a:cubicBezTo>
                  <a:pt x="136" y="13403"/>
                  <a:pt x="124" y="13482"/>
                  <a:pt x="199" y="13643"/>
                </a:cubicBezTo>
                <a:cubicBezTo>
                  <a:pt x="688" y="14705"/>
                  <a:pt x="1172" y="15768"/>
                  <a:pt x="1642" y="16837"/>
                </a:cubicBezTo>
                <a:cubicBezTo>
                  <a:pt x="1728" y="17034"/>
                  <a:pt x="1818" y="17032"/>
                  <a:pt x="1994" y="16982"/>
                </a:cubicBezTo>
                <a:cubicBezTo>
                  <a:pt x="2605" y="16807"/>
                  <a:pt x="3223" y="16651"/>
                  <a:pt x="3839" y="16489"/>
                </a:cubicBezTo>
                <a:cubicBezTo>
                  <a:pt x="3930" y="16465"/>
                  <a:pt x="4023" y="16451"/>
                  <a:pt x="4118" y="16432"/>
                </a:cubicBezTo>
                <a:cubicBezTo>
                  <a:pt x="4164" y="16485"/>
                  <a:pt x="4202" y="16532"/>
                  <a:pt x="4241" y="16576"/>
                </a:cubicBezTo>
                <a:cubicBezTo>
                  <a:pt x="4568" y="16944"/>
                  <a:pt x="4922" y="17287"/>
                  <a:pt x="5319" y="17573"/>
                </a:cubicBezTo>
                <a:cubicBezTo>
                  <a:pt x="5534" y="17728"/>
                  <a:pt x="5572" y="17885"/>
                  <a:pt x="5524" y="18114"/>
                </a:cubicBezTo>
                <a:cubicBezTo>
                  <a:pt x="5398" y="18725"/>
                  <a:pt x="5287" y="19339"/>
                  <a:pt x="5149" y="19947"/>
                </a:cubicBezTo>
                <a:cubicBezTo>
                  <a:pt x="5105" y="20142"/>
                  <a:pt x="5145" y="20229"/>
                  <a:pt x="5331" y="20297"/>
                </a:cubicBezTo>
                <a:cubicBezTo>
                  <a:pt x="6415" y="20698"/>
                  <a:pt x="7497" y="21106"/>
                  <a:pt x="8576" y="21520"/>
                </a:cubicBezTo>
                <a:cubicBezTo>
                  <a:pt x="8757" y="21589"/>
                  <a:pt x="8847" y="21563"/>
                  <a:pt x="8944" y="21383"/>
                </a:cubicBezTo>
                <a:cubicBezTo>
                  <a:pt x="9241" y="20834"/>
                  <a:pt x="9562" y="20299"/>
                  <a:pt x="9871" y="19757"/>
                </a:cubicBezTo>
                <a:cubicBezTo>
                  <a:pt x="9985" y="19558"/>
                  <a:pt x="10110" y="19452"/>
                  <a:pt x="10378" y="19481"/>
                </a:cubicBezTo>
                <a:cubicBezTo>
                  <a:pt x="10828" y="19528"/>
                  <a:pt x="11291" y="19534"/>
                  <a:pt x="11737" y="19445"/>
                </a:cubicBezTo>
                <a:cubicBezTo>
                  <a:pt x="12009" y="19391"/>
                  <a:pt x="12126" y="19505"/>
                  <a:pt x="12252" y="19698"/>
                </a:cubicBezTo>
                <a:cubicBezTo>
                  <a:pt x="12593" y="20221"/>
                  <a:pt x="12952" y="20733"/>
                  <a:pt x="13290" y="21259"/>
                </a:cubicBezTo>
                <a:cubicBezTo>
                  <a:pt x="13387" y="21411"/>
                  <a:pt x="13463" y="21432"/>
                  <a:pt x="13628" y="21356"/>
                </a:cubicBezTo>
                <a:cubicBezTo>
                  <a:pt x="14687" y="20866"/>
                  <a:pt x="15750" y="20382"/>
                  <a:pt x="16819" y="19912"/>
                </a:cubicBezTo>
                <a:cubicBezTo>
                  <a:pt x="17012" y="19827"/>
                  <a:pt x="17018" y="19738"/>
                  <a:pt x="16967" y="19560"/>
                </a:cubicBezTo>
                <a:cubicBezTo>
                  <a:pt x="16791" y="18948"/>
                  <a:pt x="16644" y="18329"/>
                  <a:pt x="16469" y="17716"/>
                </a:cubicBezTo>
                <a:cubicBezTo>
                  <a:pt x="16412" y="17519"/>
                  <a:pt x="16433" y="17386"/>
                  <a:pt x="16600" y="17250"/>
                </a:cubicBezTo>
                <a:cubicBezTo>
                  <a:pt x="16971" y="16946"/>
                  <a:pt x="17305" y="16598"/>
                  <a:pt x="17584" y="16209"/>
                </a:cubicBezTo>
                <a:cubicBezTo>
                  <a:pt x="17730" y="16006"/>
                  <a:pt x="17880" y="15980"/>
                  <a:pt x="18092" y="16024"/>
                </a:cubicBezTo>
                <a:cubicBezTo>
                  <a:pt x="18703" y="16151"/>
                  <a:pt x="19318" y="16260"/>
                  <a:pt x="19926" y="16398"/>
                </a:cubicBezTo>
                <a:cubicBezTo>
                  <a:pt x="20121" y="16442"/>
                  <a:pt x="20207" y="16404"/>
                  <a:pt x="20276" y="16218"/>
                </a:cubicBezTo>
                <a:cubicBezTo>
                  <a:pt x="20676" y="15133"/>
                  <a:pt x="21084" y="14050"/>
                  <a:pt x="21497" y="12970"/>
                </a:cubicBezTo>
                <a:cubicBezTo>
                  <a:pt x="21566" y="12790"/>
                  <a:pt x="21541" y="12697"/>
                  <a:pt x="21361" y="12600"/>
                </a:cubicBezTo>
                <a:cubicBezTo>
                  <a:pt x="20812" y="12303"/>
                  <a:pt x="20278" y="11982"/>
                  <a:pt x="19736" y="11674"/>
                </a:cubicBezTo>
                <a:cubicBezTo>
                  <a:pt x="19535" y="11559"/>
                  <a:pt x="19439" y="11431"/>
                  <a:pt x="19468" y="11163"/>
                </a:cubicBezTo>
                <a:cubicBezTo>
                  <a:pt x="19519" y="10701"/>
                  <a:pt x="19493" y="10230"/>
                  <a:pt x="19416" y="9768"/>
                </a:cubicBezTo>
                <a:cubicBezTo>
                  <a:pt x="19381" y="9559"/>
                  <a:pt x="19443" y="9442"/>
                  <a:pt x="19620" y="9328"/>
                </a:cubicBezTo>
                <a:cubicBezTo>
                  <a:pt x="20166" y="8978"/>
                  <a:pt x="20694" y="8603"/>
                  <a:pt x="21240" y="8252"/>
                </a:cubicBezTo>
                <a:cubicBezTo>
                  <a:pt x="21393" y="8154"/>
                  <a:pt x="21411" y="8075"/>
                  <a:pt x="21336" y="7912"/>
                </a:cubicBezTo>
                <a:cubicBezTo>
                  <a:pt x="20846" y="6851"/>
                  <a:pt x="20362" y="5788"/>
                  <a:pt x="19892" y="4718"/>
                </a:cubicBezTo>
                <a:cubicBezTo>
                  <a:pt x="19806" y="4523"/>
                  <a:pt x="19717" y="4523"/>
                  <a:pt x="19541" y="4574"/>
                </a:cubicBezTo>
                <a:cubicBezTo>
                  <a:pt x="18917" y="4751"/>
                  <a:pt x="18286" y="4905"/>
                  <a:pt x="17662" y="5080"/>
                </a:cubicBezTo>
                <a:cubicBezTo>
                  <a:pt x="17490" y="5129"/>
                  <a:pt x="17378" y="5103"/>
                  <a:pt x="17261" y="4959"/>
                </a:cubicBezTo>
                <a:cubicBezTo>
                  <a:pt x="16959" y="4585"/>
                  <a:pt x="16599" y="4263"/>
                  <a:pt x="16213" y="3983"/>
                </a:cubicBezTo>
                <a:cubicBezTo>
                  <a:pt x="16001" y="3828"/>
                  <a:pt x="15960" y="3672"/>
                  <a:pt x="16008" y="3442"/>
                </a:cubicBezTo>
                <a:cubicBezTo>
                  <a:pt x="16135" y="2831"/>
                  <a:pt x="16245" y="2217"/>
                  <a:pt x="16383" y="1609"/>
                </a:cubicBezTo>
                <a:cubicBezTo>
                  <a:pt x="16428" y="1413"/>
                  <a:pt x="16387" y="1327"/>
                  <a:pt x="16201" y="1258"/>
                </a:cubicBezTo>
                <a:cubicBezTo>
                  <a:pt x="15118" y="858"/>
                  <a:pt x="14036" y="450"/>
                  <a:pt x="12956" y="36"/>
                </a:cubicBezTo>
                <a:cubicBezTo>
                  <a:pt x="12911" y="19"/>
                  <a:pt x="12873" y="7"/>
                  <a:pt x="12837" y="2"/>
                </a:cubicBezTo>
                <a:close/>
                <a:moveTo>
                  <a:pt x="10766" y="5818"/>
                </a:moveTo>
                <a:cubicBezTo>
                  <a:pt x="13503" y="5818"/>
                  <a:pt x="15722" y="8039"/>
                  <a:pt x="15722" y="10778"/>
                </a:cubicBezTo>
                <a:cubicBezTo>
                  <a:pt x="15722" y="13517"/>
                  <a:pt x="13503" y="15738"/>
                  <a:pt x="10766" y="15738"/>
                </a:cubicBezTo>
                <a:cubicBezTo>
                  <a:pt x="8030" y="15738"/>
                  <a:pt x="5810" y="13517"/>
                  <a:pt x="5810" y="10778"/>
                </a:cubicBezTo>
                <a:cubicBezTo>
                  <a:pt x="5810" y="8039"/>
                  <a:pt x="8030" y="5818"/>
                  <a:pt x="10766" y="5818"/>
                </a:cubicBezTo>
                <a:close/>
              </a:path>
            </a:pathLst>
          </a:custGeom>
          <a:solidFill>
            <a:srgbClr val="FFFFFF"/>
          </a:solidFill>
          <a:ln w="12700">
            <a:solidFill>
              <a:schemeClr val="accent6"/>
            </a:solidFill>
            <a:miter/>
          </a:ln>
        </p:spPr>
        <p:txBody>
          <a:bodyPr lIns="45719" rIns="45719" anchor="ctr"/>
          <a:lstStyle/>
          <a:p>
            <a:endParaRPr/>
          </a:p>
        </p:txBody>
      </p:sp>
      <p:sp>
        <p:nvSpPr>
          <p:cNvPr id="2003" name="Dynamic Media"/>
          <p:cNvSpPr txBox="1"/>
          <p:nvPr/>
        </p:nvSpPr>
        <p:spPr>
          <a:xfrm>
            <a:off x="6610167" y="1548724"/>
            <a:ext cx="262608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chemeClr val="accent6"/>
                </a:solidFill>
              </a:defRPr>
            </a:lvl1pPr>
          </a:lstStyle>
          <a:p>
            <a:r>
              <a:t>Dynamic Media</a:t>
            </a:r>
          </a:p>
        </p:txBody>
      </p:sp>
      <p:sp>
        <p:nvSpPr>
          <p:cNvPr id="2004" name="Arrow"/>
          <p:cNvSpPr/>
          <p:nvPr/>
        </p:nvSpPr>
        <p:spPr>
          <a:xfrm>
            <a:off x="7750977" y="2045994"/>
            <a:ext cx="1402938" cy="236096"/>
          </a:xfrm>
          <a:prstGeom prst="rightArrow">
            <a:avLst>
              <a:gd name="adj1" fmla="val 38822"/>
              <a:gd name="adj2" fmla="val 104731"/>
            </a:avLst>
          </a:prstGeom>
          <a:solidFill>
            <a:srgbClr val="FFFFFF"/>
          </a:solidFill>
          <a:ln w="12700">
            <a:solidFill>
              <a:schemeClr val="accent6"/>
            </a:solidFill>
            <a:miter/>
          </a:ln>
        </p:spPr>
        <p:txBody>
          <a:bodyPr lIns="45719" rIns="45719" anchor="ctr"/>
          <a:lstStyle/>
          <a:p>
            <a:pPr>
              <a:defRPr>
                <a:solidFill>
                  <a:schemeClr val="accent6"/>
                </a:solidFill>
              </a:defRPr>
            </a:pPr>
            <a:endParaRPr/>
          </a:p>
        </p:txBody>
      </p:sp>
      <p:pic>
        <p:nvPicPr>
          <p:cNvPr id="2005" name="pasted-movie.png" descr="pasted-movie.png"/>
          <p:cNvPicPr>
            <a:picLocks noChangeAspect="1"/>
          </p:cNvPicPr>
          <p:nvPr/>
        </p:nvPicPr>
        <p:blipFill>
          <a:blip r:embed="rId6"/>
          <a:srcRect r="41475"/>
          <a:stretch>
            <a:fillRect/>
          </a:stretch>
        </p:blipFill>
        <p:spPr>
          <a:xfrm>
            <a:off x="4808934" y="4617382"/>
            <a:ext cx="2574120" cy="1601008"/>
          </a:xfrm>
          <a:prstGeom prst="rect">
            <a:avLst/>
          </a:prstGeom>
          <a:ln w="12700">
            <a:solidFill>
              <a:srgbClr val="535353"/>
            </a:solidFill>
            <a:miter/>
          </a:ln>
        </p:spPr>
      </p:pic>
      <p:sp>
        <p:nvSpPr>
          <p:cNvPr id="2006" name="Double Arrow"/>
          <p:cNvSpPr/>
          <p:nvPr/>
        </p:nvSpPr>
        <p:spPr>
          <a:xfrm rot="5309207">
            <a:off x="5788474" y="4189172"/>
            <a:ext cx="615052" cy="178803"/>
          </a:xfrm>
          <a:prstGeom prst="leftRightArrow">
            <a:avLst>
              <a:gd name="adj1" fmla="val 35738"/>
              <a:gd name="adj2" fmla="val 123602"/>
            </a:avLst>
          </a:prstGeom>
          <a:solidFill>
            <a:srgbClr val="FFFFFF"/>
          </a:solidFill>
          <a:ln w="25400">
            <a:solidFill>
              <a:schemeClr val="accent6"/>
            </a:solidFill>
            <a:miter/>
          </a:ln>
        </p:spPr>
        <p:txBody>
          <a:bodyPr lIns="45719" rIns="45719" anchor="ctr"/>
          <a:lstStyle/>
          <a:p>
            <a:pPr>
              <a:defRPr>
                <a:solidFill>
                  <a:schemeClr val="accent6"/>
                </a:solidFill>
              </a:defRPr>
            </a:pPr>
            <a:endParaRPr/>
          </a:p>
        </p:txBody>
      </p:sp>
      <p:sp>
        <p:nvSpPr>
          <p:cNvPr id="2007" name="ContentHub"/>
          <p:cNvSpPr txBox="1"/>
          <p:nvPr/>
        </p:nvSpPr>
        <p:spPr>
          <a:xfrm>
            <a:off x="7414231" y="5109886"/>
            <a:ext cx="262608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chemeClr val="accent6"/>
                </a:solidFill>
              </a:defRPr>
            </a:lvl1pPr>
          </a:lstStyle>
          <a:p>
            <a:r>
              <a:t>ContentHub</a:t>
            </a:r>
          </a:p>
        </p:txBody>
      </p:sp>
      <p:sp>
        <p:nvSpPr>
          <p:cNvPr id="2008" name="Asset consumer systems"/>
          <p:cNvSpPr/>
          <p:nvPr/>
        </p:nvSpPr>
        <p:spPr>
          <a:xfrm>
            <a:off x="9743861" y="3471667"/>
            <a:ext cx="1446791" cy="927108"/>
          </a:xfrm>
          <a:prstGeom prst="rect">
            <a:avLst/>
          </a:prstGeom>
          <a:solidFill>
            <a:srgbClr val="FFFFFF"/>
          </a:solidFill>
          <a:ln w="12700">
            <a:solidFill>
              <a:srgbClr val="535353"/>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lvl1pPr>
              <a:defRPr>
                <a:solidFill>
                  <a:schemeClr val="accent6"/>
                </a:solidFill>
              </a:defRPr>
            </a:lvl1pPr>
          </a:lstStyle>
          <a:p>
            <a:r>
              <a:t>Asset consumer systems</a:t>
            </a:r>
          </a:p>
        </p:txBody>
      </p:sp>
      <p:pic>
        <p:nvPicPr>
          <p:cNvPr id="2009" name="pasted-movie.png" descr="pasted-movie.png"/>
          <p:cNvPicPr>
            <a:picLocks noChangeAspect="1"/>
          </p:cNvPicPr>
          <p:nvPr/>
        </p:nvPicPr>
        <p:blipFill>
          <a:blip r:embed="rId6"/>
          <a:srcRect r="41475"/>
          <a:stretch>
            <a:fillRect/>
          </a:stretch>
        </p:blipFill>
        <p:spPr>
          <a:xfrm>
            <a:off x="9743861" y="3471667"/>
            <a:ext cx="1282124" cy="797434"/>
          </a:xfrm>
          <a:prstGeom prst="rect">
            <a:avLst/>
          </a:prstGeom>
          <a:ln w="12700">
            <a:solidFill>
              <a:srgbClr val="535353"/>
            </a:solidFill>
            <a:miter/>
          </a:ln>
        </p:spPr>
      </p:pic>
      <p:sp>
        <p:nvSpPr>
          <p:cNvPr id="2010" name="Asset sources"/>
          <p:cNvSpPr/>
          <p:nvPr/>
        </p:nvSpPr>
        <p:spPr>
          <a:xfrm>
            <a:off x="9743861" y="4737149"/>
            <a:ext cx="1446791" cy="933691"/>
          </a:xfrm>
          <a:prstGeom prst="rect">
            <a:avLst/>
          </a:prstGeom>
          <a:solidFill>
            <a:srgbClr val="FFFFFF"/>
          </a:solidFill>
          <a:ln w="12700">
            <a:solidFill>
              <a:srgbClr val="535353"/>
            </a:solidFill>
            <a:miter/>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lstStyle>
            <a:lvl1pPr>
              <a:defRPr sz="1700">
                <a:solidFill>
                  <a:schemeClr val="accent6"/>
                </a:solidFill>
              </a:defRPr>
            </a:lvl1pPr>
          </a:lstStyle>
          <a:p>
            <a:r>
              <a:t>Asset sources</a:t>
            </a:r>
          </a:p>
        </p:txBody>
      </p:sp>
      <p:pic>
        <p:nvPicPr>
          <p:cNvPr id="2011" name="pasted-movie.png" descr="pasted-movie.png"/>
          <p:cNvPicPr>
            <a:picLocks noChangeAspect="1"/>
          </p:cNvPicPr>
          <p:nvPr/>
        </p:nvPicPr>
        <p:blipFill>
          <a:blip r:embed="rId6"/>
          <a:srcRect r="41475"/>
          <a:stretch>
            <a:fillRect/>
          </a:stretch>
        </p:blipFill>
        <p:spPr>
          <a:xfrm>
            <a:off x="9743861" y="4737149"/>
            <a:ext cx="1302543" cy="810135"/>
          </a:xfrm>
          <a:prstGeom prst="rect">
            <a:avLst/>
          </a:prstGeom>
          <a:ln w="12700">
            <a:solidFill>
              <a:srgbClr val="535353"/>
            </a:solidFill>
            <a:miter/>
          </a:ln>
        </p:spPr>
      </p:pic>
      <p:sp>
        <p:nvSpPr>
          <p:cNvPr id="2012" name="Arrow"/>
          <p:cNvSpPr/>
          <p:nvPr/>
        </p:nvSpPr>
        <p:spPr>
          <a:xfrm>
            <a:off x="8741002" y="3889458"/>
            <a:ext cx="959121" cy="236096"/>
          </a:xfrm>
          <a:prstGeom prst="rightArrow">
            <a:avLst>
              <a:gd name="adj1" fmla="val 38822"/>
              <a:gd name="adj2" fmla="val 104731"/>
            </a:avLst>
          </a:prstGeom>
          <a:solidFill>
            <a:srgbClr val="FFFFFF"/>
          </a:solidFill>
          <a:ln w="12700">
            <a:solidFill>
              <a:schemeClr val="accent6"/>
            </a:solidFill>
            <a:miter/>
          </a:ln>
        </p:spPr>
        <p:txBody>
          <a:bodyPr lIns="45719" rIns="45719" anchor="ctr"/>
          <a:lstStyle/>
          <a:p>
            <a:pPr>
              <a:defRPr>
                <a:solidFill>
                  <a:schemeClr val="accent6"/>
                </a:solidFill>
              </a:defRPr>
            </a:pPr>
            <a:endParaRPr/>
          </a:p>
        </p:txBody>
      </p:sp>
      <p:sp>
        <p:nvSpPr>
          <p:cNvPr id="2013" name="Arrow"/>
          <p:cNvSpPr/>
          <p:nvPr/>
        </p:nvSpPr>
        <p:spPr>
          <a:xfrm rot="12401031">
            <a:off x="8626919" y="4460951"/>
            <a:ext cx="1090890" cy="236096"/>
          </a:xfrm>
          <a:prstGeom prst="rightArrow">
            <a:avLst>
              <a:gd name="adj1" fmla="val 38822"/>
              <a:gd name="adj2" fmla="val 104731"/>
            </a:avLst>
          </a:prstGeom>
          <a:solidFill>
            <a:srgbClr val="FFFFFF"/>
          </a:solidFill>
          <a:ln w="12700">
            <a:solidFill>
              <a:schemeClr val="accent6"/>
            </a:solidFill>
            <a:miter/>
          </a:ln>
        </p:spPr>
        <p:txBody>
          <a:bodyPr lIns="45719" rIns="45719" anchor="ctr"/>
          <a:lstStyle/>
          <a:p>
            <a:pPr>
              <a:defRPr>
                <a:solidFill>
                  <a:schemeClr val="accent6"/>
                </a:solidFill>
              </a:defRPr>
            </a:pPr>
            <a:endParaRPr/>
          </a:p>
        </p:txBody>
      </p:sp>
      <p:sp>
        <p:nvSpPr>
          <p:cNvPr id="2014" name="Gear"/>
          <p:cNvSpPr/>
          <p:nvPr/>
        </p:nvSpPr>
        <p:spPr>
          <a:xfrm>
            <a:off x="2904390" y="4697179"/>
            <a:ext cx="590805" cy="590920"/>
          </a:xfrm>
          <a:custGeom>
            <a:avLst/>
            <a:gdLst/>
            <a:ahLst/>
            <a:cxnLst>
              <a:cxn ang="0">
                <a:pos x="wd2" y="hd2"/>
              </a:cxn>
              <a:cxn ang="5400000">
                <a:pos x="wd2" y="hd2"/>
              </a:cxn>
              <a:cxn ang="10800000">
                <a:pos x="wd2" y="hd2"/>
              </a:cxn>
              <a:cxn ang="16200000">
                <a:pos x="wd2" y="hd2"/>
              </a:cxn>
            </a:cxnLst>
            <a:rect l="0" t="0" r="r" b="b"/>
            <a:pathLst>
              <a:path w="21532" h="21555" extrusionOk="0">
                <a:moveTo>
                  <a:pt x="12837" y="2"/>
                </a:moveTo>
                <a:cubicBezTo>
                  <a:pt x="12731" y="-11"/>
                  <a:pt x="12661" y="38"/>
                  <a:pt x="12588" y="172"/>
                </a:cubicBezTo>
                <a:cubicBezTo>
                  <a:pt x="12292" y="721"/>
                  <a:pt x="11969" y="1258"/>
                  <a:pt x="11661" y="1801"/>
                </a:cubicBezTo>
                <a:cubicBezTo>
                  <a:pt x="11547" y="2001"/>
                  <a:pt x="11418" y="2099"/>
                  <a:pt x="11153" y="2073"/>
                </a:cubicBezTo>
                <a:cubicBezTo>
                  <a:pt x="10691" y="2028"/>
                  <a:pt x="10220" y="2032"/>
                  <a:pt x="9759" y="2112"/>
                </a:cubicBezTo>
                <a:cubicBezTo>
                  <a:pt x="9550" y="2148"/>
                  <a:pt x="9432" y="2095"/>
                  <a:pt x="9318" y="1917"/>
                </a:cubicBezTo>
                <a:cubicBezTo>
                  <a:pt x="8969" y="1370"/>
                  <a:pt x="8594" y="841"/>
                  <a:pt x="8243" y="295"/>
                </a:cubicBezTo>
                <a:cubicBezTo>
                  <a:pt x="8145" y="142"/>
                  <a:pt x="8068" y="122"/>
                  <a:pt x="7905" y="198"/>
                </a:cubicBezTo>
                <a:cubicBezTo>
                  <a:pt x="6845" y="688"/>
                  <a:pt x="5781" y="1174"/>
                  <a:pt x="4712" y="1644"/>
                </a:cubicBezTo>
                <a:cubicBezTo>
                  <a:pt x="4517" y="1730"/>
                  <a:pt x="4517" y="1820"/>
                  <a:pt x="4567" y="1996"/>
                </a:cubicBezTo>
                <a:cubicBezTo>
                  <a:pt x="4742" y="2608"/>
                  <a:pt x="4890" y="3227"/>
                  <a:pt x="5065" y="3839"/>
                </a:cubicBezTo>
                <a:cubicBezTo>
                  <a:pt x="5122" y="4038"/>
                  <a:pt x="5098" y="4170"/>
                  <a:pt x="4932" y="4306"/>
                </a:cubicBezTo>
                <a:cubicBezTo>
                  <a:pt x="4561" y="4610"/>
                  <a:pt x="4227" y="4959"/>
                  <a:pt x="3950" y="5348"/>
                </a:cubicBezTo>
                <a:cubicBezTo>
                  <a:pt x="3802" y="5555"/>
                  <a:pt x="3648" y="5573"/>
                  <a:pt x="3439" y="5530"/>
                </a:cubicBezTo>
                <a:cubicBezTo>
                  <a:pt x="2827" y="5405"/>
                  <a:pt x="2213" y="5295"/>
                  <a:pt x="1605" y="5156"/>
                </a:cubicBezTo>
                <a:cubicBezTo>
                  <a:pt x="1409" y="5111"/>
                  <a:pt x="1325" y="5153"/>
                  <a:pt x="1257" y="5338"/>
                </a:cubicBezTo>
                <a:cubicBezTo>
                  <a:pt x="856" y="6423"/>
                  <a:pt x="449" y="7506"/>
                  <a:pt x="35" y="8586"/>
                </a:cubicBezTo>
                <a:cubicBezTo>
                  <a:pt x="-34" y="8767"/>
                  <a:pt x="-6" y="8857"/>
                  <a:pt x="173" y="8954"/>
                </a:cubicBezTo>
                <a:cubicBezTo>
                  <a:pt x="722" y="9251"/>
                  <a:pt x="1256" y="9574"/>
                  <a:pt x="1798" y="9882"/>
                </a:cubicBezTo>
                <a:cubicBezTo>
                  <a:pt x="2001" y="9997"/>
                  <a:pt x="2093" y="10127"/>
                  <a:pt x="2064" y="10392"/>
                </a:cubicBezTo>
                <a:cubicBezTo>
                  <a:pt x="2014" y="10855"/>
                  <a:pt x="2039" y="11326"/>
                  <a:pt x="2116" y="11788"/>
                </a:cubicBezTo>
                <a:cubicBezTo>
                  <a:pt x="2151" y="11998"/>
                  <a:pt x="2089" y="12115"/>
                  <a:pt x="1913" y="12228"/>
                </a:cubicBezTo>
                <a:cubicBezTo>
                  <a:pt x="1367" y="12578"/>
                  <a:pt x="837" y="12953"/>
                  <a:pt x="291" y="13303"/>
                </a:cubicBezTo>
                <a:cubicBezTo>
                  <a:pt x="136" y="13403"/>
                  <a:pt x="124" y="13482"/>
                  <a:pt x="199" y="13643"/>
                </a:cubicBezTo>
                <a:cubicBezTo>
                  <a:pt x="688" y="14705"/>
                  <a:pt x="1172" y="15768"/>
                  <a:pt x="1642" y="16837"/>
                </a:cubicBezTo>
                <a:cubicBezTo>
                  <a:pt x="1728" y="17034"/>
                  <a:pt x="1818" y="17032"/>
                  <a:pt x="1994" y="16982"/>
                </a:cubicBezTo>
                <a:cubicBezTo>
                  <a:pt x="2605" y="16807"/>
                  <a:pt x="3223" y="16651"/>
                  <a:pt x="3839" y="16489"/>
                </a:cubicBezTo>
                <a:cubicBezTo>
                  <a:pt x="3930" y="16465"/>
                  <a:pt x="4023" y="16451"/>
                  <a:pt x="4118" y="16432"/>
                </a:cubicBezTo>
                <a:cubicBezTo>
                  <a:pt x="4164" y="16485"/>
                  <a:pt x="4202" y="16532"/>
                  <a:pt x="4241" y="16576"/>
                </a:cubicBezTo>
                <a:cubicBezTo>
                  <a:pt x="4568" y="16944"/>
                  <a:pt x="4922" y="17287"/>
                  <a:pt x="5319" y="17573"/>
                </a:cubicBezTo>
                <a:cubicBezTo>
                  <a:pt x="5534" y="17728"/>
                  <a:pt x="5572" y="17885"/>
                  <a:pt x="5524" y="18114"/>
                </a:cubicBezTo>
                <a:cubicBezTo>
                  <a:pt x="5398" y="18725"/>
                  <a:pt x="5287" y="19339"/>
                  <a:pt x="5149" y="19947"/>
                </a:cubicBezTo>
                <a:cubicBezTo>
                  <a:pt x="5105" y="20142"/>
                  <a:pt x="5145" y="20229"/>
                  <a:pt x="5331" y="20297"/>
                </a:cubicBezTo>
                <a:cubicBezTo>
                  <a:pt x="6415" y="20698"/>
                  <a:pt x="7497" y="21106"/>
                  <a:pt x="8576" y="21520"/>
                </a:cubicBezTo>
                <a:cubicBezTo>
                  <a:pt x="8757" y="21589"/>
                  <a:pt x="8847" y="21563"/>
                  <a:pt x="8944" y="21383"/>
                </a:cubicBezTo>
                <a:cubicBezTo>
                  <a:pt x="9241" y="20834"/>
                  <a:pt x="9562" y="20299"/>
                  <a:pt x="9871" y="19757"/>
                </a:cubicBezTo>
                <a:cubicBezTo>
                  <a:pt x="9985" y="19558"/>
                  <a:pt x="10110" y="19452"/>
                  <a:pt x="10378" y="19481"/>
                </a:cubicBezTo>
                <a:cubicBezTo>
                  <a:pt x="10828" y="19528"/>
                  <a:pt x="11291" y="19534"/>
                  <a:pt x="11737" y="19445"/>
                </a:cubicBezTo>
                <a:cubicBezTo>
                  <a:pt x="12009" y="19391"/>
                  <a:pt x="12126" y="19505"/>
                  <a:pt x="12252" y="19698"/>
                </a:cubicBezTo>
                <a:cubicBezTo>
                  <a:pt x="12593" y="20221"/>
                  <a:pt x="12952" y="20733"/>
                  <a:pt x="13290" y="21259"/>
                </a:cubicBezTo>
                <a:cubicBezTo>
                  <a:pt x="13387" y="21411"/>
                  <a:pt x="13463" y="21432"/>
                  <a:pt x="13628" y="21356"/>
                </a:cubicBezTo>
                <a:cubicBezTo>
                  <a:pt x="14687" y="20866"/>
                  <a:pt x="15750" y="20382"/>
                  <a:pt x="16819" y="19912"/>
                </a:cubicBezTo>
                <a:cubicBezTo>
                  <a:pt x="17012" y="19827"/>
                  <a:pt x="17018" y="19738"/>
                  <a:pt x="16967" y="19560"/>
                </a:cubicBezTo>
                <a:cubicBezTo>
                  <a:pt x="16791" y="18948"/>
                  <a:pt x="16644" y="18329"/>
                  <a:pt x="16469" y="17716"/>
                </a:cubicBezTo>
                <a:cubicBezTo>
                  <a:pt x="16412" y="17519"/>
                  <a:pt x="16433" y="17386"/>
                  <a:pt x="16600" y="17250"/>
                </a:cubicBezTo>
                <a:cubicBezTo>
                  <a:pt x="16971" y="16946"/>
                  <a:pt x="17305" y="16598"/>
                  <a:pt x="17584" y="16209"/>
                </a:cubicBezTo>
                <a:cubicBezTo>
                  <a:pt x="17730" y="16006"/>
                  <a:pt x="17880" y="15980"/>
                  <a:pt x="18092" y="16024"/>
                </a:cubicBezTo>
                <a:cubicBezTo>
                  <a:pt x="18703" y="16151"/>
                  <a:pt x="19318" y="16260"/>
                  <a:pt x="19926" y="16398"/>
                </a:cubicBezTo>
                <a:cubicBezTo>
                  <a:pt x="20121" y="16442"/>
                  <a:pt x="20207" y="16404"/>
                  <a:pt x="20276" y="16218"/>
                </a:cubicBezTo>
                <a:cubicBezTo>
                  <a:pt x="20676" y="15133"/>
                  <a:pt x="21084" y="14050"/>
                  <a:pt x="21497" y="12970"/>
                </a:cubicBezTo>
                <a:cubicBezTo>
                  <a:pt x="21566" y="12790"/>
                  <a:pt x="21541" y="12697"/>
                  <a:pt x="21361" y="12600"/>
                </a:cubicBezTo>
                <a:cubicBezTo>
                  <a:pt x="20812" y="12303"/>
                  <a:pt x="20278" y="11982"/>
                  <a:pt x="19736" y="11674"/>
                </a:cubicBezTo>
                <a:cubicBezTo>
                  <a:pt x="19535" y="11559"/>
                  <a:pt x="19439" y="11431"/>
                  <a:pt x="19468" y="11163"/>
                </a:cubicBezTo>
                <a:cubicBezTo>
                  <a:pt x="19519" y="10701"/>
                  <a:pt x="19493" y="10230"/>
                  <a:pt x="19416" y="9768"/>
                </a:cubicBezTo>
                <a:cubicBezTo>
                  <a:pt x="19381" y="9559"/>
                  <a:pt x="19443" y="9442"/>
                  <a:pt x="19620" y="9328"/>
                </a:cubicBezTo>
                <a:cubicBezTo>
                  <a:pt x="20166" y="8978"/>
                  <a:pt x="20694" y="8603"/>
                  <a:pt x="21240" y="8252"/>
                </a:cubicBezTo>
                <a:cubicBezTo>
                  <a:pt x="21393" y="8154"/>
                  <a:pt x="21411" y="8075"/>
                  <a:pt x="21336" y="7912"/>
                </a:cubicBezTo>
                <a:cubicBezTo>
                  <a:pt x="20846" y="6851"/>
                  <a:pt x="20362" y="5788"/>
                  <a:pt x="19892" y="4718"/>
                </a:cubicBezTo>
                <a:cubicBezTo>
                  <a:pt x="19806" y="4523"/>
                  <a:pt x="19717" y="4523"/>
                  <a:pt x="19541" y="4574"/>
                </a:cubicBezTo>
                <a:cubicBezTo>
                  <a:pt x="18917" y="4751"/>
                  <a:pt x="18286" y="4905"/>
                  <a:pt x="17662" y="5080"/>
                </a:cubicBezTo>
                <a:cubicBezTo>
                  <a:pt x="17490" y="5129"/>
                  <a:pt x="17378" y="5103"/>
                  <a:pt x="17261" y="4959"/>
                </a:cubicBezTo>
                <a:cubicBezTo>
                  <a:pt x="16959" y="4585"/>
                  <a:pt x="16599" y="4263"/>
                  <a:pt x="16213" y="3983"/>
                </a:cubicBezTo>
                <a:cubicBezTo>
                  <a:pt x="16001" y="3828"/>
                  <a:pt x="15960" y="3672"/>
                  <a:pt x="16008" y="3442"/>
                </a:cubicBezTo>
                <a:cubicBezTo>
                  <a:pt x="16135" y="2831"/>
                  <a:pt x="16245" y="2217"/>
                  <a:pt x="16383" y="1609"/>
                </a:cubicBezTo>
                <a:cubicBezTo>
                  <a:pt x="16428" y="1413"/>
                  <a:pt x="16387" y="1327"/>
                  <a:pt x="16201" y="1258"/>
                </a:cubicBezTo>
                <a:cubicBezTo>
                  <a:pt x="15118" y="858"/>
                  <a:pt x="14036" y="450"/>
                  <a:pt x="12956" y="36"/>
                </a:cubicBezTo>
                <a:cubicBezTo>
                  <a:pt x="12911" y="19"/>
                  <a:pt x="12873" y="7"/>
                  <a:pt x="12837" y="2"/>
                </a:cubicBezTo>
                <a:close/>
                <a:moveTo>
                  <a:pt x="10766" y="5818"/>
                </a:moveTo>
                <a:cubicBezTo>
                  <a:pt x="13503" y="5818"/>
                  <a:pt x="15722" y="8039"/>
                  <a:pt x="15722" y="10778"/>
                </a:cubicBezTo>
                <a:cubicBezTo>
                  <a:pt x="15722" y="13517"/>
                  <a:pt x="13503" y="15738"/>
                  <a:pt x="10766" y="15738"/>
                </a:cubicBezTo>
                <a:cubicBezTo>
                  <a:pt x="8030" y="15738"/>
                  <a:pt x="5810" y="13517"/>
                  <a:pt x="5810" y="10778"/>
                </a:cubicBezTo>
                <a:cubicBezTo>
                  <a:pt x="5810" y="8039"/>
                  <a:pt x="8030" y="5818"/>
                  <a:pt x="10766" y="5818"/>
                </a:cubicBezTo>
                <a:close/>
              </a:path>
            </a:pathLst>
          </a:custGeom>
          <a:solidFill>
            <a:srgbClr val="FFFFFF"/>
          </a:solidFill>
          <a:ln w="12700">
            <a:solidFill>
              <a:schemeClr val="accent6"/>
            </a:solidFill>
            <a:miter/>
          </a:ln>
        </p:spPr>
        <p:txBody>
          <a:bodyPr lIns="45719" rIns="45719" anchor="ctr"/>
          <a:lstStyle/>
          <a:p>
            <a:endParaRPr/>
          </a:p>
        </p:txBody>
      </p:sp>
      <p:sp>
        <p:nvSpPr>
          <p:cNvPr id="2015" name="Spanner"/>
          <p:cNvSpPr/>
          <p:nvPr/>
        </p:nvSpPr>
        <p:spPr>
          <a:xfrm rot="1630734">
            <a:off x="7147093" y="2681307"/>
            <a:ext cx="274474" cy="959255"/>
          </a:xfrm>
          <a:custGeom>
            <a:avLst/>
            <a:gdLst/>
            <a:ahLst/>
            <a:cxnLst>
              <a:cxn ang="0">
                <a:pos x="wd2" y="hd2"/>
              </a:cxn>
              <a:cxn ang="5400000">
                <a:pos x="wd2" y="hd2"/>
              </a:cxn>
              <a:cxn ang="10800000">
                <a:pos x="wd2" y="hd2"/>
              </a:cxn>
              <a:cxn ang="16200000">
                <a:pos x="wd2" y="hd2"/>
              </a:cxn>
            </a:cxnLst>
            <a:rect l="0" t="0" r="r" b="b"/>
            <a:pathLst>
              <a:path w="21351" h="21089" extrusionOk="0">
                <a:moveTo>
                  <a:pt x="10495" y="1"/>
                </a:moveTo>
                <a:cubicBezTo>
                  <a:pt x="5537" y="237"/>
                  <a:pt x="2663" y="1178"/>
                  <a:pt x="1749" y="2267"/>
                </a:cubicBezTo>
                <a:cubicBezTo>
                  <a:pt x="1263" y="2301"/>
                  <a:pt x="679" y="2339"/>
                  <a:pt x="433" y="2354"/>
                </a:cubicBezTo>
                <a:cubicBezTo>
                  <a:pt x="-23" y="2381"/>
                  <a:pt x="-170" y="2869"/>
                  <a:pt x="241" y="2922"/>
                </a:cubicBezTo>
                <a:cubicBezTo>
                  <a:pt x="457" y="2950"/>
                  <a:pt x="979" y="3018"/>
                  <a:pt x="1429" y="3077"/>
                </a:cubicBezTo>
                <a:cubicBezTo>
                  <a:pt x="1447" y="3792"/>
                  <a:pt x="2245" y="4513"/>
                  <a:pt x="3787" y="5096"/>
                </a:cubicBezTo>
                <a:cubicBezTo>
                  <a:pt x="6520" y="6130"/>
                  <a:pt x="7537" y="7410"/>
                  <a:pt x="7537" y="8611"/>
                </a:cubicBezTo>
                <a:cubicBezTo>
                  <a:pt x="7537" y="9390"/>
                  <a:pt x="5738" y="18573"/>
                  <a:pt x="5738" y="19703"/>
                </a:cubicBezTo>
                <a:cubicBezTo>
                  <a:pt x="5738" y="21590"/>
                  <a:pt x="15503" y="21512"/>
                  <a:pt x="15503" y="19703"/>
                </a:cubicBezTo>
                <a:cubicBezTo>
                  <a:pt x="15503" y="18645"/>
                  <a:pt x="14559" y="11348"/>
                  <a:pt x="14559" y="8655"/>
                </a:cubicBezTo>
                <a:cubicBezTo>
                  <a:pt x="14559" y="6354"/>
                  <a:pt x="19684" y="4736"/>
                  <a:pt x="21238" y="4314"/>
                </a:cubicBezTo>
                <a:cubicBezTo>
                  <a:pt x="21430" y="4262"/>
                  <a:pt x="21367" y="4172"/>
                  <a:pt x="21122" y="4143"/>
                </a:cubicBezTo>
                <a:lnTo>
                  <a:pt x="8981" y="2738"/>
                </a:lnTo>
                <a:lnTo>
                  <a:pt x="7956" y="2069"/>
                </a:lnTo>
                <a:cubicBezTo>
                  <a:pt x="7956" y="2069"/>
                  <a:pt x="9739" y="792"/>
                  <a:pt x="10809" y="114"/>
                </a:cubicBezTo>
                <a:cubicBezTo>
                  <a:pt x="10903" y="55"/>
                  <a:pt x="10723" y="-10"/>
                  <a:pt x="10495" y="1"/>
                </a:cubicBezTo>
                <a:close/>
                <a:moveTo>
                  <a:pt x="15555" y="549"/>
                </a:moveTo>
                <a:cubicBezTo>
                  <a:pt x="15455" y="559"/>
                  <a:pt x="15369" y="582"/>
                  <a:pt x="15322" y="611"/>
                </a:cubicBezTo>
                <a:cubicBezTo>
                  <a:pt x="14260" y="1278"/>
                  <a:pt x="12673" y="2415"/>
                  <a:pt x="12673" y="2415"/>
                </a:cubicBezTo>
                <a:lnTo>
                  <a:pt x="13511" y="3001"/>
                </a:lnTo>
                <a:lnTo>
                  <a:pt x="17977" y="3519"/>
                </a:lnTo>
                <a:cubicBezTo>
                  <a:pt x="18982" y="1431"/>
                  <a:pt x="16932" y="699"/>
                  <a:pt x="15869" y="554"/>
                </a:cubicBezTo>
                <a:cubicBezTo>
                  <a:pt x="15765" y="540"/>
                  <a:pt x="15655" y="539"/>
                  <a:pt x="15555" y="549"/>
                </a:cubicBezTo>
                <a:close/>
                <a:moveTo>
                  <a:pt x="8899" y="4831"/>
                </a:moveTo>
                <a:cubicBezTo>
                  <a:pt x="8932" y="4832"/>
                  <a:pt x="8962" y="4838"/>
                  <a:pt x="8969" y="4849"/>
                </a:cubicBezTo>
                <a:lnTo>
                  <a:pt x="9190" y="5208"/>
                </a:lnTo>
                <a:cubicBezTo>
                  <a:pt x="9224" y="5263"/>
                  <a:pt x="9450" y="5291"/>
                  <a:pt x="9610" y="5257"/>
                </a:cubicBezTo>
                <a:lnTo>
                  <a:pt x="10553" y="5058"/>
                </a:lnTo>
                <a:cubicBezTo>
                  <a:pt x="10713" y="5025"/>
                  <a:pt x="10944" y="5050"/>
                  <a:pt x="10978" y="5106"/>
                </a:cubicBezTo>
                <a:lnTo>
                  <a:pt x="11176" y="5433"/>
                </a:lnTo>
                <a:cubicBezTo>
                  <a:pt x="11210" y="5489"/>
                  <a:pt x="11442" y="5514"/>
                  <a:pt x="11601" y="5481"/>
                </a:cubicBezTo>
                <a:lnTo>
                  <a:pt x="12544" y="5283"/>
                </a:lnTo>
                <a:cubicBezTo>
                  <a:pt x="12704" y="5250"/>
                  <a:pt x="12930" y="5276"/>
                  <a:pt x="12964" y="5331"/>
                </a:cubicBezTo>
                <a:lnTo>
                  <a:pt x="13168" y="5659"/>
                </a:lnTo>
                <a:cubicBezTo>
                  <a:pt x="13201" y="5714"/>
                  <a:pt x="13427" y="5740"/>
                  <a:pt x="13587" y="5706"/>
                </a:cubicBezTo>
                <a:lnTo>
                  <a:pt x="14623" y="5489"/>
                </a:lnTo>
                <a:cubicBezTo>
                  <a:pt x="14688" y="5476"/>
                  <a:pt x="14776" y="5494"/>
                  <a:pt x="14746" y="5516"/>
                </a:cubicBezTo>
                <a:lnTo>
                  <a:pt x="14134" y="5948"/>
                </a:lnTo>
                <a:cubicBezTo>
                  <a:pt x="14053" y="6006"/>
                  <a:pt x="13820" y="6034"/>
                  <a:pt x="13616" y="6011"/>
                </a:cubicBezTo>
                <a:lnTo>
                  <a:pt x="8422" y="5423"/>
                </a:lnTo>
                <a:cubicBezTo>
                  <a:pt x="8218" y="5400"/>
                  <a:pt x="8119" y="5335"/>
                  <a:pt x="8201" y="5277"/>
                </a:cubicBezTo>
                <a:lnTo>
                  <a:pt x="8818" y="4844"/>
                </a:lnTo>
                <a:cubicBezTo>
                  <a:pt x="8833" y="4833"/>
                  <a:pt x="8866" y="4830"/>
                  <a:pt x="8899" y="4831"/>
                </a:cubicBezTo>
                <a:close/>
                <a:moveTo>
                  <a:pt x="10576" y="18867"/>
                </a:moveTo>
                <a:cubicBezTo>
                  <a:pt x="12209" y="18867"/>
                  <a:pt x="13529" y="19241"/>
                  <a:pt x="13529" y="19703"/>
                </a:cubicBezTo>
                <a:cubicBezTo>
                  <a:pt x="13529" y="20164"/>
                  <a:pt x="12209" y="20539"/>
                  <a:pt x="10576" y="20539"/>
                </a:cubicBezTo>
                <a:cubicBezTo>
                  <a:pt x="8944" y="20539"/>
                  <a:pt x="7618" y="20164"/>
                  <a:pt x="7618" y="19703"/>
                </a:cubicBezTo>
                <a:cubicBezTo>
                  <a:pt x="7618" y="19241"/>
                  <a:pt x="8944" y="18867"/>
                  <a:pt x="10576" y="18867"/>
                </a:cubicBezTo>
                <a:close/>
              </a:path>
            </a:pathLst>
          </a:custGeom>
          <a:solidFill>
            <a:srgbClr val="FFFFFF"/>
          </a:solidFill>
          <a:ln w="12700">
            <a:solidFill>
              <a:schemeClr val="accent6"/>
            </a:solidFill>
            <a:miter/>
          </a:ln>
        </p:spPr>
        <p:txBody>
          <a:bodyPr lIns="45719" rIns="45719" anchor="ctr"/>
          <a:lstStyle/>
          <a:p>
            <a:endParaRPr/>
          </a:p>
        </p:txBody>
      </p:sp>
      <p:sp>
        <p:nvSpPr>
          <p:cNvPr id="2016" name="Customisation"/>
          <p:cNvSpPr txBox="1"/>
          <p:nvPr/>
        </p:nvSpPr>
        <p:spPr>
          <a:xfrm>
            <a:off x="7524369" y="2938081"/>
            <a:ext cx="262608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chemeClr val="accent6"/>
                </a:solidFill>
              </a:defRPr>
            </a:lvl1pPr>
          </a:lstStyle>
          <a:p>
            <a:r>
              <a:t>Customisation</a:t>
            </a:r>
          </a:p>
        </p:txBody>
      </p:sp>
      <p:sp>
        <p:nvSpPr>
          <p:cNvPr id="2017" name="Advanced processing"/>
          <p:cNvSpPr txBox="1"/>
          <p:nvPr/>
        </p:nvSpPr>
        <p:spPr>
          <a:xfrm>
            <a:off x="2153846" y="5426633"/>
            <a:ext cx="262608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chemeClr val="accent6"/>
                </a:solidFill>
              </a:defRPr>
            </a:lvl1pPr>
          </a:lstStyle>
          <a:p>
            <a:r>
              <a:t>Advanced processing</a:t>
            </a:r>
          </a:p>
        </p:txBody>
      </p:sp>
      <p:sp>
        <p:nvSpPr>
          <p:cNvPr id="2018" name="Double Arrow"/>
          <p:cNvSpPr/>
          <p:nvPr/>
        </p:nvSpPr>
        <p:spPr>
          <a:xfrm rot="19441318">
            <a:off x="3589726" y="4288286"/>
            <a:ext cx="1285403" cy="178803"/>
          </a:xfrm>
          <a:prstGeom prst="leftRightArrow">
            <a:avLst>
              <a:gd name="adj1" fmla="val 35738"/>
              <a:gd name="adj2" fmla="val 123602"/>
            </a:avLst>
          </a:prstGeom>
          <a:solidFill>
            <a:srgbClr val="FFFFFF"/>
          </a:solidFill>
          <a:ln w="25400">
            <a:solidFill>
              <a:schemeClr val="accent6"/>
            </a:solidFill>
            <a:miter/>
          </a:ln>
        </p:spPr>
        <p:txBody>
          <a:bodyPr lIns="45719" rIns="45719" anchor="ctr"/>
          <a:lstStyle/>
          <a:p>
            <a:pPr>
              <a:defRPr>
                <a:solidFill>
                  <a:schemeClr val="accent6"/>
                </a:solidFill>
              </a:defRPr>
            </a:pPr>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2" name="The two UIs - Admin View and Assets View"/>
          <p:cNvSpPr txBox="1">
            <a:spLocks noGrp="1"/>
          </p:cNvSpPr>
          <p:nvPr>
            <p:ph type="title"/>
          </p:nvPr>
        </p:nvSpPr>
        <p:spPr>
          <a:xfrm>
            <a:off x="609600" y="264084"/>
            <a:ext cx="10972800" cy="946391"/>
          </a:xfrm>
          <a:prstGeom prst="rect">
            <a:avLst/>
          </a:prstGeom>
        </p:spPr>
        <p:txBody>
          <a:bodyPr/>
          <a:lstStyle/>
          <a:p>
            <a:pPr>
              <a:defRPr b="0"/>
            </a:pPr>
            <a:r>
              <a:t>The two UIs of </a:t>
            </a:r>
            <a:r>
              <a:rPr b="1"/>
              <a:t>full AEM Assets</a:t>
            </a:r>
            <a:r>
              <a:t> - Admin View and Assets View</a:t>
            </a:r>
          </a:p>
        </p:txBody>
      </p:sp>
      <p:pic>
        <p:nvPicPr>
          <p:cNvPr id="2023" name="Screenshot 2025-06-17 at 10.23.40.png" descr="Screenshot 2025-06-17 at 10.23.40.png"/>
          <p:cNvPicPr>
            <a:picLocks noChangeAspect="1"/>
          </p:cNvPicPr>
          <p:nvPr/>
        </p:nvPicPr>
        <p:blipFill>
          <a:blip r:embed="rId3"/>
          <a:srcRect l="866"/>
          <a:stretch>
            <a:fillRect/>
          </a:stretch>
        </p:blipFill>
        <p:spPr>
          <a:xfrm>
            <a:off x="712692" y="1282553"/>
            <a:ext cx="11077907" cy="5089721"/>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 name="Title 1"/>
          <p:cNvSpPr txBox="1">
            <a:spLocks noGrp="1"/>
          </p:cNvSpPr>
          <p:nvPr>
            <p:ph type="title"/>
          </p:nvPr>
        </p:nvSpPr>
        <p:spPr>
          <a:xfrm>
            <a:off x="609599" y="264084"/>
            <a:ext cx="4937762" cy="946391"/>
          </a:xfrm>
          <a:prstGeom prst="rect">
            <a:avLst/>
          </a:prstGeom>
        </p:spPr>
        <p:txBody>
          <a:bodyPr/>
          <a:lstStyle/>
          <a:p>
            <a:r>
              <a:t>Quick Facts – Assets View</a:t>
            </a:r>
          </a:p>
        </p:txBody>
      </p:sp>
      <p:sp>
        <p:nvSpPr>
          <p:cNvPr id="2028" name="Content Placeholder 2"/>
          <p:cNvSpPr txBox="1">
            <a:spLocks noGrp="1"/>
          </p:cNvSpPr>
          <p:nvPr>
            <p:ph type="body" sz="half" idx="1"/>
          </p:nvPr>
        </p:nvSpPr>
        <p:spPr>
          <a:xfrm>
            <a:off x="609598" y="1334323"/>
            <a:ext cx="5207519" cy="4992625"/>
          </a:xfrm>
          <a:prstGeom prst="rect">
            <a:avLst/>
          </a:prstGeom>
        </p:spPr>
        <p:txBody>
          <a:bodyPr/>
          <a:lstStyle/>
          <a:p>
            <a:r>
              <a:t>More modern, responsive UI</a:t>
            </a:r>
          </a:p>
          <a:p>
            <a:r>
              <a:t>Shared between environments (</a:t>
            </a:r>
            <a:r>
              <a:rPr i="1"/>
              <a:t>select repository </a:t>
            </a:r>
            <a:r>
              <a:t>from available environments)</a:t>
            </a:r>
          </a:p>
          <a:p>
            <a:r>
              <a:t>AEMaaCS only</a:t>
            </a:r>
          </a:p>
          <a:p>
            <a:r>
              <a:t>Fewer configuration and customization options than Admin View.</a:t>
            </a:r>
          </a:p>
        </p:txBody>
      </p:sp>
      <p:pic>
        <p:nvPicPr>
          <p:cNvPr id="2029" name="Picture Placeholder 18" descr="Picture Placeholder 18"/>
          <p:cNvPicPr>
            <a:picLocks noGrp="1" noChangeAspect="1"/>
          </p:cNvPicPr>
          <p:nvPr>
            <p:ph type="pic" idx="21"/>
          </p:nvPr>
        </p:nvPicPr>
        <p:blipFill>
          <a:blip r:embed="rId3"/>
          <a:stretch>
            <a:fillRect/>
          </a:stretch>
        </p:blipFill>
        <p:spPr>
          <a:xfrm>
            <a:off x="6374884" y="0"/>
            <a:ext cx="6096001" cy="6858000"/>
          </a:xfrm>
          <a:prstGeom prst="rect">
            <a:avLst/>
          </a:prstGeom>
        </p:spPr>
      </p:pic>
      <p:pic>
        <p:nvPicPr>
          <p:cNvPr id="2030" name="Graphic 6" descr="Graphic 6"/>
          <p:cNvPicPr>
            <a:picLocks noChangeAspect="1"/>
          </p:cNvPicPr>
          <p:nvPr/>
        </p:nvPicPr>
        <p:blipFill>
          <a:blip r:embed="rId4"/>
          <a:stretch>
            <a:fillRect/>
          </a:stretch>
        </p:blipFill>
        <p:spPr>
          <a:xfrm>
            <a:off x="11527480" y="0"/>
            <a:ext cx="761299" cy="761299"/>
          </a:xfrm>
          <a:prstGeom prst="rect">
            <a:avLst/>
          </a:prstGeom>
          <a:ln w="12700">
            <a:miter lim="400000"/>
          </a:ln>
        </p:spPr>
      </p:pic>
      <p:pic>
        <p:nvPicPr>
          <p:cNvPr id="2031" name="Picture 17" descr="Picture 17"/>
          <p:cNvPicPr>
            <a:picLocks noChangeAspect="1"/>
          </p:cNvPicPr>
          <p:nvPr/>
        </p:nvPicPr>
        <p:blipFill>
          <a:blip r:embed="rId5"/>
          <a:stretch>
            <a:fillRect/>
          </a:stretch>
        </p:blipFill>
        <p:spPr>
          <a:xfrm>
            <a:off x="6374884" y="0"/>
            <a:ext cx="6289557" cy="68580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2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2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2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02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 grpId="0"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5" name="Title 1"/>
          <p:cNvSpPr txBox="1">
            <a:spLocks noGrp="1"/>
          </p:cNvSpPr>
          <p:nvPr>
            <p:ph type="title"/>
          </p:nvPr>
        </p:nvSpPr>
        <p:spPr>
          <a:xfrm>
            <a:off x="609600" y="264084"/>
            <a:ext cx="10972800" cy="946391"/>
          </a:xfrm>
          <a:prstGeom prst="rect">
            <a:avLst/>
          </a:prstGeom>
        </p:spPr>
        <p:txBody>
          <a:bodyPr/>
          <a:lstStyle/>
          <a:p>
            <a:r>
              <a:t>Questions?</a:t>
            </a:r>
          </a:p>
        </p:txBody>
      </p:sp>
      <p:sp>
        <p:nvSpPr>
          <p:cNvPr id="2036"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037"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1" name="Title 1"/>
          <p:cNvSpPr txBox="1">
            <a:spLocks noGrp="1"/>
          </p:cNvSpPr>
          <p:nvPr>
            <p:ph type="title"/>
          </p:nvPr>
        </p:nvSpPr>
        <p:spPr>
          <a:prstGeom prst="rect">
            <a:avLst/>
          </a:prstGeom>
        </p:spPr>
        <p:txBody>
          <a:bodyPr>
            <a:noAutofit/>
          </a:bodyPr>
          <a:lstStyle/>
          <a:p>
            <a:r>
              <a:t>Module 1</a:t>
            </a:r>
          </a:p>
          <a:p>
            <a:r>
              <a:t>UI Foundations</a:t>
            </a:r>
            <a:br/>
            <a:endParaRP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5" name="Title 1"/>
          <p:cNvSpPr txBox="1">
            <a:spLocks noGrp="1"/>
          </p:cNvSpPr>
          <p:nvPr>
            <p:ph type="title"/>
          </p:nvPr>
        </p:nvSpPr>
        <p:spPr>
          <a:xfrm>
            <a:off x="609600" y="264084"/>
            <a:ext cx="10972800" cy="946391"/>
          </a:xfrm>
          <a:prstGeom prst="rect">
            <a:avLst/>
          </a:prstGeom>
        </p:spPr>
        <p:txBody>
          <a:bodyPr/>
          <a:lstStyle/>
          <a:p>
            <a:r>
              <a:t>Use Assets View when…</a:t>
            </a:r>
          </a:p>
        </p:txBody>
      </p:sp>
      <p:sp>
        <p:nvSpPr>
          <p:cNvPr id="2046" name="Content Placeholder 2"/>
          <p:cNvSpPr txBox="1">
            <a:spLocks noGrp="1"/>
          </p:cNvSpPr>
          <p:nvPr>
            <p:ph type="body" idx="1"/>
          </p:nvPr>
        </p:nvSpPr>
        <p:spPr>
          <a:xfrm>
            <a:off x="609601" y="1249216"/>
            <a:ext cx="6815878" cy="4992625"/>
          </a:xfrm>
          <a:prstGeom prst="rect">
            <a:avLst/>
          </a:prstGeom>
        </p:spPr>
        <p:txBody>
          <a:bodyPr/>
          <a:lstStyle/>
          <a:p>
            <a:r>
              <a:t>Work in a </a:t>
            </a:r>
            <a:r>
              <a:rPr b="1"/>
              <a:t>marketer-friendly interface</a:t>
            </a:r>
          </a:p>
          <a:p>
            <a:pPr>
              <a:defRPr b="1"/>
            </a:pPr>
            <a:r>
              <a:t>Quickly</a:t>
            </a:r>
            <a:r>
              <a:rPr b="0"/>
              <a:t> find, annotate, download, collect, and share assets</a:t>
            </a:r>
          </a:p>
          <a:p>
            <a:r>
              <a:t>Leverage workspace </a:t>
            </a:r>
            <a:r>
              <a:rPr b="1"/>
              <a:t>insights</a:t>
            </a:r>
            <a:r>
              <a:t>, pinning, and notifications</a:t>
            </a:r>
          </a:p>
          <a:p>
            <a:r>
              <a:t>Use smart crop and DM renditions (for configured assets)</a:t>
            </a:r>
          </a:p>
          <a:p>
            <a:r>
              <a:t>Using new Dynamic Media templates</a:t>
            </a:r>
          </a:p>
        </p:txBody>
      </p:sp>
      <p:pic>
        <p:nvPicPr>
          <p:cNvPr id="2047" name="Graphic 5" descr="Graphic 5"/>
          <p:cNvPicPr>
            <a:picLocks noChangeAspect="1"/>
          </p:cNvPicPr>
          <p:nvPr/>
        </p:nvPicPr>
        <p:blipFill>
          <a:blip r:embed="rId3"/>
          <a:stretch>
            <a:fillRect/>
          </a:stretch>
        </p:blipFill>
        <p:spPr>
          <a:xfrm>
            <a:off x="7425477" y="531188"/>
            <a:ext cx="7628300" cy="4767688"/>
          </a:xfrm>
          <a:prstGeom prst="rect">
            <a:avLst/>
          </a:prstGeom>
          <a:ln w="12700">
            <a:miter lim="400000"/>
          </a:ln>
        </p:spPr>
      </p:pic>
      <p:pic>
        <p:nvPicPr>
          <p:cNvPr id="2048" name="Screenshot 2025-06-16 at 17.46.10.png" descr="Screenshot 2025-06-16 at 17.46.10.png"/>
          <p:cNvPicPr>
            <a:picLocks noChangeAspect="1"/>
          </p:cNvPicPr>
          <p:nvPr/>
        </p:nvPicPr>
        <p:blipFill>
          <a:blip r:embed="rId4"/>
          <a:srcRect r="40345"/>
          <a:stretch>
            <a:fillRect/>
          </a:stretch>
        </p:blipFill>
        <p:spPr>
          <a:xfrm>
            <a:off x="8272025" y="1356517"/>
            <a:ext cx="3919977" cy="3228931"/>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4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4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4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4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04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04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6" grpId="0"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52" name="Title 1"/>
          <p:cNvSpPr txBox="1">
            <a:spLocks noGrp="1"/>
          </p:cNvSpPr>
          <p:nvPr>
            <p:ph type="title"/>
          </p:nvPr>
        </p:nvSpPr>
        <p:spPr>
          <a:xfrm>
            <a:off x="609600" y="264084"/>
            <a:ext cx="10972800" cy="946391"/>
          </a:xfrm>
          <a:prstGeom prst="rect">
            <a:avLst/>
          </a:prstGeom>
        </p:spPr>
        <p:txBody>
          <a:bodyPr/>
          <a:lstStyle/>
          <a:p>
            <a:r>
              <a:t>Use Admin View when….</a:t>
            </a:r>
          </a:p>
        </p:txBody>
      </p:sp>
      <p:sp>
        <p:nvSpPr>
          <p:cNvPr id="2053" name="Content Placeholder 2"/>
          <p:cNvSpPr txBox="1">
            <a:spLocks noGrp="1"/>
          </p:cNvSpPr>
          <p:nvPr>
            <p:ph type="body" idx="1"/>
          </p:nvPr>
        </p:nvSpPr>
        <p:spPr>
          <a:xfrm>
            <a:off x="609599" y="1210473"/>
            <a:ext cx="6947649" cy="4992625"/>
          </a:xfrm>
          <a:prstGeom prst="rect">
            <a:avLst/>
          </a:prstGeom>
        </p:spPr>
        <p:txBody>
          <a:bodyPr/>
          <a:lstStyle/>
          <a:p>
            <a:r>
              <a:t>Configuring advanced DAM settings </a:t>
            </a:r>
          </a:p>
          <a:p>
            <a:r>
              <a:t>Performing bulk operations like metadata import/export</a:t>
            </a:r>
          </a:p>
          <a:p>
            <a:r>
              <a:t>Building or controlling custom workflows and workflow models</a:t>
            </a:r>
          </a:p>
          <a:p>
            <a:r>
              <a:t>Generating comprehensive asset and system reports</a:t>
            </a:r>
          </a:p>
          <a:p>
            <a:br/>
            <a:endParaRPr/>
          </a:p>
        </p:txBody>
      </p:sp>
      <p:pic>
        <p:nvPicPr>
          <p:cNvPr id="2054" name="Graphic 3" descr="Graphic 3"/>
          <p:cNvPicPr>
            <a:picLocks noChangeAspect="1"/>
          </p:cNvPicPr>
          <p:nvPr/>
        </p:nvPicPr>
        <p:blipFill>
          <a:blip r:embed="rId3"/>
          <a:stretch>
            <a:fillRect/>
          </a:stretch>
        </p:blipFill>
        <p:spPr>
          <a:xfrm>
            <a:off x="7425477" y="531188"/>
            <a:ext cx="7628300" cy="4767688"/>
          </a:xfrm>
          <a:prstGeom prst="rect">
            <a:avLst/>
          </a:prstGeom>
          <a:ln w="12700">
            <a:miter lim="400000"/>
          </a:ln>
        </p:spPr>
      </p:pic>
      <p:pic>
        <p:nvPicPr>
          <p:cNvPr id="2055" name="Picture 7" descr="Picture 7"/>
          <p:cNvPicPr>
            <a:picLocks noChangeAspect="1"/>
          </p:cNvPicPr>
          <p:nvPr/>
        </p:nvPicPr>
        <p:blipFill>
          <a:blip r:embed="rId4"/>
          <a:srcRect r="14574" b="14574"/>
          <a:stretch>
            <a:fillRect/>
          </a:stretch>
        </p:blipFill>
        <p:spPr>
          <a:xfrm>
            <a:off x="8225236" y="1317537"/>
            <a:ext cx="3966764" cy="3388934"/>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53">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0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05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05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05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0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9" name="Assets View UI Intro"/>
          <p:cNvSpPr txBox="1">
            <a:spLocks noGrp="1"/>
          </p:cNvSpPr>
          <p:nvPr>
            <p:ph type="title"/>
          </p:nvPr>
        </p:nvSpPr>
        <p:spPr>
          <a:prstGeom prst="rect">
            <a:avLst/>
          </a:prstGeom>
        </p:spPr>
        <p:txBody>
          <a:bodyPr/>
          <a:lstStyle/>
          <a:p>
            <a:r>
              <a:t>Assets View UI Intro</a:t>
            </a:r>
          </a:p>
        </p:txBody>
      </p:sp>
      <p:pic>
        <p:nvPicPr>
          <p:cNvPr id="2060" name="Screenshot 2025-12-19 at 20.31.22.png" descr="Screenshot 2025-12-19 at 20.31.22.png"/>
          <p:cNvPicPr>
            <a:picLocks noChangeAspect="1"/>
          </p:cNvPicPr>
          <p:nvPr/>
        </p:nvPicPr>
        <p:blipFill>
          <a:blip r:embed="rId3"/>
          <a:stretch>
            <a:fillRect/>
          </a:stretch>
        </p:blipFill>
        <p:spPr>
          <a:xfrm>
            <a:off x="1716702" y="1170969"/>
            <a:ext cx="9258622" cy="5094620"/>
          </a:xfrm>
          <a:prstGeom prst="rect">
            <a:avLst/>
          </a:prstGeom>
          <a:ln w="12700">
            <a:solidFill>
              <a:srgbClr val="535353"/>
            </a:solidFill>
            <a:miter lim="400000"/>
          </a:ln>
        </p:spPr>
      </p:pic>
      <p:sp>
        <p:nvSpPr>
          <p:cNvPr id="2061" name="Rectangle"/>
          <p:cNvSpPr/>
          <p:nvPr/>
        </p:nvSpPr>
        <p:spPr>
          <a:xfrm>
            <a:off x="1756317" y="1195658"/>
            <a:ext cx="1511852" cy="5045242"/>
          </a:xfrm>
          <a:prstGeom prst="rect">
            <a:avLst/>
          </a:prstGeom>
          <a:ln w="25400">
            <a:solidFill>
              <a:srgbClr val="FF001A"/>
            </a:solidFill>
            <a:miter/>
          </a:ln>
        </p:spPr>
        <p:txBody>
          <a:bodyPr lIns="45719" rIns="45719" anchor="ctr"/>
          <a:lstStyle/>
          <a:p>
            <a:endParaRPr/>
          </a:p>
        </p:txBody>
      </p:sp>
      <p:sp>
        <p:nvSpPr>
          <p:cNvPr id="2062" name="Rectangle"/>
          <p:cNvSpPr/>
          <p:nvPr/>
        </p:nvSpPr>
        <p:spPr>
          <a:xfrm>
            <a:off x="1698283" y="1111923"/>
            <a:ext cx="403156" cy="466880"/>
          </a:xfrm>
          <a:prstGeom prst="rect">
            <a:avLst/>
          </a:prstGeom>
          <a:ln w="25400">
            <a:solidFill>
              <a:srgbClr val="FF001A"/>
            </a:solidFill>
            <a:miter/>
          </a:ln>
        </p:spPr>
        <p:txBody>
          <a:bodyPr lIns="45719" rIns="45719" anchor="ctr"/>
          <a:lstStyle/>
          <a:p>
            <a:endParaRPr/>
          </a:p>
        </p:txBody>
      </p:sp>
      <p:sp>
        <p:nvSpPr>
          <p:cNvPr id="2063" name="Rectangle"/>
          <p:cNvSpPr/>
          <p:nvPr/>
        </p:nvSpPr>
        <p:spPr>
          <a:xfrm>
            <a:off x="7892585" y="1195658"/>
            <a:ext cx="3103660" cy="299410"/>
          </a:xfrm>
          <a:prstGeom prst="rect">
            <a:avLst/>
          </a:prstGeom>
          <a:ln w="25400">
            <a:solidFill>
              <a:srgbClr val="FF001A"/>
            </a:solidFill>
            <a:miter/>
          </a:ln>
        </p:spPr>
        <p:txBody>
          <a:bodyPr lIns="45719" rIns="45719" anchor="ctr"/>
          <a:lstStyle/>
          <a:p>
            <a:endParaRPr/>
          </a:p>
        </p:txBody>
      </p:sp>
      <p:sp>
        <p:nvSpPr>
          <p:cNvPr id="2064" name="Rectangle"/>
          <p:cNvSpPr/>
          <p:nvPr/>
        </p:nvSpPr>
        <p:spPr>
          <a:xfrm>
            <a:off x="3313605" y="1892983"/>
            <a:ext cx="1511853" cy="4363937"/>
          </a:xfrm>
          <a:prstGeom prst="rect">
            <a:avLst/>
          </a:prstGeom>
          <a:ln w="25400">
            <a:solidFill>
              <a:srgbClr val="FF001A"/>
            </a:solidFill>
            <a:miter/>
          </a:ln>
        </p:spPr>
        <p:txBody>
          <a:bodyPr lIns="45719" rIns="45719" anchor="ctr"/>
          <a:lstStyle/>
          <a:p>
            <a:endParaRPr/>
          </a:p>
        </p:txBody>
      </p:sp>
      <p:sp>
        <p:nvSpPr>
          <p:cNvPr id="2065" name="Rectangle"/>
          <p:cNvSpPr/>
          <p:nvPr/>
        </p:nvSpPr>
        <p:spPr>
          <a:xfrm>
            <a:off x="3296511" y="1552699"/>
            <a:ext cx="403156" cy="314177"/>
          </a:xfrm>
          <a:prstGeom prst="rect">
            <a:avLst/>
          </a:prstGeom>
          <a:ln w="25400">
            <a:solidFill>
              <a:srgbClr val="FF001A"/>
            </a:solidFill>
            <a:miter/>
          </a:ln>
        </p:spPr>
        <p:txBody>
          <a:bodyPr lIns="45719" rIns="45719" anchor="ctr"/>
          <a:lstStyle/>
          <a:p>
            <a:endParaRPr/>
          </a:p>
        </p:txBody>
      </p:sp>
      <p:sp>
        <p:nvSpPr>
          <p:cNvPr id="2066" name="Rectangle"/>
          <p:cNvSpPr/>
          <p:nvPr/>
        </p:nvSpPr>
        <p:spPr>
          <a:xfrm>
            <a:off x="5596092" y="1892983"/>
            <a:ext cx="5346923" cy="4396690"/>
          </a:xfrm>
          <a:prstGeom prst="rect">
            <a:avLst/>
          </a:prstGeom>
          <a:ln w="25400">
            <a:solidFill>
              <a:srgbClr val="FF001A"/>
            </a:solidFill>
            <a:miter/>
          </a:ln>
        </p:spPr>
        <p:txBody>
          <a:bodyPr lIns="45719" rIns="45719" anchor="ctr"/>
          <a:lstStyle/>
          <a:p>
            <a:endParaRPr/>
          </a:p>
        </p:txBody>
      </p:sp>
      <p:sp>
        <p:nvSpPr>
          <p:cNvPr id="2067" name="Rectangle"/>
          <p:cNvSpPr/>
          <p:nvPr/>
        </p:nvSpPr>
        <p:spPr>
          <a:xfrm>
            <a:off x="10351461" y="1915215"/>
            <a:ext cx="554522" cy="466880"/>
          </a:xfrm>
          <a:prstGeom prst="rect">
            <a:avLst/>
          </a:prstGeom>
          <a:ln w="25400">
            <a:solidFill>
              <a:srgbClr val="FF001A"/>
            </a:solidFill>
            <a:miter/>
          </a:ln>
        </p:spPr>
        <p:txBody>
          <a:bodyPr lIns="45719" rIns="45719"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06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06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iterate>
                                    <p:tmAbs val="0"/>
                                  </p:iterate>
                                  <p:childTnLst>
                                    <p:set>
                                      <p:cBhvr>
                                        <p:cTn id="13" fill="hold">
                                          <p:stCondLst>
                                            <p:cond delay="0"/>
                                          </p:stCondLst>
                                        </p:cTn>
                                        <p:tgtEl>
                                          <p:spTgt spid="2062"/>
                                        </p:tgtEl>
                                        <p:attrNameLst>
                                          <p:attrName>style.visibility</p:attrName>
                                        </p:attrNameLst>
                                      </p:cBhvr>
                                      <p:to>
                                        <p:strVal val="hidden"/>
                                      </p:to>
                                    </p:set>
                                  </p:childTnLst>
                                </p:cTn>
                              </p:par>
                            </p:childTnLst>
                          </p:cTn>
                        </p:par>
                        <p:par>
                          <p:cTn id="14" fill="hold">
                            <p:stCondLst>
                              <p:cond delay="0"/>
                            </p:stCondLst>
                            <p:childTnLst>
                              <p:par>
                                <p:cTn id="15" presetID="1" presetClass="exit" presetSubtype="0" fill="hold" grpId="1" nodeType="afterEffect">
                                  <p:stCondLst>
                                    <p:cond delay="0"/>
                                  </p:stCondLst>
                                  <p:iterate>
                                    <p:tmAbs val="0"/>
                                  </p:iterate>
                                  <p:childTnLst>
                                    <p:set>
                                      <p:cBhvr>
                                        <p:cTn id="16" fill="hold">
                                          <p:stCondLst>
                                            <p:cond delay="0"/>
                                          </p:stCondLst>
                                        </p:cTn>
                                        <p:tgtEl>
                                          <p:spTgt spid="2061"/>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20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iterate>
                                    <p:tmAbs val="0"/>
                                  </p:iterate>
                                  <p:childTnLst>
                                    <p:set>
                                      <p:cBhvr>
                                        <p:cTn id="23" fill="hold">
                                          <p:stCondLst>
                                            <p:cond delay="0"/>
                                          </p:stCondLst>
                                        </p:cTn>
                                        <p:tgtEl>
                                          <p:spTgt spid="2063"/>
                                        </p:tgtEl>
                                        <p:attrNameLst>
                                          <p:attrName>style.visibility</p:attrName>
                                        </p:attrNameLst>
                                      </p:cBhvr>
                                      <p:to>
                                        <p:strVal val="hidden"/>
                                      </p:to>
                                    </p:set>
                                  </p:childTnLst>
                                </p:cTn>
                              </p:par>
                            </p:childTnLst>
                          </p:cTn>
                        </p:par>
                        <p:par>
                          <p:cTn id="24" fill="hold">
                            <p:stCondLst>
                              <p:cond delay="0"/>
                            </p:stCondLst>
                            <p:childTnLst>
                              <p:par>
                                <p:cTn id="25" presetID="1" presetClass="entr" presetSubtype="0" fill="hold" grpId="0" nodeType="afterEffect">
                                  <p:stCondLst>
                                    <p:cond delay="0"/>
                                  </p:stCondLst>
                                  <p:iterate>
                                    <p:tmAbs val="0"/>
                                  </p:iterate>
                                  <p:childTnLst>
                                    <p:set>
                                      <p:cBhvr>
                                        <p:cTn id="26" fill="hold"/>
                                        <p:tgtEl>
                                          <p:spTgt spid="2064"/>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iterate>
                                    <p:tmAbs val="0"/>
                                  </p:iterate>
                                  <p:childTnLst>
                                    <p:set>
                                      <p:cBhvr>
                                        <p:cTn id="29" fill="hold"/>
                                        <p:tgtEl>
                                          <p:spTgt spid="2065"/>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iterate>
                                    <p:tmAbs val="0"/>
                                  </p:iterate>
                                  <p:childTnLst>
                                    <p:set>
                                      <p:cBhvr>
                                        <p:cTn id="33" fill="hold">
                                          <p:stCondLst>
                                            <p:cond delay="0"/>
                                          </p:stCondLst>
                                        </p:cTn>
                                        <p:tgtEl>
                                          <p:spTgt spid="2065"/>
                                        </p:tgtEl>
                                        <p:attrNameLst>
                                          <p:attrName>style.visibility</p:attrName>
                                        </p:attrNameLst>
                                      </p:cBhvr>
                                      <p:to>
                                        <p:strVal val="hidden"/>
                                      </p:to>
                                    </p:set>
                                  </p:childTnLst>
                                </p:cTn>
                              </p:par>
                            </p:childTnLst>
                          </p:cTn>
                        </p:par>
                        <p:par>
                          <p:cTn id="34" fill="hold">
                            <p:stCondLst>
                              <p:cond delay="0"/>
                            </p:stCondLst>
                            <p:childTnLst>
                              <p:par>
                                <p:cTn id="35" presetID="1" presetClass="exit" presetSubtype="0" fill="hold" grpId="1" nodeType="afterEffect">
                                  <p:stCondLst>
                                    <p:cond delay="0"/>
                                  </p:stCondLst>
                                  <p:iterate>
                                    <p:tmAbs val="0"/>
                                  </p:iterate>
                                  <p:childTnLst>
                                    <p:set>
                                      <p:cBhvr>
                                        <p:cTn id="36" fill="hold">
                                          <p:stCondLst>
                                            <p:cond delay="0"/>
                                          </p:stCondLst>
                                        </p:cTn>
                                        <p:tgtEl>
                                          <p:spTgt spid="2064"/>
                                        </p:tgtEl>
                                        <p:attrNameLst>
                                          <p:attrName>style.visibility</p:attrName>
                                        </p:attrNameLst>
                                      </p:cBhvr>
                                      <p:to>
                                        <p:strVal val="hidden"/>
                                      </p:to>
                                    </p:set>
                                  </p:childTnLst>
                                </p:cTn>
                              </p:par>
                            </p:childTnLst>
                          </p:cTn>
                        </p:par>
                        <p:par>
                          <p:cTn id="37" fill="hold">
                            <p:stCondLst>
                              <p:cond delay="0"/>
                            </p:stCondLst>
                            <p:childTnLst>
                              <p:par>
                                <p:cTn id="38" presetID="1" presetClass="entr" presetSubtype="0" fill="hold" grpId="0" nodeType="afterEffect">
                                  <p:stCondLst>
                                    <p:cond delay="0"/>
                                  </p:stCondLst>
                                  <p:iterate>
                                    <p:tmAbs val="0"/>
                                  </p:iterate>
                                  <p:childTnLst>
                                    <p:set>
                                      <p:cBhvr>
                                        <p:cTn id="39" fill="hold"/>
                                        <p:tgtEl>
                                          <p:spTgt spid="2066"/>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grpId="0" nodeType="afterEffect">
                                  <p:stCondLst>
                                    <p:cond delay="0"/>
                                  </p:stCondLst>
                                  <p:iterate>
                                    <p:tmAbs val="0"/>
                                  </p:iterate>
                                  <p:childTnLst>
                                    <p:set>
                                      <p:cBhvr>
                                        <p:cTn id="42" fill="hold"/>
                                        <p:tgtEl>
                                          <p:spTgt spid="20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1" grpId="0" animBg="1" advAuto="0"/>
      <p:bldP spid="2061" grpId="1" animBg="1" advAuto="0"/>
      <p:bldP spid="2062" grpId="0" animBg="1" advAuto="0"/>
      <p:bldP spid="2062" grpId="1" animBg="1" advAuto="0"/>
      <p:bldP spid="2063" grpId="0" animBg="1" advAuto="0"/>
      <p:bldP spid="2063" grpId="1" animBg="1" advAuto="0"/>
      <p:bldP spid="2064" grpId="0" animBg="1" advAuto="0"/>
      <p:bldP spid="2064" grpId="1" animBg="1" advAuto="0"/>
      <p:bldP spid="2065" grpId="0" animBg="1" advAuto="0"/>
      <p:bldP spid="2065" grpId="1" animBg="1" advAuto="0"/>
      <p:bldP spid="2066" grpId="0" animBg="1" advAuto="0"/>
      <p:bldP spid="2067"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1" name="Assets View UI Intro 2"/>
          <p:cNvSpPr txBox="1">
            <a:spLocks noGrp="1"/>
          </p:cNvSpPr>
          <p:nvPr>
            <p:ph type="title"/>
          </p:nvPr>
        </p:nvSpPr>
        <p:spPr>
          <a:prstGeom prst="rect">
            <a:avLst/>
          </a:prstGeom>
        </p:spPr>
        <p:txBody>
          <a:bodyPr/>
          <a:lstStyle/>
          <a:p>
            <a:r>
              <a:t>Assets View UI Intro 2</a:t>
            </a:r>
          </a:p>
        </p:txBody>
      </p:sp>
      <p:pic>
        <p:nvPicPr>
          <p:cNvPr id="2072" name="Screenshot 2025-12-19 at 20.47.06.png" descr="Screenshot 2025-12-19 at 20.47.06.png"/>
          <p:cNvPicPr>
            <a:picLocks noChangeAspect="1"/>
          </p:cNvPicPr>
          <p:nvPr/>
        </p:nvPicPr>
        <p:blipFill>
          <a:blip r:embed="rId2"/>
          <a:stretch>
            <a:fillRect/>
          </a:stretch>
        </p:blipFill>
        <p:spPr>
          <a:xfrm>
            <a:off x="581459" y="1384366"/>
            <a:ext cx="11029082" cy="4299059"/>
          </a:xfrm>
          <a:prstGeom prst="rect">
            <a:avLst/>
          </a:prstGeom>
          <a:ln w="12700">
            <a:solidFill>
              <a:srgbClr val="535353"/>
            </a:solidFill>
            <a:miter/>
          </a:ln>
        </p:spPr>
      </p:pic>
      <p:sp>
        <p:nvSpPr>
          <p:cNvPr id="2073" name="Rectangle"/>
          <p:cNvSpPr/>
          <p:nvPr/>
        </p:nvSpPr>
        <p:spPr>
          <a:xfrm>
            <a:off x="10297509" y="1892983"/>
            <a:ext cx="1460105" cy="1221718"/>
          </a:xfrm>
          <a:prstGeom prst="rect">
            <a:avLst/>
          </a:prstGeom>
          <a:ln w="25400">
            <a:solidFill>
              <a:srgbClr val="FF001A"/>
            </a:solidFill>
            <a:miter/>
          </a:ln>
        </p:spPr>
        <p:txBody>
          <a:bodyPr lIns="45719" rIns="45719" anchor="ctr"/>
          <a:lstStyle/>
          <a:p>
            <a:endParaRPr/>
          </a:p>
        </p:txBody>
      </p:sp>
      <p:sp>
        <p:nvSpPr>
          <p:cNvPr id="2074" name="Rectangle"/>
          <p:cNvSpPr/>
          <p:nvPr/>
        </p:nvSpPr>
        <p:spPr>
          <a:xfrm>
            <a:off x="2334394" y="1775515"/>
            <a:ext cx="947450" cy="510895"/>
          </a:xfrm>
          <a:prstGeom prst="rect">
            <a:avLst/>
          </a:prstGeom>
          <a:ln w="25400">
            <a:solidFill>
              <a:srgbClr val="FF001A"/>
            </a:solidFill>
            <a:miter/>
          </a:ln>
        </p:spPr>
        <p:txBody>
          <a:bodyPr lIns="45719" rIns="45719" anchor="ctr"/>
          <a:lstStyle/>
          <a:p>
            <a:endParaRPr/>
          </a:p>
        </p:txBody>
      </p:sp>
      <p:sp>
        <p:nvSpPr>
          <p:cNvPr id="2075" name="Rectangle"/>
          <p:cNvSpPr/>
          <p:nvPr/>
        </p:nvSpPr>
        <p:spPr>
          <a:xfrm>
            <a:off x="6871834" y="5014629"/>
            <a:ext cx="507939" cy="314177"/>
          </a:xfrm>
          <a:prstGeom prst="rect">
            <a:avLst/>
          </a:prstGeom>
          <a:ln w="25400">
            <a:solidFill>
              <a:srgbClr val="FF001A"/>
            </a:solidFill>
            <a:miter/>
          </a:ln>
        </p:spPr>
        <p:txBody>
          <a:bodyPr lIns="45719" rIns="45719"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2073"/>
                                        </p:tgtEl>
                                        <p:attrNameLst>
                                          <p:attrName>style.visibility</p:attrName>
                                        </p:attrNameLst>
                                      </p:cBhvr>
                                      <p:to>
                                        <p:strVal val="visible"/>
                                      </p:to>
                                    </p:set>
                                  </p:childTnLst>
                                </p:cTn>
                              </p:par>
                            </p:childTnLst>
                          </p:cTn>
                        </p:par>
                        <p:par>
                          <p:cTn id="7" fill="hold">
                            <p:stCondLst>
                              <p:cond delay="0"/>
                            </p:stCondLst>
                            <p:childTnLst>
                              <p:par>
                                <p:cTn id="8" presetID="1" presetClass="exit" presetSubtype="0" fill="hold" grpId="1" nodeType="afterEffect">
                                  <p:stCondLst>
                                    <p:cond delay="0"/>
                                  </p:stCondLst>
                                  <p:iterate>
                                    <p:tmAbs val="0"/>
                                  </p:iterate>
                                  <p:childTnLst>
                                    <p:set>
                                      <p:cBhvr>
                                        <p:cTn id="9" fill="hold">
                                          <p:stCondLst>
                                            <p:cond delay="0"/>
                                          </p:stCondLst>
                                        </p:cTn>
                                        <p:tgtEl>
                                          <p:spTgt spid="2073"/>
                                        </p:tgtEl>
                                        <p:attrNameLst>
                                          <p:attrName>style.visibility</p:attrName>
                                        </p:attrNameLst>
                                      </p:cBhvr>
                                      <p:to>
                                        <p:strVal val="hidden"/>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2074"/>
                                        </p:tgtEl>
                                        <p:attrNameLst>
                                          <p:attrName>style.visibility</p:attrName>
                                        </p:attrNameLst>
                                      </p:cBhvr>
                                      <p:to>
                                        <p:strVal val="visible"/>
                                      </p:to>
                                    </p:set>
                                  </p:childTnLst>
                                </p:cTn>
                              </p:par>
                            </p:childTnLst>
                          </p:cTn>
                        </p:par>
                        <p:par>
                          <p:cTn id="13" fill="hold">
                            <p:stCondLst>
                              <p:cond delay="0"/>
                            </p:stCondLst>
                            <p:childTnLst>
                              <p:par>
                                <p:cTn id="14" presetID="1" presetClass="exit" presetSubtype="0" fill="hold" grpId="1" nodeType="afterEffect">
                                  <p:stCondLst>
                                    <p:cond delay="0"/>
                                  </p:stCondLst>
                                  <p:iterate>
                                    <p:tmAbs val="0"/>
                                  </p:iterate>
                                  <p:childTnLst>
                                    <p:set>
                                      <p:cBhvr>
                                        <p:cTn id="15" fill="hold">
                                          <p:stCondLst>
                                            <p:cond delay="0"/>
                                          </p:stCondLst>
                                        </p:cTn>
                                        <p:tgtEl>
                                          <p:spTgt spid="2074"/>
                                        </p:tgtEl>
                                        <p:attrNameLst>
                                          <p:attrName>style.visibility</p:attrName>
                                        </p:attrNameLst>
                                      </p:cBhvr>
                                      <p:to>
                                        <p:strVal val="hidden"/>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075"/>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iterate>
                                    <p:tmAbs val="0"/>
                                  </p:iterate>
                                  <p:childTnLst>
                                    <p:set>
                                      <p:cBhvr>
                                        <p:cTn id="21" fill="hold">
                                          <p:stCondLst>
                                            <p:cond delay="0"/>
                                          </p:stCondLst>
                                        </p:cTn>
                                        <p:tgtEl>
                                          <p:spTgt spid="207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3" grpId="0" animBg="1" advAuto="0"/>
      <p:bldP spid="2073" grpId="1" animBg="1" advAuto="0"/>
      <p:bldP spid="2074" grpId="0" animBg="1" advAuto="0"/>
      <p:bldP spid="2074" grpId="1" animBg="1" advAuto="0"/>
      <p:bldP spid="2075" grpId="0" animBg="1" advAuto="0"/>
      <p:bldP spid="2075" grpId="1"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7" name="Assets View UI Intro - Details"/>
          <p:cNvSpPr txBox="1">
            <a:spLocks noGrp="1"/>
          </p:cNvSpPr>
          <p:nvPr>
            <p:ph type="title"/>
          </p:nvPr>
        </p:nvSpPr>
        <p:spPr>
          <a:prstGeom prst="rect">
            <a:avLst/>
          </a:prstGeom>
        </p:spPr>
        <p:txBody>
          <a:bodyPr/>
          <a:lstStyle/>
          <a:p>
            <a:r>
              <a:t>Assets View UI Intro - Details</a:t>
            </a:r>
          </a:p>
        </p:txBody>
      </p:sp>
      <p:pic>
        <p:nvPicPr>
          <p:cNvPr id="2078" name="Screenshot 2025-12-19 at 20.52.51.png" descr="Screenshot 2025-12-19 at 20.52.51.png"/>
          <p:cNvPicPr>
            <a:picLocks noChangeAspect="1"/>
          </p:cNvPicPr>
          <p:nvPr/>
        </p:nvPicPr>
        <p:blipFill>
          <a:blip r:embed="rId2"/>
          <a:stretch>
            <a:fillRect/>
          </a:stretch>
        </p:blipFill>
        <p:spPr>
          <a:xfrm>
            <a:off x="1654148" y="1128970"/>
            <a:ext cx="9098218" cy="5192598"/>
          </a:xfrm>
          <a:prstGeom prst="rect">
            <a:avLst/>
          </a:prstGeom>
          <a:ln w="12700">
            <a:solidFill>
              <a:srgbClr val="535353"/>
            </a:solidFill>
            <a:miter/>
          </a:ln>
        </p:spPr>
      </p:pic>
      <p:sp>
        <p:nvSpPr>
          <p:cNvPr id="2079" name="Rectangle"/>
          <p:cNvSpPr/>
          <p:nvPr/>
        </p:nvSpPr>
        <p:spPr>
          <a:xfrm>
            <a:off x="10177213" y="2098254"/>
            <a:ext cx="487922" cy="3779221"/>
          </a:xfrm>
          <a:prstGeom prst="rect">
            <a:avLst/>
          </a:prstGeom>
          <a:ln w="25400">
            <a:solidFill>
              <a:srgbClr val="FF001A"/>
            </a:solidFill>
            <a:miter/>
          </a:ln>
        </p:spPr>
        <p:txBody>
          <a:bodyPr lIns="45719" rIns="45719" anchor="ctr"/>
          <a:lstStyle/>
          <a:p>
            <a:endParaRPr/>
          </a:p>
        </p:txBody>
      </p:sp>
      <p:sp>
        <p:nvSpPr>
          <p:cNvPr id="2080" name="Rectangle"/>
          <p:cNvSpPr/>
          <p:nvPr/>
        </p:nvSpPr>
        <p:spPr>
          <a:xfrm>
            <a:off x="1728484" y="1587534"/>
            <a:ext cx="487923" cy="501531"/>
          </a:xfrm>
          <a:prstGeom prst="rect">
            <a:avLst/>
          </a:prstGeom>
          <a:ln w="25400">
            <a:solidFill>
              <a:srgbClr val="FF001A"/>
            </a:solidFill>
            <a:miter/>
          </a:ln>
        </p:spPr>
        <p:txBody>
          <a:bodyPr lIns="45719" rIns="45719"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207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9" grpId="0" animBg="1" advAuto="0"/>
      <p:bldP spid="2080" grpId="0" animBg="1" advAuto="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2" name="Navigate to Assets View"/>
          <p:cNvSpPr txBox="1">
            <a:spLocks noGrp="1"/>
          </p:cNvSpPr>
          <p:nvPr>
            <p:ph type="title"/>
          </p:nvPr>
        </p:nvSpPr>
        <p:spPr>
          <a:xfrm>
            <a:off x="609600" y="264084"/>
            <a:ext cx="10972800" cy="946391"/>
          </a:xfrm>
          <a:prstGeom prst="rect">
            <a:avLst/>
          </a:prstGeom>
        </p:spPr>
        <p:txBody>
          <a:bodyPr/>
          <a:lstStyle/>
          <a:p>
            <a:r>
              <a:t>Navigate to Assets View</a:t>
            </a:r>
          </a:p>
        </p:txBody>
      </p:sp>
      <p:pic>
        <p:nvPicPr>
          <p:cNvPr id="2083" name="Screenshot 2025-06-16 at 16.51.50.png" descr="Screenshot 2025-06-16 at 16.51.50.png"/>
          <p:cNvPicPr>
            <a:picLocks noChangeAspect="1"/>
          </p:cNvPicPr>
          <p:nvPr/>
        </p:nvPicPr>
        <p:blipFill>
          <a:blip r:embed="rId2"/>
          <a:stretch>
            <a:fillRect/>
          </a:stretch>
        </p:blipFill>
        <p:spPr>
          <a:xfrm>
            <a:off x="1790797" y="1444391"/>
            <a:ext cx="9114615" cy="4717894"/>
          </a:xfrm>
          <a:prstGeom prst="rect">
            <a:avLst/>
          </a:prstGeom>
          <a:ln w="12700">
            <a:solidFill>
              <a:srgbClr val="000000"/>
            </a:solidFill>
            <a:miter lim="400000"/>
          </a:ln>
        </p:spPr>
      </p:pic>
      <p:sp>
        <p:nvSpPr>
          <p:cNvPr id="2084" name="Oval"/>
          <p:cNvSpPr/>
          <p:nvPr/>
        </p:nvSpPr>
        <p:spPr>
          <a:xfrm>
            <a:off x="7678252" y="5664522"/>
            <a:ext cx="656097" cy="497763"/>
          </a:xfrm>
          <a:prstGeom prst="ellipse">
            <a:avLst/>
          </a:prstGeom>
          <a:ln w="25400">
            <a:solidFill>
              <a:schemeClr val="accent6"/>
            </a:solidFill>
            <a:prstDash val="sysDot"/>
            <a:miter lim="400000"/>
          </a:ln>
        </p:spPr>
        <p:txBody>
          <a:bodyPr lIns="45719" rIns="45719" anchor="ctr"/>
          <a:lstStyle/>
          <a:p>
            <a:endParaRPr/>
          </a:p>
        </p:txBody>
      </p:sp>
      <p:sp>
        <p:nvSpPr>
          <p:cNvPr id="2085" name="Legacy - don’t use"/>
          <p:cNvSpPr txBox="1"/>
          <p:nvPr/>
        </p:nvSpPr>
        <p:spPr>
          <a:xfrm>
            <a:off x="8406779" y="5716667"/>
            <a:ext cx="1774747" cy="3708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a:solidFill>
                  <a:schemeClr val="accent6"/>
                </a:solidFill>
              </a:defRPr>
            </a:lvl1pPr>
          </a:lstStyle>
          <a:p>
            <a:r>
              <a:t>Legacy - don’t use</a:t>
            </a:r>
          </a:p>
        </p:txBody>
      </p:sp>
      <p:sp>
        <p:nvSpPr>
          <p:cNvPr id="2086" name="-&gt; Asset View"/>
          <p:cNvSpPr txBox="1"/>
          <p:nvPr/>
        </p:nvSpPr>
        <p:spPr>
          <a:xfrm>
            <a:off x="9541912" y="3468355"/>
            <a:ext cx="1363496" cy="3708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a:solidFill>
                  <a:schemeClr val="accent6"/>
                </a:solidFill>
              </a:defRPr>
            </a:lvl1pPr>
          </a:lstStyle>
          <a:p>
            <a:r>
              <a:t>-&gt; Asset View</a:t>
            </a:r>
          </a:p>
        </p:txBody>
      </p:sp>
      <p:sp>
        <p:nvSpPr>
          <p:cNvPr id="2087" name="Line"/>
          <p:cNvSpPr/>
          <p:nvPr/>
        </p:nvSpPr>
        <p:spPr>
          <a:xfrm flipH="1">
            <a:off x="9091160" y="1811410"/>
            <a:ext cx="901504" cy="373739"/>
          </a:xfrm>
          <a:prstGeom prst="line">
            <a:avLst/>
          </a:prstGeom>
          <a:ln w="38100">
            <a:solidFill>
              <a:schemeClr val="accent6"/>
            </a:solidFill>
            <a:prstDash val="sysDot"/>
            <a:miter lim="400000"/>
            <a:tailEnd type="triangle"/>
          </a:ln>
        </p:spPr>
        <p:txBody>
          <a:bodyPr lIns="45719" rIns="45719"/>
          <a:lstStyle/>
          <a:p>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9" name="Switch between Admin (Touch UI) and Assets View"/>
          <p:cNvSpPr txBox="1">
            <a:spLocks noGrp="1"/>
          </p:cNvSpPr>
          <p:nvPr>
            <p:ph type="title"/>
          </p:nvPr>
        </p:nvSpPr>
        <p:spPr>
          <a:xfrm>
            <a:off x="609600" y="264084"/>
            <a:ext cx="10972800" cy="946391"/>
          </a:xfrm>
          <a:prstGeom prst="rect">
            <a:avLst/>
          </a:prstGeom>
        </p:spPr>
        <p:txBody>
          <a:bodyPr/>
          <a:lstStyle/>
          <a:p>
            <a:r>
              <a:t>Switch between Admin and Assets View</a:t>
            </a:r>
          </a:p>
        </p:txBody>
      </p:sp>
      <p:pic>
        <p:nvPicPr>
          <p:cNvPr id="2090" name="Screenshot 2025-06-16 at 16.57.35.png" descr="Screenshot 2025-06-16 at 16.57.35.png"/>
          <p:cNvPicPr>
            <a:picLocks noChangeAspect="1"/>
          </p:cNvPicPr>
          <p:nvPr/>
        </p:nvPicPr>
        <p:blipFill>
          <a:blip r:embed="rId2"/>
          <a:stretch>
            <a:fillRect/>
          </a:stretch>
        </p:blipFill>
        <p:spPr>
          <a:xfrm>
            <a:off x="2046485" y="1365316"/>
            <a:ext cx="8764159" cy="4877262"/>
          </a:xfrm>
          <a:prstGeom prst="rect">
            <a:avLst/>
          </a:prstGeom>
          <a:ln w="12700">
            <a:solidFill>
              <a:srgbClr val="000000"/>
            </a:solidFill>
            <a:miter lim="400000"/>
          </a:ln>
        </p:spPr>
      </p:pic>
      <p:sp>
        <p:nvSpPr>
          <p:cNvPr id="2091" name="Oval"/>
          <p:cNvSpPr/>
          <p:nvPr/>
        </p:nvSpPr>
        <p:spPr>
          <a:xfrm>
            <a:off x="7350835" y="4832730"/>
            <a:ext cx="1038553" cy="423121"/>
          </a:xfrm>
          <a:prstGeom prst="ellipse">
            <a:avLst/>
          </a:prstGeom>
          <a:ln w="25400">
            <a:solidFill>
              <a:schemeClr val="accent6"/>
            </a:solidFill>
            <a:prstDash val="sysDot"/>
            <a:miter lim="400000"/>
          </a:ln>
        </p:spPr>
        <p:txBody>
          <a:bodyPr lIns="45719" rIns="45719" anchor="ctr"/>
          <a:lstStyle/>
          <a:p>
            <a:endParaRPr/>
          </a:p>
        </p:txBody>
      </p:sp>
      <p:sp>
        <p:nvSpPr>
          <p:cNvPr id="2092" name="To Touch UI (and back)"/>
          <p:cNvSpPr txBox="1"/>
          <p:nvPr/>
        </p:nvSpPr>
        <p:spPr>
          <a:xfrm>
            <a:off x="8389387" y="4886519"/>
            <a:ext cx="2541930" cy="3708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p>
            <a:pPr>
              <a:defRPr>
                <a:solidFill>
                  <a:schemeClr val="accent6"/>
                </a:solidFill>
              </a:defRPr>
            </a:pPr>
            <a:r>
              <a:t>To Admin View (and back)</a:t>
            </a:r>
          </a:p>
        </p:txBody>
      </p:sp>
      <p:sp>
        <p:nvSpPr>
          <p:cNvPr id="2093" name="Line"/>
          <p:cNvSpPr/>
          <p:nvPr/>
        </p:nvSpPr>
        <p:spPr>
          <a:xfrm flipH="1">
            <a:off x="9397011" y="1742511"/>
            <a:ext cx="901504" cy="373739"/>
          </a:xfrm>
          <a:prstGeom prst="line">
            <a:avLst/>
          </a:prstGeom>
          <a:ln w="38100">
            <a:solidFill>
              <a:schemeClr val="accent6"/>
            </a:solidFill>
            <a:prstDash val="sysDot"/>
            <a:miter lim="400000"/>
            <a:tailEnd type="triangle"/>
          </a:ln>
        </p:spPr>
        <p:txBody>
          <a:bodyPr lIns="45719" rIns="45719"/>
          <a:lstStyle/>
          <a:p>
            <a:endParaRPr/>
          </a:p>
        </p:txBody>
      </p:sp>
      <p:sp>
        <p:nvSpPr>
          <p:cNvPr id="2094" name="Oval"/>
          <p:cNvSpPr/>
          <p:nvPr/>
        </p:nvSpPr>
        <p:spPr>
          <a:xfrm>
            <a:off x="7350835" y="5193322"/>
            <a:ext cx="1237353" cy="423121"/>
          </a:xfrm>
          <a:prstGeom prst="ellipse">
            <a:avLst/>
          </a:prstGeom>
          <a:ln w="25400">
            <a:solidFill>
              <a:schemeClr val="accent6"/>
            </a:solidFill>
            <a:prstDash val="sysDot"/>
            <a:miter lim="400000"/>
          </a:ln>
        </p:spPr>
        <p:txBody>
          <a:bodyPr lIns="45719" rIns="45719" anchor="ctr"/>
          <a:lstStyle/>
          <a:p>
            <a:endParaRPr/>
          </a:p>
        </p:txBody>
      </p:sp>
      <p:sp>
        <p:nvSpPr>
          <p:cNvPr id="2095" name="TextBox 3"/>
          <p:cNvSpPr txBox="1"/>
          <p:nvPr/>
        </p:nvSpPr>
        <p:spPr>
          <a:xfrm>
            <a:off x="8633907" y="5220215"/>
            <a:ext cx="636314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defRPr>
                <a:solidFill>
                  <a:schemeClr val="accent6"/>
                </a:solidFill>
              </a:defRPr>
            </a:lvl1pPr>
          </a:lstStyle>
          <a:p>
            <a:r>
              <a:t>Dev/stage/prod/preview</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7" name="Title 1"/>
          <p:cNvSpPr txBox="1">
            <a:spLocks noGrp="1"/>
          </p:cNvSpPr>
          <p:nvPr>
            <p:ph type="title"/>
          </p:nvPr>
        </p:nvSpPr>
        <p:spPr>
          <a:xfrm>
            <a:off x="609600" y="264084"/>
            <a:ext cx="10972800" cy="946391"/>
          </a:xfrm>
          <a:prstGeom prst="rect">
            <a:avLst/>
          </a:prstGeom>
        </p:spPr>
        <p:txBody>
          <a:bodyPr/>
          <a:lstStyle/>
          <a:p>
            <a:r>
              <a:t>Activity 1.1 – The Fundamentals</a:t>
            </a:r>
          </a:p>
        </p:txBody>
      </p:sp>
      <p:sp>
        <p:nvSpPr>
          <p:cNvPr id="2098" name="Login…"/>
          <p:cNvSpPr txBox="1"/>
          <p:nvPr/>
        </p:nvSpPr>
        <p:spPr>
          <a:xfrm>
            <a:off x="595878" y="1574834"/>
            <a:ext cx="3388044" cy="3520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buFont typeface="Wingdings"/>
              <a:defRPr sz="2400">
                <a:solidFill>
                  <a:srgbClr val="FFFFFF"/>
                </a:solidFill>
              </a:defRPr>
            </a:pPr>
            <a:r>
              <a:t>Login</a:t>
            </a:r>
          </a:p>
          <a:p>
            <a:pPr>
              <a:buFont typeface="Wingdings"/>
              <a:defRPr sz="2400">
                <a:solidFill>
                  <a:srgbClr val="FFFFFF"/>
                </a:solidFill>
              </a:defRPr>
            </a:pPr>
            <a:r>
              <a:t>Navigate to Assets View</a:t>
            </a:r>
          </a:p>
          <a:p>
            <a:pPr>
              <a:buFont typeface="Wingdings"/>
              <a:defRPr sz="2400">
                <a:solidFill>
                  <a:srgbClr val="FFFFFF"/>
                </a:solidFill>
              </a:defRPr>
            </a:pPr>
            <a:r>
              <a:t>Create folder</a:t>
            </a:r>
          </a:p>
          <a:p>
            <a:pPr>
              <a:buFont typeface="Wingdings"/>
              <a:defRPr sz="2400">
                <a:solidFill>
                  <a:srgbClr val="FFFFFF"/>
                </a:solidFill>
              </a:defRPr>
            </a:pPr>
            <a:r>
              <a:t>Upload </a:t>
            </a:r>
          </a:p>
          <a:p>
            <a:pPr>
              <a:buFont typeface="Wingdings"/>
              <a:defRPr sz="2400">
                <a:solidFill>
                  <a:srgbClr val="FFFFFF"/>
                </a:solidFill>
              </a:defRPr>
            </a:pPr>
            <a:r>
              <a:t>Edit and save version</a:t>
            </a:r>
          </a:p>
          <a:p>
            <a:pPr>
              <a:buFont typeface="Wingdings"/>
              <a:defRPr sz="2400">
                <a:solidFill>
                  <a:srgbClr val="FFFFFF"/>
                </a:solidFill>
              </a:defRPr>
            </a:pPr>
            <a:r>
              <a:t>Revert</a:t>
            </a:r>
          </a:p>
          <a:p>
            <a:pPr>
              <a:buFont typeface="Wingdings"/>
              <a:defRPr sz="2400">
                <a:solidFill>
                  <a:srgbClr val="FFFFFF"/>
                </a:solidFill>
              </a:defRPr>
            </a:pPr>
            <a:r>
              <a:t>Switch View</a:t>
            </a:r>
            <a:br/>
            <a:br/>
            <a:r>
              <a:t>stop at bottom of page 8!</a:t>
            </a:r>
          </a:p>
        </p:txBody>
      </p:sp>
      <p:pic>
        <p:nvPicPr>
          <p:cNvPr id="2099" name="Screenshot 2025-12-19 at 21.43.50.png" descr="Screenshot 2025-12-19 at 21.43.50.png"/>
          <p:cNvPicPr>
            <a:picLocks noChangeAspect="1"/>
          </p:cNvPicPr>
          <p:nvPr/>
        </p:nvPicPr>
        <p:blipFill>
          <a:blip r:embed="rId2"/>
          <a:stretch>
            <a:fillRect/>
          </a:stretch>
        </p:blipFill>
        <p:spPr>
          <a:xfrm>
            <a:off x="4672759" y="2869739"/>
            <a:ext cx="6446774" cy="3405280"/>
          </a:xfrm>
          <a:prstGeom prst="rect">
            <a:avLst/>
          </a:prstGeom>
          <a:ln w="12700">
            <a:miter lim="400000"/>
          </a:ln>
        </p:spPr>
      </p:pic>
      <p:pic>
        <p:nvPicPr>
          <p:cNvPr id="2100" name="Screenshot 2025-12-19 at 21.35.26.png" descr="Screenshot 2025-12-19 at 21.35.26.png"/>
          <p:cNvPicPr>
            <a:picLocks noChangeAspect="1"/>
          </p:cNvPicPr>
          <p:nvPr/>
        </p:nvPicPr>
        <p:blipFill>
          <a:blip r:embed="rId3"/>
          <a:srcRect l="2617"/>
          <a:stretch>
            <a:fillRect/>
          </a:stretch>
        </p:blipFill>
        <p:spPr>
          <a:xfrm>
            <a:off x="8112532" y="994833"/>
            <a:ext cx="3317913" cy="3527078"/>
          </a:xfrm>
          <a:prstGeom prst="rect">
            <a:avLst/>
          </a:prstGeom>
          <a:ln w="12700">
            <a:miter lim="400000"/>
          </a:ln>
          <a:effectLst>
            <a:outerShdw blurRad="63500" dist="50800" dir="5400000" rotWithShape="0">
              <a:srgbClr val="000000">
                <a:alpha val="50000"/>
              </a:srgbClr>
            </a:outerShdw>
          </a:effectLst>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2" name="Switch between Admin (Touch UI) and Assets View"/>
          <p:cNvSpPr txBox="1">
            <a:spLocks noGrp="1"/>
          </p:cNvSpPr>
          <p:nvPr>
            <p:ph type="title"/>
          </p:nvPr>
        </p:nvSpPr>
        <p:spPr>
          <a:xfrm>
            <a:off x="609600" y="264084"/>
            <a:ext cx="10972800" cy="946391"/>
          </a:xfrm>
          <a:prstGeom prst="rect">
            <a:avLst/>
          </a:prstGeom>
        </p:spPr>
        <p:txBody>
          <a:bodyPr/>
          <a:lstStyle/>
          <a:p>
            <a:r>
              <a:t>I am working!</a:t>
            </a:r>
          </a:p>
        </p:txBody>
      </p:sp>
      <p:sp>
        <p:nvSpPr>
          <p:cNvPr id="2103" name="To Touch UI (and back)"/>
          <p:cNvSpPr txBox="1"/>
          <p:nvPr/>
        </p:nvSpPr>
        <p:spPr>
          <a:xfrm>
            <a:off x="4614842" y="5849228"/>
            <a:ext cx="2375051" cy="3708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defRPr>
                <a:solidFill>
                  <a:schemeClr val="accent6"/>
                </a:solidFill>
              </a:defRPr>
            </a:lvl1pPr>
          </a:lstStyle>
          <a:p>
            <a:r>
              <a:t>“I am doing the exercise”</a:t>
            </a:r>
          </a:p>
        </p:txBody>
      </p:sp>
      <p:pic>
        <p:nvPicPr>
          <p:cNvPr id="2104" name="Screenshot 2026-01-12 at 08.45.59.png" descr="Screenshot 2026-01-12 at 08.45.59.png"/>
          <p:cNvPicPr>
            <a:picLocks noChangeAspect="1"/>
          </p:cNvPicPr>
          <p:nvPr/>
        </p:nvPicPr>
        <p:blipFill>
          <a:blip r:embed="rId2"/>
          <a:stretch>
            <a:fillRect/>
          </a:stretch>
        </p:blipFill>
        <p:spPr>
          <a:xfrm>
            <a:off x="2843267" y="1880282"/>
            <a:ext cx="5918201" cy="3517901"/>
          </a:xfrm>
          <a:prstGeom prst="rect">
            <a:avLst/>
          </a:prstGeom>
          <a:ln w="12700">
            <a:miter lim="400000"/>
          </a:ln>
        </p:spPr>
      </p:pic>
      <p:sp>
        <p:nvSpPr>
          <p:cNvPr id="2105" name="Oval"/>
          <p:cNvSpPr/>
          <p:nvPr/>
        </p:nvSpPr>
        <p:spPr>
          <a:xfrm>
            <a:off x="4019706" y="3534328"/>
            <a:ext cx="1212349" cy="592870"/>
          </a:xfrm>
          <a:prstGeom prst="ellipse">
            <a:avLst/>
          </a:prstGeom>
          <a:ln w="38100">
            <a:solidFill>
              <a:schemeClr val="accent6"/>
            </a:solidFill>
            <a:miter lim="400000"/>
          </a:ln>
        </p:spPr>
        <p:txBody>
          <a:bodyPr lIns="45719" rIns="45719" anchor="ctr"/>
          <a:lstStyle/>
          <a:p>
            <a:endParaRPr/>
          </a:p>
        </p:txBody>
      </p:sp>
      <p:sp>
        <p:nvSpPr>
          <p:cNvPr id="2106" name="Line"/>
          <p:cNvSpPr/>
          <p:nvPr/>
        </p:nvSpPr>
        <p:spPr>
          <a:xfrm flipH="1" flipV="1">
            <a:off x="4903005" y="4211203"/>
            <a:ext cx="758493" cy="1564665"/>
          </a:xfrm>
          <a:prstGeom prst="line">
            <a:avLst/>
          </a:prstGeom>
          <a:ln w="38100">
            <a:solidFill>
              <a:schemeClr val="accent6"/>
            </a:solidFill>
            <a:prstDash val="sysDot"/>
            <a:miter lim="400000"/>
            <a:tailEnd type="triangle"/>
          </a:ln>
        </p:spPr>
        <p:txBody>
          <a:bodyPr lIns="45719" rIns="45719"/>
          <a:lstStyle/>
          <a:p>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8" name="Title 4"/>
          <p:cNvSpPr txBox="1">
            <a:spLocks noGrp="1"/>
          </p:cNvSpPr>
          <p:nvPr>
            <p:ph type="title"/>
          </p:nvPr>
        </p:nvSpPr>
        <p:spPr>
          <a:xfrm>
            <a:off x="609600" y="264084"/>
            <a:ext cx="10972800" cy="946391"/>
          </a:xfrm>
          <a:prstGeom prst="rect">
            <a:avLst/>
          </a:prstGeom>
        </p:spPr>
        <p:txBody>
          <a:bodyPr/>
          <a:lstStyle/>
          <a:p>
            <a:r>
              <a:t>Getting started</a:t>
            </a:r>
          </a:p>
        </p:txBody>
      </p:sp>
      <p:pic>
        <p:nvPicPr>
          <p:cNvPr id="2109" name="Screenshot 2026-01-12 at 08.53.11.png" descr="Screenshot 2026-01-12 at 08.53.11.png"/>
          <p:cNvPicPr>
            <a:picLocks noChangeAspect="1"/>
          </p:cNvPicPr>
          <p:nvPr/>
        </p:nvPicPr>
        <p:blipFill>
          <a:blip r:embed="rId2"/>
          <a:stretch>
            <a:fillRect/>
          </a:stretch>
        </p:blipFill>
        <p:spPr>
          <a:xfrm>
            <a:off x="614680" y="1308347"/>
            <a:ext cx="3361747" cy="2815027"/>
          </a:xfrm>
          <a:prstGeom prst="rect">
            <a:avLst/>
          </a:prstGeom>
          <a:ln w="12700">
            <a:miter lim="400000"/>
          </a:ln>
        </p:spPr>
      </p:pic>
      <p:sp>
        <p:nvSpPr>
          <p:cNvPr id="2110" name="Activity guide"/>
          <p:cNvSpPr txBox="1"/>
          <p:nvPr/>
        </p:nvSpPr>
        <p:spPr>
          <a:xfrm>
            <a:off x="4057425" y="2261471"/>
            <a:ext cx="1363270"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Activity guide</a:t>
            </a:r>
          </a:p>
        </p:txBody>
      </p:sp>
      <p:sp>
        <p:nvSpPr>
          <p:cNvPr id="2111" name="Activity files (test images)"/>
          <p:cNvSpPr txBox="1"/>
          <p:nvPr/>
        </p:nvSpPr>
        <p:spPr>
          <a:xfrm>
            <a:off x="4057425" y="2773129"/>
            <a:ext cx="247037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Activity files (test images)</a:t>
            </a:r>
          </a:p>
        </p:txBody>
      </p:sp>
      <p:sp>
        <p:nvSpPr>
          <p:cNvPr id="2112" name="Your login details"/>
          <p:cNvSpPr txBox="1"/>
          <p:nvPr/>
        </p:nvSpPr>
        <p:spPr>
          <a:xfrm>
            <a:off x="4057425" y="3683308"/>
            <a:ext cx="1691996"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Your login details</a:t>
            </a:r>
          </a:p>
        </p:txBody>
      </p:sp>
      <p:sp>
        <p:nvSpPr>
          <p:cNvPr id="2113" name="Open experience.adobe.com and login with student login from files…"/>
          <p:cNvSpPr txBox="1"/>
          <p:nvPr/>
        </p:nvSpPr>
        <p:spPr>
          <a:xfrm>
            <a:off x="570962" y="4389166"/>
            <a:ext cx="6440009" cy="2047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buFont typeface="Wingdings"/>
            </a:pPr>
            <a:r>
              <a:t>Open </a:t>
            </a:r>
            <a:r>
              <a:rPr u="sng">
                <a:solidFill>
                  <a:srgbClr val="5F5F5F"/>
                </a:solidFill>
                <a:uFill>
                  <a:solidFill>
                    <a:srgbClr val="5F5F5F"/>
                  </a:solidFill>
                </a:uFill>
                <a:hlinkClick r:id="rId3"/>
              </a:rPr>
              <a:t>experience.adobe.com</a:t>
            </a:r>
            <a:r>
              <a:rPr i="1"/>
              <a:t> </a:t>
            </a:r>
            <a:r>
              <a:t>and login with student login from files</a:t>
            </a:r>
          </a:p>
          <a:p>
            <a:pPr>
              <a:buFont typeface="Wingdings"/>
            </a:pPr>
            <a:endParaRPr/>
          </a:p>
          <a:p>
            <a:pPr>
              <a:buFont typeface="Wingdings"/>
            </a:pPr>
            <a:r>
              <a:t>Check you are in VLab17-emea</a:t>
            </a:r>
          </a:p>
          <a:p>
            <a:pPr>
              <a:buFont typeface="Wingdings"/>
            </a:pPr>
            <a:endParaRPr/>
          </a:p>
          <a:p>
            <a:pPr>
              <a:buFont typeface="Wingdings"/>
            </a:pPr>
            <a:r>
              <a:t>Don’t add a secondary email address or phone number (if asked)</a:t>
            </a:r>
          </a:p>
          <a:p>
            <a:pPr>
              <a:buFont typeface="Wingdings"/>
            </a:pPr>
            <a:endParaRPr/>
          </a:p>
          <a:p>
            <a:pPr>
              <a:buFont typeface="Wingdings"/>
            </a:pPr>
            <a:r>
              <a:t>Navigate to Experience Manager Assets</a:t>
            </a:r>
            <a:r>
              <a:rPr i="1"/>
              <a:t> </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15" name="Screenshot 2025-12-24 at 13.59.30.png" descr="Screenshot 2025-12-24 at 13.59.30.png"/>
          <p:cNvPicPr>
            <a:picLocks noChangeAspect="1"/>
          </p:cNvPicPr>
          <p:nvPr/>
        </p:nvPicPr>
        <p:blipFill>
          <a:blip r:embed="rId3"/>
          <a:stretch>
            <a:fillRect/>
          </a:stretch>
        </p:blipFill>
        <p:spPr>
          <a:xfrm>
            <a:off x="9000914" y="1224616"/>
            <a:ext cx="2655566" cy="4034173"/>
          </a:xfrm>
          <a:prstGeom prst="rect">
            <a:avLst/>
          </a:prstGeom>
          <a:ln w="12700">
            <a:solidFill>
              <a:srgbClr val="535353"/>
            </a:solidFill>
            <a:miter/>
          </a:ln>
        </p:spPr>
      </p:pic>
      <p:sp>
        <p:nvSpPr>
          <p:cNvPr id="2116" name="Renditions - Static, Dynamic and Smart Crops"/>
          <p:cNvSpPr txBox="1">
            <a:spLocks noGrp="1"/>
          </p:cNvSpPr>
          <p:nvPr>
            <p:ph type="title"/>
          </p:nvPr>
        </p:nvSpPr>
        <p:spPr>
          <a:prstGeom prst="rect">
            <a:avLst/>
          </a:prstGeom>
        </p:spPr>
        <p:txBody>
          <a:bodyPr/>
          <a:lstStyle/>
          <a:p>
            <a:r>
              <a:t>Renditions - Static, Dynamic and Smart Crops</a:t>
            </a:r>
          </a:p>
        </p:txBody>
      </p:sp>
      <p:pic>
        <p:nvPicPr>
          <p:cNvPr id="2117" name="Screenshot 2025-12-24 at 13.54.55.png" descr="Screenshot 2025-12-24 at 13.54.55.png"/>
          <p:cNvPicPr>
            <a:picLocks noChangeAspect="1"/>
          </p:cNvPicPr>
          <p:nvPr/>
        </p:nvPicPr>
        <p:blipFill>
          <a:blip r:embed="rId4"/>
          <a:stretch>
            <a:fillRect/>
          </a:stretch>
        </p:blipFill>
        <p:spPr>
          <a:xfrm>
            <a:off x="607203" y="1221303"/>
            <a:ext cx="8243056" cy="3398397"/>
          </a:xfrm>
          <a:prstGeom prst="rect">
            <a:avLst/>
          </a:prstGeom>
          <a:ln w="12700">
            <a:solidFill>
              <a:srgbClr val="535353"/>
            </a:solidFill>
            <a:miter/>
          </a:ln>
        </p:spPr>
      </p:pic>
      <p:sp>
        <p:nvSpPr>
          <p:cNvPr id="2118" name="Rectangle"/>
          <p:cNvSpPr/>
          <p:nvPr/>
        </p:nvSpPr>
        <p:spPr>
          <a:xfrm>
            <a:off x="6201100" y="2026188"/>
            <a:ext cx="2268289" cy="2538187"/>
          </a:xfrm>
          <a:prstGeom prst="rect">
            <a:avLst/>
          </a:prstGeom>
          <a:ln w="25400">
            <a:solidFill>
              <a:schemeClr val="accent6"/>
            </a:solidFill>
            <a:miter/>
          </a:ln>
        </p:spPr>
        <p:txBody>
          <a:bodyPr lIns="45719" rIns="45719" anchor="ctr"/>
          <a:lstStyle/>
          <a:p>
            <a:pPr>
              <a:defRPr>
                <a:noFill/>
              </a:defRPr>
            </a:pPr>
            <a:endParaRPr/>
          </a:p>
        </p:txBody>
      </p:sp>
      <p:sp>
        <p:nvSpPr>
          <p:cNvPr id="2119" name="Rectangle"/>
          <p:cNvSpPr/>
          <p:nvPr/>
        </p:nvSpPr>
        <p:spPr>
          <a:xfrm>
            <a:off x="11308941" y="3109832"/>
            <a:ext cx="258040" cy="263741"/>
          </a:xfrm>
          <a:prstGeom prst="rect">
            <a:avLst/>
          </a:prstGeom>
          <a:ln w="25400">
            <a:solidFill>
              <a:schemeClr val="accent6"/>
            </a:solidFill>
            <a:miter/>
          </a:ln>
        </p:spPr>
        <p:txBody>
          <a:bodyPr lIns="45719" rIns="45719" anchor="ctr"/>
          <a:lstStyle/>
          <a:p>
            <a:pPr>
              <a:defRPr>
                <a:noFill/>
              </a:defRPr>
            </a:pPr>
            <a:endParaRPr/>
          </a:p>
        </p:txBody>
      </p:sp>
      <p:sp>
        <p:nvSpPr>
          <p:cNvPr id="2120" name="Rectangle"/>
          <p:cNvSpPr/>
          <p:nvPr/>
        </p:nvSpPr>
        <p:spPr>
          <a:xfrm>
            <a:off x="9084589" y="2027964"/>
            <a:ext cx="2084628" cy="1114706"/>
          </a:xfrm>
          <a:prstGeom prst="rect">
            <a:avLst/>
          </a:prstGeom>
          <a:ln w="25400">
            <a:solidFill>
              <a:schemeClr val="accent6"/>
            </a:solidFill>
            <a:miter/>
          </a:ln>
        </p:spPr>
        <p:txBody>
          <a:bodyPr lIns="45719" rIns="45719" anchor="ctr"/>
          <a:lstStyle/>
          <a:p>
            <a:pPr>
              <a:defRPr>
                <a:noFill/>
              </a:defRPr>
            </a:pPr>
            <a:endParaRPr/>
          </a:p>
        </p:txBody>
      </p:sp>
      <p:sp>
        <p:nvSpPr>
          <p:cNvPr id="2121" name="Rectangle"/>
          <p:cNvSpPr/>
          <p:nvPr/>
        </p:nvSpPr>
        <p:spPr>
          <a:xfrm>
            <a:off x="9105254" y="3297129"/>
            <a:ext cx="2084628" cy="1871570"/>
          </a:xfrm>
          <a:prstGeom prst="rect">
            <a:avLst/>
          </a:prstGeom>
          <a:ln w="25400">
            <a:solidFill>
              <a:schemeClr val="accent6"/>
            </a:solidFill>
            <a:miter/>
          </a:ln>
        </p:spPr>
        <p:txBody>
          <a:bodyPr lIns="45719" rIns="45719" anchor="ctr"/>
          <a:lstStyle/>
          <a:p>
            <a:pPr>
              <a:defRPr>
                <a:noFill/>
              </a:defRPr>
            </a:pPr>
            <a:endParaRPr/>
          </a:p>
        </p:txBody>
      </p:sp>
      <p:sp>
        <p:nvSpPr>
          <p:cNvPr id="2122" name="Square"/>
          <p:cNvSpPr/>
          <p:nvPr/>
        </p:nvSpPr>
        <p:spPr>
          <a:xfrm>
            <a:off x="8517866" y="2606631"/>
            <a:ext cx="261774" cy="263742"/>
          </a:xfrm>
          <a:prstGeom prst="rect">
            <a:avLst/>
          </a:prstGeom>
          <a:ln w="25400">
            <a:solidFill>
              <a:schemeClr val="accent6"/>
            </a:solidFill>
            <a:miter/>
          </a:ln>
        </p:spPr>
        <p:txBody>
          <a:bodyPr lIns="45719" rIns="45719" anchor="ctr"/>
          <a:lstStyle/>
          <a:p>
            <a:pPr>
              <a:defRPr>
                <a:noFill/>
              </a:defRPr>
            </a:pP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22"/>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2118"/>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iterate>
                                    <p:tmAbs val="0"/>
                                  </p:iterate>
                                  <p:childTnLst>
                                    <p:set>
                                      <p:cBhvr>
                                        <p:cTn id="13" fill="hold">
                                          <p:stCondLst>
                                            <p:cond delay="0"/>
                                          </p:stCondLst>
                                        </p:cTn>
                                        <p:tgtEl>
                                          <p:spTgt spid="2122"/>
                                        </p:tgtEl>
                                        <p:attrNameLst>
                                          <p:attrName>style.visibility</p:attrName>
                                        </p:attrNameLst>
                                      </p:cBhvr>
                                      <p:to>
                                        <p:strVal val="hidden"/>
                                      </p:to>
                                    </p:set>
                                  </p:childTnLst>
                                </p:cTn>
                              </p:par>
                            </p:childTnLst>
                          </p:cTn>
                        </p:par>
                        <p:par>
                          <p:cTn id="14" fill="hold">
                            <p:stCondLst>
                              <p:cond delay="0"/>
                            </p:stCondLst>
                            <p:childTnLst>
                              <p:par>
                                <p:cTn id="15" presetID="1" presetClass="exit" presetSubtype="0" fill="hold" grpId="1" nodeType="afterEffect">
                                  <p:stCondLst>
                                    <p:cond delay="0"/>
                                  </p:stCondLst>
                                  <p:iterate>
                                    <p:tmAbs val="0"/>
                                  </p:iterate>
                                  <p:childTnLst>
                                    <p:set>
                                      <p:cBhvr>
                                        <p:cTn id="16" fill="hold">
                                          <p:stCondLst>
                                            <p:cond delay="0"/>
                                          </p:stCondLst>
                                        </p:cTn>
                                        <p:tgtEl>
                                          <p:spTgt spid="2118"/>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grpId="0" nodeType="afterEffect">
                                  <p:stCondLst>
                                    <p:cond delay="0"/>
                                  </p:stCondLst>
                                  <p:iterate>
                                    <p:tmAbs val="0"/>
                                  </p:iterate>
                                  <p:childTnLst>
                                    <p:set>
                                      <p:cBhvr>
                                        <p:cTn id="19" fill="hold"/>
                                        <p:tgtEl>
                                          <p:spTgt spid="2119"/>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grpId="0" nodeType="afterEffect">
                                  <p:stCondLst>
                                    <p:cond delay="0"/>
                                  </p:stCondLst>
                                  <p:iterate>
                                    <p:tmAbs val="0"/>
                                  </p:iterate>
                                  <p:childTnLst>
                                    <p:set>
                                      <p:cBhvr>
                                        <p:cTn id="22" fill="hold"/>
                                        <p:tgtEl>
                                          <p:spTgt spid="21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p:tmAbs val="0"/>
                                  </p:iterate>
                                  <p:childTnLst>
                                    <p:set>
                                      <p:cBhvr>
                                        <p:cTn id="26" fill="hold"/>
                                        <p:tgtEl>
                                          <p:spTgt spid="2121"/>
                                        </p:tgtEl>
                                        <p:attrNameLst>
                                          <p:attrName>style.visibility</p:attrName>
                                        </p:attrNameLst>
                                      </p:cBhvr>
                                      <p:to>
                                        <p:strVal val="visible"/>
                                      </p:to>
                                    </p:set>
                                  </p:childTnLst>
                                </p:cTn>
                              </p:par>
                            </p:childTnLst>
                          </p:cTn>
                        </p:par>
                        <p:par>
                          <p:cTn id="27" fill="hold">
                            <p:stCondLst>
                              <p:cond delay="0"/>
                            </p:stCondLst>
                            <p:childTnLst>
                              <p:par>
                                <p:cTn id="28" presetID="1" presetClass="exit" presetSubtype="0" fill="hold" grpId="1" nodeType="afterEffect">
                                  <p:stCondLst>
                                    <p:cond delay="0"/>
                                  </p:stCondLst>
                                  <p:iterate>
                                    <p:tmAbs val="0"/>
                                  </p:iterate>
                                  <p:childTnLst>
                                    <p:set>
                                      <p:cBhvr>
                                        <p:cTn id="29" fill="hold">
                                          <p:stCondLst>
                                            <p:cond delay="0"/>
                                          </p:stCondLst>
                                        </p:cTn>
                                        <p:tgtEl>
                                          <p:spTgt spid="21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8" grpId="0" animBg="1" advAuto="0"/>
      <p:bldP spid="2118" grpId="1" animBg="1" advAuto="0"/>
      <p:bldP spid="2119" grpId="0" animBg="1" advAuto="0"/>
      <p:bldP spid="2120" grpId="0" animBg="1" advAuto="0"/>
      <p:bldP spid="2120" grpId="1" animBg="1" advAuto="0"/>
      <p:bldP spid="2121" grpId="0" animBg="1" advAuto="0"/>
      <p:bldP spid="2122" grpId="0" animBg="1" advAuto="0"/>
      <p:bldP spid="2122" grpId="1"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6" name="Title 4"/>
          <p:cNvSpPr txBox="1">
            <a:spLocks noGrp="1"/>
          </p:cNvSpPr>
          <p:nvPr>
            <p:ph type="title"/>
          </p:nvPr>
        </p:nvSpPr>
        <p:spPr>
          <a:xfrm>
            <a:off x="609600" y="264084"/>
            <a:ext cx="10972800" cy="946391"/>
          </a:xfrm>
          <a:prstGeom prst="rect">
            <a:avLst/>
          </a:prstGeom>
        </p:spPr>
        <p:txBody>
          <a:bodyPr/>
          <a:lstStyle/>
          <a:p>
            <a:r>
              <a:t>Approval and Publishing</a:t>
            </a:r>
          </a:p>
        </p:txBody>
      </p:sp>
      <p:pic>
        <p:nvPicPr>
          <p:cNvPr id="2127" name="Content Placeholder 7" descr="Content Placeholder 7"/>
          <p:cNvPicPr>
            <a:picLocks noChangeAspect="1"/>
          </p:cNvPicPr>
          <p:nvPr/>
        </p:nvPicPr>
        <p:blipFill>
          <a:blip r:embed="rId3"/>
          <a:srcRect l="24079"/>
          <a:stretch>
            <a:fillRect/>
          </a:stretch>
        </p:blipFill>
        <p:spPr>
          <a:xfrm>
            <a:off x="8507897" y="-2"/>
            <a:ext cx="3684105" cy="6853102"/>
          </a:xfrm>
          <a:prstGeom prst="rect">
            <a:avLst/>
          </a:prstGeom>
          <a:ln w="12700">
            <a:miter lim="400000"/>
          </a:ln>
        </p:spPr>
      </p:pic>
      <p:sp>
        <p:nvSpPr>
          <p:cNvPr id="2128" name="Scalability…"/>
          <p:cNvSpPr txBox="1"/>
          <p:nvPr/>
        </p:nvSpPr>
        <p:spPr>
          <a:xfrm>
            <a:off x="609598" y="1380044"/>
            <a:ext cx="6893860" cy="36195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spAutoFit/>
          </a:bodyPr>
          <a:lstStyle/>
          <a:p>
            <a:pPr marL="182563" indent="-182563">
              <a:lnSpc>
                <a:spcPct val="110000"/>
              </a:lnSpc>
              <a:spcBef>
                <a:spcPts val="1200"/>
              </a:spcBef>
              <a:buSzPct val="70000"/>
              <a:buChar char="▪"/>
              <a:defRPr sz="2400" b="1"/>
            </a:pPr>
            <a:r>
              <a:t>Publishing</a:t>
            </a:r>
            <a:r>
              <a:rPr b="0"/>
              <a:t> activates assets for AEM Publish and (Scene7) Dynamic Media</a:t>
            </a:r>
          </a:p>
          <a:p>
            <a:pPr marL="182563" indent="-182563">
              <a:lnSpc>
                <a:spcPct val="110000"/>
              </a:lnSpc>
              <a:spcBef>
                <a:spcPts val="1200"/>
              </a:spcBef>
              <a:buSzPct val="70000"/>
              <a:buChar char="▪"/>
              <a:defRPr sz="2400"/>
            </a:pPr>
            <a:r>
              <a:t>Approval is enforced only for </a:t>
            </a:r>
            <a:r>
              <a:rPr b="1"/>
              <a:t>Content Hub</a:t>
            </a:r>
            <a:r>
              <a:t> &amp; Dynamic Media </a:t>
            </a:r>
            <a:r>
              <a:rPr b="1"/>
              <a:t>Open API </a:t>
            </a:r>
            <a:r>
              <a:t>delivery (new delivery channels)</a:t>
            </a:r>
          </a:p>
          <a:p>
            <a:pPr marL="182563" indent="-182563">
              <a:lnSpc>
                <a:spcPct val="110000"/>
              </a:lnSpc>
              <a:spcBef>
                <a:spcPts val="1200"/>
              </a:spcBef>
              <a:buSzPct val="70000"/>
              <a:buChar char="▪"/>
              <a:defRPr sz="2400"/>
            </a:pPr>
            <a:r>
              <a:rPr b="1"/>
              <a:t>Publish</a:t>
            </a:r>
            <a:r>
              <a:t> = visibility, copy to publish instance / DM</a:t>
            </a:r>
            <a:br/>
            <a:br/>
            <a:r>
              <a:rPr b="1"/>
              <a:t>Approve</a:t>
            </a:r>
            <a:r>
              <a:t> = governance for new delivery channels</a:t>
            </a:r>
            <a:br/>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2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2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2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28" grpId="0" build="p" bldLvl="5" animBg="1" advAuto="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2" name="Title 1"/>
          <p:cNvSpPr txBox="1">
            <a:spLocks noGrp="1"/>
          </p:cNvSpPr>
          <p:nvPr>
            <p:ph type="title"/>
          </p:nvPr>
        </p:nvSpPr>
        <p:spPr>
          <a:xfrm>
            <a:off x="609600" y="264084"/>
            <a:ext cx="10972800" cy="946391"/>
          </a:xfrm>
          <a:prstGeom prst="rect">
            <a:avLst/>
          </a:prstGeom>
        </p:spPr>
        <p:txBody>
          <a:bodyPr/>
          <a:lstStyle/>
          <a:p>
            <a:r>
              <a:t>Activity 1.2 – Renditions, Publish, Delete</a:t>
            </a:r>
          </a:p>
        </p:txBody>
      </p:sp>
      <p:sp>
        <p:nvSpPr>
          <p:cNvPr id="2133" name="View static renditions…"/>
          <p:cNvSpPr txBox="1"/>
          <p:nvPr/>
        </p:nvSpPr>
        <p:spPr>
          <a:xfrm>
            <a:off x="595878" y="1574834"/>
            <a:ext cx="5405820" cy="27584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pPr>
              <a:buFont typeface="Wingdings"/>
              <a:defRPr sz="2400">
                <a:solidFill>
                  <a:srgbClr val="FFFFFF"/>
                </a:solidFill>
              </a:defRPr>
            </a:pPr>
            <a:r>
              <a:t>View static renditions</a:t>
            </a:r>
          </a:p>
          <a:p>
            <a:pPr>
              <a:buFont typeface="Wingdings"/>
              <a:defRPr sz="2400">
                <a:solidFill>
                  <a:srgbClr val="FFFFFF"/>
                </a:solidFill>
              </a:defRPr>
            </a:pPr>
            <a:r>
              <a:t>View dynamic renditions and smart crops</a:t>
            </a:r>
          </a:p>
          <a:p>
            <a:pPr>
              <a:buFont typeface="Wingdings"/>
              <a:defRPr sz="2400">
                <a:solidFill>
                  <a:srgbClr val="FFFFFF"/>
                </a:solidFill>
              </a:defRPr>
            </a:pPr>
            <a:r>
              <a:t>Publish</a:t>
            </a:r>
          </a:p>
          <a:p>
            <a:pPr>
              <a:buFont typeface="Wingdings"/>
              <a:defRPr sz="2400">
                <a:solidFill>
                  <a:srgbClr val="FFFFFF"/>
                </a:solidFill>
              </a:defRPr>
            </a:pPr>
            <a:r>
              <a:t>Review published renditions</a:t>
            </a:r>
          </a:p>
          <a:p>
            <a:pPr>
              <a:buFont typeface="Wingdings"/>
              <a:defRPr sz="2400">
                <a:solidFill>
                  <a:srgbClr val="FFFFFF"/>
                </a:solidFill>
              </a:defRPr>
            </a:pPr>
            <a:r>
              <a:t>Delete and restore</a:t>
            </a:r>
          </a:p>
          <a:p>
            <a:pPr>
              <a:buFont typeface="Wingdings"/>
              <a:defRPr sz="2400">
                <a:solidFill>
                  <a:srgbClr val="FFFFFF"/>
                </a:solidFill>
              </a:defRPr>
            </a:pPr>
            <a:endParaRPr/>
          </a:p>
          <a:p>
            <a:pPr>
              <a:buFont typeface="Wingdings"/>
              <a:defRPr sz="2400">
                <a:solidFill>
                  <a:srgbClr val="FFFFFF"/>
                </a:solidFill>
              </a:defRPr>
            </a:pPr>
            <a:r>
              <a:t>Stop at end of page 14</a:t>
            </a:r>
          </a:p>
        </p:txBody>
      </p:sp>
      <p:pic>
        <p:nvPicPr>
          <p:cNvPr id="2134" name="Screenshot 2025-12-19 at 21.45.44.png" descr="Screenshot 2025-12-19 at 21.45.44.png"/>
          <p:cNvPicPr>
            <a:picLocks noChangeAspect="1"/>
          </p:cNvPicPr>
          <p:nvPr/>
        </p:nvPicPr>
        <p:blipFill>
          <a:blip r:embed="rId2"/>
          <a:stretch>
            <a:fillRect/>
          </a:stretch>
        </p:blipFill>
        <p:spPr>
          <a:xfrm>
            <a:off x="6959503" y="1097727"/>
            <a:ext cx="3366493" cy="5243031"/>
          </a:xfrm>
          <a:prstGeom prst="rect">
            <a:avLst/>
          </a:prstGeom>
          <a:ln w="12700">
            <a:miter lim="400000"/>
          </a:ln>
        </p:spPr>
      </p:pic>
      <p:pic>
        <p:nvPicPr>
          <p:cNvPr id="2135" name="Screenshot 2025-12-19 at 21.46.21.png" descr="Screenshot 2025-12-19 at 21.46.21.png"/>
          <p:cNvPicPr>
            <a:picLocks noChangeAspect="1"/>
          </p:cNvPicPr>
          <p:nvPr/>
        </p:nvPicPr>
        <p:blipFill>
          <a:blip r:embed="rId3"/>
          <a:stretch>
            <a:fillRect/>
          </a:stretch>
        </p:blipFill>
        <p:spPr>
          <a:xfrm>
            <a:off x="8335805" y="490242"/>
            <a:ext cx="3366493" cy="3770149"/>
          </a:xfrm>
          <a:prstGeom prst="rect">
            <a:avLst/>
          </a:prstGeom>
          <a:ln w="12700">
            <a:miter lim="400000"/>
          </a:ln>
          <a:effectLst>
            <a:outerShdw blurRad="63500" dist="50800" dir="5400000" rotWithShape="0">
              <a:srgbClr val="000000">
                <a:alpha val="50000"/>
              </a:srgbClr>
            </a:outerShdw>
          </a:effectLst>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7" name="Title 1"/>
          <p:cNvSpPr txBox="1">
            <a:spLocks noGrp="1"/>
          </p:cNvSpPr>
          <p:nvPr>
            <p:ph type="title"/>
          </p:nvPr>
        </p:nvSpPr>
        <p:spPr>
          <a:xfrm>
            <a:off x="609600" y="264084"/>
            <a:ext cx="10972800" cy="946391"/>
          </a:xfrm>
          <a:prstGeom prst="rect">
            <a:avLst/>
          </a:prstGeom>
        </p:spPr>
        <p:txBody>
          <a:bodyPr/>
          <a:lstStyle/>
          <a:p>
            <a:r>
              <a:t>User Interface Foundations - Questions?</a:t>
            </a:r>
          </a:p>
        </p:txBody>
      </p:sp>
      <p:sp>
        <p:nvSpPr>
          <p:cNvPr id="2138"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139"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3" name="Title 1"/>
          <p:cNvSpPr txBox="1">
            <a:spLocks noGrp="1"/>
          </p:cNvSpPr>
          <p:nvPr>
            <p:ph type="title"/>
          </p:nvPr>
        </p:nvSpPr>
        <p:spPr>
          <a:prstGeom prst="rect">
            <a:avLst/>
          </a:prstGeom>
        </p:spPr>
        <p:txBody>
          <a:bodyPr>
            <a:noAutofit/>
          </a:bodyPr>
          <a:lstStyle/>
          <a:p>
            <a:r>
              <a:t>Module 2</a:t>
            </a:r>
          </a:p>
          <a:p>
            <a:r>
              <a:t>Metadata and Search</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7" name="Search first:  Meta-data instead of Folder structure"/>
          <p:cNvSpPr txBox="1">
            <a:spLocks noGrp="1"/>
          </p:cNvSpPr>
          <p:nvPr>
            <p:ph type="title"/>
          </p:nvPr>
        </p:nvSpPr>
        <p:spPr>
          <a:xfrm>
            <a:off x="609599" y="264084"/>
            <a:ext cx="4937762" cy="946391"/>
          </a:xfrm>
          <a:prstGeom prst="rect">
            <a:avLst/>
          </a:prstGeom>
        </p:spPr>
        <p:txBody>
          <a:bodyPr/>
          <a:lstStyle/>
          <a:p>
            <a:r>
              <a:t>Search first:  Metadata instead of Folder structure</a:t>
            </a:r>
          </a:p>
        </p:txBody>
      </p:sp>
      <p:sp>
        <p:nvSpPr>
          <p:cNvPr id="2148" name="Scalability…"/>
          <p:cNvSpPr txBox="1">
            <a:spLocks noGrp="1"/>
          </p:cNvSpPr>
          <p:nvPr>
            <p:ph type="body" idx="1"/>
          </p:nvPr>
        </p:nvSpPr>
        <p:spPr>
          <a:xfrm>
            <a:off x="609598" y="1334323"/>
            <a:ext cx="6893860" cy="4992625"/>
          </a:xfrm>
          <a:prstGeom prst="rect">
            <a:avLst/>
          </a:prstGeom>
        </p:spPr>
        <p:txBody>
          <a:bodyPr/>
          <a:lstStyle/>
          <a:p>
            <a:r>
              <a:t>Search bar and filters always visible</a:t>
            </a:r>
          </a:p>
          <a:p>
            <a:r>
              <a:t>Metadata drives all results</a:t>
            </a:r>
          </a:p>
          <a:p>
            <a:r>
              <a:t>Folder navigation is secondary</a:t>
            </a:r>
          </a:p>
          <a:p>
            <a:r>
              <a:t>AI and Smart Tags need metadata</a:t>
            </a:r>
          </a:p>
          <a:p>
            <a:r>
              <a:t>Scales with fast asset discovery</a:t>
            </a:r>
          </a:p>
          <a:p>
            <a:r>
              <a:t>Find by describing, not by remembering locations</a:t>
            </a:r>
          </a:p>
        </p:txBody>
      </p:sp>
      <p:pic>
        <p:nvPicPr>
          <p:cNvPr id="2149" name="Picture 11" descr="Picture 11"/>
          <p:cNvPicPr>
            <a:picLocks noChangeAspect="1"/>
          </p:cNvPicPr>
          <p:nvPr/>
        </p:nvPicPr>
        <p:blipFill>
          <a:blip r:embed="rId3"/>
          <a:srcRect t="8285" r="67255" b="3461"/>
          <a:stretch>
            <a:fillRect/>
          </a:stretch>
        </p:blipFill>
        <p:spPr>
          <a:xfrm>
            <a:off x="8762868" y="-1"/>
            <a:ext cx="3621873" cy="6858001"/>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4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4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4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4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4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4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1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8" grpId="0" build="p" bldLvl="5"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3" name="Title 1"/>
          <p:cNvSpPr txBox="1">
            <a:spLocks noGrp="1"/>
          </p:cNvSpPr>
          <p:nvPr>
            <p:ph type="title"/>
          </p:nvPr>
        </p:nvSpPr>
        <p:spPr>
          <a:xfrm>
            <a:off x="609600" y="264084"/>
            <a:ext cx="10972800" cy="946391"/>
          </a:xfrm>
          <a:prstGeom prst="rect">
            <a:avLst/>
          </a:prstGeom>
        </p:spPr>
        <p:txBody>
          <a:bodyPr/>
          <a:lstStyle/>
          <a:p>
            <a:r>
              <a:t>Exercise 2.1: Access Metadata</a:t>
            </a:r>
          </a:p>
        </p:txBody>
      </p:sp>
      <p:sp>
        <p:nvSpPr>
          <p:cNvPr id="2154" name="Content Placeholder 2"/>
          <p:cNvSpPr txBox="1">
            <a:spLocks noGrp="1"/>
          </p:cNvSpPr>
          <p:nvPr>
            <p:ph type="body" idx="4294967295"/>
          </p:nvPr>
        </p:nvSpPr>
        <p:spPr>
          <a:xfrm>
            <a:off x="609600" y="1554480"/>
            <a:ext cx="7730836" cy="4991101"/>
          </a:xfrm>
          <a:prstGeom prst="rect">
            <a:avLst/>
          </a:prstGeom>
        </p:spPr>
        <p:txBody>
          <a:bodyPr>
            <a:normAutofit/>
          </a:bodyPr>
          <a:lstStyle/>
          <a:p>
            <a:pPr>
              <a:defRPr sz="2400">
                <a:solidFill>
                  <a:srgbClr val="FFFFFF"/>
                </a:solidFill>
              </a:defRPr>
            </a:pPr>
            <a:r>
              <a:t>View metadata</a:t>
            </a:r>
          </a:p>
          <a:p>
            <a:pPr>
              <a:defRPr sz="2400">
                <a:solidFill>
                  <a:srgbClr val="FFFFFF"/>
                </a:solidFill>
              </a:defRPr>
            </a:pPr>
            <a:r>
              <a:t>Compare with local metadata view</a:t>
            </a:r>
            <a:br/>
            <a:br/>
            <a:r>
              <a:t>Stop at end of page 16!</a:t>
            </a:r>
          </a:p>
        </p:txBody>
      </p:sp>
      <p:pic>
        <p:nvPicPr>
          <p:cNvPr id="2155" name="Screenshot 2025-12-20 at 05.56.42.png" descr="Screenshot 2025-12-20 at 05.56.42.png"/>
          <p:cNvPicPr>
            <a:picLocks noChangeAspect="1"/>
          </p:cNvPicPr>
          <p:nvPr/>
        </p:nvPicPr>
        <p:blipFill>
          <a:blip r:embed="rId2"/>
          <a:stretch>
            <a:fillRect/>
          </a:stretch>
        </p:blipFill>
        <p:spPr>
          <a:xfrm>
            <a:off x="7431117" y="454136"/>
            <a:ext cx="4145552" cy="5949728"/>
          </a:xfrm>
          <a:prstGeom prst="rect">
            <a:avLst/>
          </a:prstGeom>
          <a:ln w="12700">
            <a:miter lim="400000"/>
          </a:ln>
        </p:spPr>
      </p:pic>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7" name="Title 1"/>
          <p:cNvSpPr txBox="1">
            <a:spLocks noGrp="1"/>
          </p:cNvSpPr>
          <p:nvPr>
            <p:ph type="title"/>
          </p:nvPr>
        </p:nvSpPr>
        <p:spPr>
          <a:xfrm>
            <a:off x="609600" y="264084"/>
            <a:ext cx="10972800" cy="946391"/>
          </a:xfrm>
          <a:prstGeom prst="rect">
            <a:avLst/>
          </a:prstGeom>
        </p:spPr>
        <p:txBody>
          <a:bodyPr/>
          <a:lstStyle/>
          <a:p>
            <a:r>
              <a:t>Assets View: </a:t>
            </a:r>
            <a:br/>
            <a:r>
              <a:t>Metadata Forms</a:t>
            </a:r>
          </a:p>
        </p:txBody>
      </p:sp>
      <p:sp>
        <p:nvSpPr>
          <p:cNvPr id="2158" name="Content Placeholder 2"/>
          <p:cNvSpPr txBox="1">
            <a:spLocks noGrp="1"/>
          </p:cNvSpPr>
          <p:nvPr>
            <p:ph type="body" sz="half" idx="4294967295"/>
          </p:nvPr>
        </p:nvSpPr>
        <p:spPr>
          <a:xfrm>
            <a:off x="609600" y="1335213"/>
            <a:ext cx="4038332" cy="4991101"/>
          </a:xfrm>
          <a:prstGeom prst="rect">
            <a:avLst/>
          </a:prstGeom>
        </p:spPr>
        <p:txBody>
          <a:bodyPr>
            <a:normAutofit/>
          </a:bodyPr>
          <a:lstStyle/>
          <a:p>
            <a:pPr marL="411162" indent="-228599">
              <a:buSzPct val="100000"/>
              <a:buFontTx/>
              <a:buChar char="▪"/>
              <a:defRPr sz="2400">
                <a:solidFill>
                  <a:srgbClr val="FFFFFF"/>
                </a:solidFill>
              </a:defRPr>
            </a:pPr>
            <a:r>
              <a:t>Controls fields on Asset Details page</a:t>
            </a:r>
          </a:p>
          <a:p>
            <a:pPr marL="411162" indent="-228599">
              <a:buSzPct val="100000"/>
              <a:buFontTx/>
              <a:buChar char="▪"/>
              <a:defRPr sz="2400">
                <a:solidFill>
                  <a:srgbClr val="FFFFFF"/>
                </a:solidFill>
              </a:defRPr>
            </a:pPr>
            <a:r>
              <a:t>Assign by </a:t>
            </a:r>
            <a:r>
              <a:rPr b="1"/>
              <a:t>MIME type</a:t>
            </a:r>
            <a:r>
              <a:t> or </a:t>
            </a:r>
            <a:r>
              <a:rPr b="1"/>
              <a:t>folder</a:t>
            </a:r>
          </a:p>
          <a:p>
            <a:pPr marL="411162" indent="-228599">
              <a:buSzPct val="100000"/>
              <a:buFontTx/>
              <a:buChar char="▪"/>
              <a:defRPr sz="2400">
                <a:solidFill>
                  <a:srgbClr val="FFFFFF"/>
                </a:solidFill>
              </a:defRPr>
            </a:pPr>
            <a:r>
              <a:t>Limited layout &amp; validation options</a:t>
            </a:r>
          </a:p>
        </p:txBody>
      </p:sp>
      <p:pic>
        <p:nvPicPr>
          <p:cNvPr id="2159" name="Graphic 4" descr="Graphic 4"/>
          <p:cNvPicPr>
            <a:picLocks noChangeAspect="1"/>
          </p:cNvPicPr>
          <p:nvPr/>
        </p:nvPicPr>
        <p:blipFill>
          <a:blip r:embed="rId3"/>
          <a:stretch>
            <a:fillRect/>
          </a:stretch>
        </p:blipFill>
        <p:spPr>
          <a:xfrm>
            <a:off x="11201751" y="264084"/>
            <a:ext cx="761299" cy="761300"/>
          </a:xfrm>
          <a:prstGeom prst="rect">
            <a:avLst/>
          </a:prstGeom>
          <a:ln w="12700">
            <a:miter lim="400000"/>
          </a:ln>
        </p:spPr>
      </p:pic>
      <p:pic>
        <p:nvPicPr>
          <p:cNvPr id="2160" name="Content Placeholder 5" descr="Content Placeholder 5"/>
          <p:cNvPicPr>
            <a:picLocks noChangeAspect="1"/>
          </p:cNvPicPr>
          <p:nvPr/>
        </p:nvPicPr>
        <p:blipFill>
          <a:blip r:embed="rId4"/>
          <a:stretch>
            <a:fillRect/>
          </a:stretch>
        </p:blipFill>
        <p:spPr>
          <a:xfrm>
            <a:off x="4896934" y="809191"/>
            <a:ext cx="7132561" cy="4976204"/>
          </a:xfrm>
          <a:prstGeom prst="rect">
            <a:avLst/>
          </a:prstGeom>
          <a:ln>
            <a:solidFill>
              <a:srgbClr val="808080"/>
            </a:solidFill>
          </a:ln>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4" name="MIME Type - Examples"/>
          <p:cNvSpPr txBox="1">
            <a:spLocks noGrp="1"/>
          </p:cNvSpPr>
          <p:nvPr>
            <p:ph type="title"/>
          </p:nvPr>
        </p:nvSpPr>
        <p:spPr>
          <a:prstGeom prst="rect">
            <a:avLst/>
          </a:prstGeom>
        </p:spPr>
        <p:txBody>
          <a:bodyPr/>
          <a:lstStyle/>
          <a:p>
            <a:r>
              <a:t>MIME Type - Examples</a:t>
            </a:r>
          </a:p>
        </p:txBody>
      </p:sp>
      <p:graphicFrame>
        <p:nvGraphicFramePr>
          <p:cNvPr id="2165" name="Table 1"/>
          <p:cNvGraphicFramePr/>
          <p:nvPr/>
        </p:nvGraphicFramePr>
        <p:xfrm>
          <a:off x="931888" y="1536335"/>
          <a:ext cx="10340924" cy="4584701"/>
        </p:xfrm>
        <a:graphic>
          <a:graphicData uri="http://schemas.openxmlformats.org/drawingml/2006/table">
            <a:tbl>
              <a:tblPr bandRow="1">
                <a:tableStyleId>{C7B018BB-80A7-4F77-B60F-C8B233D01FF8}</a:tableStyleId>
              </a:tblPr>
              <a:tblGrid>
                <a:gridCol w="2670563">
                  <a:extLst>
                    <a:ext uri="{9D8B030D-6E8A-4147-A177-3AD203B41FA5}">
                      <a16:colId xmlns:a16="http://schemas.microsoft.com/office/drawing/2014/main" val="20000"/>
                    </a:ext>
                  </a:extLst>
                </a:gridCol>
                <a:gridCol w="7657660">
                  <a:extLst>
                    <a:ext uri="{9D8B030D-6E8A-4147-A177-3AD203B41FA5}">
                      <a16:colId xmlns:a16="http://schemas.microsoft.com/office/drawing/2014/main" val="20001"/>
                    </a:ext>
                  </a:extLst>
                </a:gridCol>
              </a:tblGrid>
              <a:tr h="508000">
                <a:tc>
                  <a:txBody>
                    <a:bodyPr/>
                    <a:lstStyle/>
                    <a:p>
                      <a:pPr algn="l" defTabSz="457200">
                        <a:defRPr sz="1800"/>
                      </a:pPr>
                      <a:r>
                        <a:rPr sz="1600" b="1">
                          <a:latin typeface="+mj-lt"/>
                          <a:ea typeface="+mj-ea"/>
                          <a:cs typeface="+mj-cs"/>
                          <a:sym typeface="Helvetica"/>
                        </a:rPr>
                        <a:t>File type (common name)</a:t>
                      </a:r>
                    </a:p>
                  </a:txBody>
                  <a:tcPr marT="0" marB="0" anchor="ctr" horzOverflow="overflow">
                    <a:lnL w="12700">
                      <a:solidFill>
                        <a:srgbClr val="000000"/>
                      </a:solidFill>
                    </a:lnL>
                  </a:tcPr>
                </a:tc>
                <a:tc>
                  <a:txBody>
                    <a:bodyPr/>
                    <a:lstStyle/>
                    <a:p>
                      <a:pPr algn="l" defTabSz="457200">
                        <a:defRPr sz="1800"/>
                      </a:pPr>
                      <a:r>
                        <a:rPr sz="1600" b="1">
                          <a:latin typeface="+mj-lt"/>
                          <a:ea typeface="+mj-ea"/>
                          <a:cs typeface="+mj-cs"/>
                          <a:sym typeface="Helvetica"/>
                        </a:rPr>
                        <a:t>type/subtype</a:t>
                      </a:r>
                    </a:p>
                  </a:txBody>
                  <a:tcPr marT="0" marB="0" anchor="ctr" horzOverflow="overflow">
                    <a:lnR w="12700">
                      <a:solidFill>
                        <a:srgbClr val="000000"/>
                      </a:solidFill>
                    </a:lnR>
                  </a:tcPr>
                </a:tc>
                <a:extLst>
                  <a:ext uri="{0D108BD9-81ED-4DB2-BD59-A6C34878D82A}">
                    <a16:rowId xmlns:a16="http://schemas.microsoft.com/office/drawing/2014/main" val="10000"/>
                  </a:ext>
                </a:extLst>
              </a:tr>
              <a:tr h="508000">
                <a:tc>
                  <a:txBody>
                    <a:bodyPr/>
                    <a:lstStyle/>
                    <a:p>
                      <a:pPr algn="l" defTabSz="457200">
                        <a:defRPr sz="1800"/>
                      </a:pPr>
                      <a:r>
                        <a:rPr sz="1600">
                          <a:latin typeface="+mj-lt"/>
                          <a:ea typeface="+mj-ea"/>
                          <a:cs typeface="+mj-cs"/>
                          <a:sym typeface="Helvetica"/>
                        </a:rPr>
                        <a:t>JPEG image</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2">
                              <a:satOff val="-31873"/>
                              <a:lumOff val="-12039"/>
                            </a:schemeClr>
                          </a:solidFill>
                        </a:rPr>
                        <a:t>image</a:t>
                      </a:r>
                      <a:r>
                        <a:t>/jpeg</a:t>
                      </a:r>
                    </a:p>
                  </a:txBody>
                  <a:tcPr marT="0" marB="0" anchor="ctr" horzOverflow="overflow">
                    <a:lnR w="12700">
                      <a:solidFill>
                        <a:srgbClr val="000000"/>
                      </a:solidFill>
                    </a:lnR>
                  </a:tcPr>
                </a:tc>
                <a:extLst>
                  <a:ext uri="{0D108BD9-81ED-4DB2-BD59-A6C34878D82A}">
                    <a16:rowId xmlns:a16="http://schemas.microsoft.com/office/drawing/2014/main" val="10001"/>
                  </a:ext>
                </a:extLst>
              </a:tr>
              <a:tr h="508000">
                <a:tc>
                  <a:txBody>
                    <a:bodyPr/>
                    <a:lstStyle/>
                    <a:p>
                      <a:pPr algn="l" defTabSz="457200">
                        <a:defRPr sz="1800"/>
                      </a:pPr>
                      <a:r>
                        <a:rPr sz="1600">
                          <a:latin typeface="+mj-lt"/>
                          <a:ea typeface="+mj-ea"/>
                          <a:cs typeface="+mj-cs"/>
                          <a:sym typeface="Helvetica"/>
                        </a:rPr>
                        <a:t>PNG image</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2">
                              <a:satOff val="-31873"/>
                              <a:lumOff val="-12039"/>
                            </a:schemeClr>
                          </a:solidFill>
                        </a:rPr>
                        <a:t>image</a:t>
                      </a:r>
                      <a:r>
                        <a:t>/png</a:t>
                      </a:r>
                    </a:p>
                  </a:txBody>
                  <a:tcPr marT="0" marB="0" anchor="ctr" horzOverflow="overflow">
                    <a:lnR w="12700">
                      <a:solidFill>
                        <a:srgbClr val="000000"/>
                      </a:solidFill>
                    </a:lnR>
                  </a:tcPr>
                </a:tc>
                <a:extLst>
                  <a:ext uri="{0D108BD9-81ED-4DB2-BD59-A6C34878D82A}">
                    <a16:rowId xmlns:a16="http://schemas.microsoft.com/office/drawing/2014/main" val="10002"/>
                  </a:ext>
                </a:extLst>
              </a:tr>
              <a:tr h="508000">
                <a:tc>
                  <a:txBody>
                    <a:bodyPr/>
                    <a:lstStyle/>
                    <a:p>
                      <a:pPr algn="l" defTabSz="457200">
                        <a:defRPr sz="1800"/>
                      </a:pPr>
                      <a:r>
                        <a:rPr sz="1600">
                          <a:latin typeface="+mj-lt"/>
                          <a:ea typeface="+mj-ea"/>
                          <a:cs typeface="+mj-cs"/>
                          <a:sym typeface="Helvetica"/>
                        </a:rPr>
                        <a:t>SVG image</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2">
                              <a:satOff val="-31873"/>
                              <a:lumOff val="-12039"/>
                            </a:schemeClr>
                          </a:solidFill>
                        </a:rPr>
                        <a:t>image</a:t>
                      </a:r>
                      <a:r>
                        <a:t>/svg+xml</a:t>
                      </a:r>
                    </a:p>
                  </a:txBody>
                  <a:tcPr marT="0" marB="0" anchor="ctr" horzOverflow="overflow">
                    <a:lnR w="12700">
                      <a:solidFill>
                        <a:srgbClr val="000000"/>
                      </a:solidFill>
                    </a:lnR>
                  </a:tcPr>
                </a:tc>
                <a:extLst>
                  <a:ext uri="{0D108BD9-81ED-4DB2-BD59-A6C34878D82A}">
                    <a16:rowId xmlns:a16="http://schemas.microsoft.com/office/drawing/2014/main" val="10003"/>
                  </a:ext>
                </a:extLst>
              </a:tr>
              <a:tr h="508000">
                <a:tc>
                  <a:txBody>
                    <a:bodyPr/>
                    <a:lstStyle/>
                    <a:p>
                      <a:pPr algn="l" defTabSz="457200">
                        <a:defRPr sz="1800"/>
                      </a:pPr>
                      <a:r>
                        <a:rPr sz="1600">
                          <a:latin typeface="+mj-lt"/>
                          <a:ea typeface="+mj-ea"/>
                          <a:cs typeface="+mj-cs"/>
                          <a:sym typeface="Helvetica"/>
                        </a:rPr>
                        <a:t>PDF document</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6">
                              <a:lumOff val="-9215"/>
                            </a:schemeClr>
                          </a:solidFill>
                        </a:rPr>
                        <a:t>application</a:t>
                      </a:r>
                      <a:r>
                        <a:t>/pdf</a:t>
                      </a:r>
                    </a:p>
                  </a:txBody>
                  <a:tcPr marT="0" marB="0" anchor="ctr" horzOverflow="overflow">
                    <a:lnR w="12700">
                      <a:solidFill>
                        <a:srgbClr val="000000"/>
                      </a:solidFill>
                    </a:lnR>
                  </a:tcPr>
                </a:tc>
                <a:extLst>
                  <a:ext uri="{0D108BD9-81ED-4DB2-BD59-A6C34878D82A}">
                    <a16:rowId xmlns:a16="http://schemas.microsoft.com/office/drawing/2014/main" val="10004"/>
                  </a:ext>
                </a:extLst>
              </a:tr>
              <a:tr h="508000">
                <a:tc>
                  <a:txBody>
                    <a:bodyPr/>
                    <a:lstStyle/>
                    <a:p>
                      <a:pPr algn="l" defTabSz="457200">
                        <a:defRPr sz="1800"/>
                      </a:pPr>
                      <a:r>
                        <a:rPr sz="1600">
                          <a:latin typeface="+mj-lt"/>
                          <a:ea typeface="+mj-ea"/>
                          <a:cs typeface="+mj-cs"/>
                          <a:sym typeface="Helvetica"/>
                        </a:rPr>
                        <a:t>Word document (DOCX)</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6">
                              <a:lumOff val="-9215"/>
                            </a:schemeClr>
                          </a:solidFill>
                        </a:rPr>
                        <a:t>application</a:t>
                      </a:r>
                      <a:r>
                        <a:t>/vnd.openxmlformats-officedocument.wordprocessingml.document</a:t>
                      </a:r>
                    </a:p>
                  </a:txBody>
                  <a:tcPr marT="0" marB="0" anchor="ctr" horzOverflow="overflow">
                    <a:lnR w="12700">
                      <a:solidFill>
                        <a:srgbClr val="000000"/>
                      </a:solidFill>
                    </a:lnR>
                  </a:tcPr>
                </a:tc>
                <a:extLst>
                  <a:ext uri="{0D108BD9-81ED-4DB2-BD59-A6C34878D82A}">
                    <a16:rowId xmlns:a16="http://schemas.microsoft.com/office/drawing/2014/main" val="10005"/>
                  </a:ext>
                </a:extLst>
              </a:tr>
              <a:tr h="508000">
                <a:tc>
                  <a:txBody>
                    <a:bodyPr/>
                    <a:lstStyle/>
                    <a:p>
                      <a:pPr algn="l" defTabSz="457200">
                        <a:defRPr sz="1800"/>
                      </a:pPr>
                      <a:r>
                        <a:rPr sz="1600">
                          <a:latin typeface="+mj-lt"/>
                          <a:ea typeface="+mj-ea"/>
                          <a:cs typeface="+mj-cs"/>
                          <a:sym typeface="Helvetica"/>
                        </a:rPr>
                        <a:t>PowerPoint (PPTX)</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6">
                              <a:lumOff val="-9215"/>
                            </a:schemeClr>
                          </a:solidFill>
                        </a:rPr>
                        <a:t>application</a:t>
                      </a:r>
                      <a:r>
                        <a:t>/vnd.openxmlformats-officedocument.presentationml.presentation</a:t>
                      </a:r>
                    </a:p>
                  </a:txBody>
                  <a:tcPr marT="0" marB="0" anchor="ctr" horzOverflow="overflow">
                    <a:lnR w="12700">
                      <a:solidFill>
                        <a:srgbClr val="000000"/>
                      </a:solidFill>
                    </a:lnR>
                  </a:tcPr>
                </a:tc>
                <a:extLst>
                  <a:ext uri="{0D108BD9-81ED-4DB2-BD59-A6C34878D82A}">
                    <a16:rowId xmlns:a16="http://schemas.microsoft.com/office/drawing/2014/main" val="10006"/>
                  </a:ext>
                </a:extLst>
              </a:tr>
              <a:tr h="508000">
                <a:tc>
                  <a:txBody>
                    <a:bodyPr/>
                    <a:lstStyle/>
                    <a:p>
                      <a:pPr algn="l" defTabSz="457200">
                        <a:defRPr sz="1800"/>
                      </a:pPr>
                      <a:r>
                        <a:rPr sz="1600">
                          <a:latin typeface="+mj-lt"/>
                          <a:ea typeface="+mj-ea"/>
                          <a:cs typeface="+mj-cs"/>
                          <a:sym typeface="Helvetica"/>
                        </a:rPr>
                        <a:t>ZIP archive</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6">
                              <a:lumOff val="-9215"/>
                            </a:schemeClr>
                          </a:solidFill>
                        </a:rPr>
                        <a:t>application</a:t>
                      </a:r>
                      <a:r>
                        <a:t>/zip</a:t>
                      </a:r>
                    </a:p>
                  </a:txBody>
                  <a:tcPr marT="0" marB="0" anchor="ctr" horzOverflow="overflow">
                    <a:lnR w="12700">
                      <a:solidFill>
                        <a:srgbClr val="000000"/>
                      </a:solidFill>
                    </a:lnR>
                  </a:tcPr>
                </a:tc>
                <a:extLst>
                  <a:ext uri="{0D108BD9-81ED-4DB2-BD59-A6C34878D82A}">
                    <a16:rowId xmlns:a16="http://schemas.microsoft.com/office/drawing/2014/main" val="10007"/>
                  </a:ext>
                </a:extLst>
              </a:tr>
              <a:tr h="508000">
                <a:tc>
                  <a:txBody>
                    <a:bodyPr/>
                    <a:lstStyle/>
                    <a:p>
                      <a:pPr algn="l" defTabSz="457200">
                        <a:defRPr sz="1800"/>
                      </a:pPr>
                      <a:r>
                        <a:rPr sz="1600">
                          <a:latin typeface="+mj-lt"/>
                          <a:ea typeface="+mj-ea"/>
                          <a:cs typeface="+mj-cs"/>
                          <a:sym typeface="Helvetica"/>
                        </a:rPr>
                        <a:t>MP4 video</a:t>
                      </a:r>
                    </a:p>
                  </a:txBody>
                  <a:tcPr marT="0" marB="0" anchor="ctr" horzOverflow="overflow">
                    <a:lnL w="12700">
                      <a:solidFill>
                        <a:srgbClr val="000000"/>
                      </a:solidFill>
                    </a:lnL>
                  </a:tcPr>
                </a:tc>
                <a:tc>
                  <a:txBody>
                    <a:bodyPr/>
                    <a:lstStyle/>
                    <a:p>
                      <a:pPr algn="l" defTabSz="457200">
                        <a:defRPr sz="1600">
                          <a:latin typeface="+mj-lt"/>
                          <a:ea typeface="+mj-ea"/>
                          <a:cs typeface="+mj-cs"/>
                          <a:sym typeface="Helvetica"/>
                        </a:defRPr>
                      </a:pPr>
                      <a:r>
                        <a:rPr b="1">
                          <a:solidFill>
                            <a:schemeClr val="accent1">
                              <a:lumOff val="-6784"/>
                            </a:schemeClr>
                          </a:solidFill>
                        </a:rPr>
                        <a:t>video</a:t>
                      </a:r>
                      <a:r>
                        <a:t>/mp4</a:t>
                      </a:r>
                    </a:p>
                  </a:txBody>
                  <a:tcPr marT="0" marB="0" anchor="ctr" horzOverflow="overflow">
                    <a:lnR w="12700">
                      <a:solidFill>
                        <a:srgbClr val="000000"/>
                      </a:solidFill>
                    </a:lnR>
                  </a:tcPr>
                </a:tc>
                <a:extLst>
                  <a:ext uri="{0D108BD9-81ED-4DB2-BD59-A6C34878D82A}">
                    <a16:rowId xmlns:a16="http://schemas.microsoft.com/office/drawing/2014/main" val="10008"/>
                  </a:ext>
                </a:extLst>
              </a:tr>
            </a:tbl>
          </a:graphicData>
        </a:graphic>
      </p:graphicFrame>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 name="Adobe-provided Forms (used as templates)"/>
          <p:cNvSpPr txBox="1">
            <a:spLocks noGrp="1"/>
          </p:cNvSpPr>
          <p:nvPr>
            <p:ph type="title"/>
          </p:nvPr>
        </p:nvSpPr>
        <p:spPr>
          <a:prstGeom prst="rect">
            <a:avLst/>
          </a:prstGeom>
        </p:spPr>
        <p:txBody>
          <a:bodyPr/>
          <a:lstStyle/>
          <a:p>
            <a:r>
              <a:t>Adobe-provided Forms (used as templates)</a:t>
            </a:r>
          </a:p>
        </p:txBody>
      </p:sp>
      <p:grpSp>
        <p:nvGrpSpPr>
          <p:cNvPr id="2181" name="Group"/>
          <p:cNvGrpSpPr/>
          <p:nvPr/>
        </p:nvGrpSpPr>
        <p:grpSpPr>
          <a:xfrm>
            <a:off x="790134" y="1902515"/>
            <a:ext cx="10424345" cy="4499512"/>
            <a:chOff x="-249380" y="0"/>
            <a:chExt cx="10424344" cy="4499511"/>
          </a:xfrm>
        </p:grpSpPr>
        <p:pic>
          <p:nvPicPr>
            <p:cNvPr id="2170" name="Screenshot 2025-12-20 at 12.18.46.png" descr="Screenshot 2025-12-20 at 12.18.46.png"/>
            <p:cNvPicPr>
              <a:picLocks noChangeAspect="1"/>
            </p:cNvPicPr>
            <p:nvPr/>
          </p:nvPicPr>
          <p:blipFill>
            <a:blip r:embed="rId3"/>
            <a:stretch>
              <a:fillRect/>
            </a:stretch>
          </p:blipFill>
          <p:spPr>
            <a:xfrm>
              <a:off x="2780673" y="72886"/>
              <a:ext cx="3180391" cy="4426626"/>
            </a:xfrm>
            <a:prstGeom prst="rect">
              <a:avLst/>
            </a:prstGeom>
            <a:ln w="9525" cap="flat">
              <a:solidFill>
                <a:srgbClr val="808080"/>
              </a:solidFill>
              <a:prstDash val="solid"/>
              <a:round/>
            </a:ln>
            <a:effectLst/>
          </p:spPr>
        </p:pic>
        <p:sp>
          <p:nvSpPr>
            <p:cNvPr id="2171" name="application/pdf"/>
            <p:cNvSpPr txBox="1"/>
            <p:nvPr/>
          </p:nvSpPr>
          <p:spPr>
            <a:xfrm>
              <a:off x="-249381" y="1460310"/>
              <a:ext cx="1632787" cy="369147"/>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defTabSz="457200">
                <a:defRPr sz="1600">
                  <a:latin typeface="+mj-lt"/>
                  <a:ea typeface="+mj-ea"/>
                  <a:cs typeface="+mj-cs"/>
                  <a:sym typeface="Helvetica"/>
                </a:defRPr>
              </a:pPr>
              <a:r>
                <a:rPr b="1">
                  <a:solidFill>
                    <a:schemeClr val="accent6">
                      <a:lumOff val="-9215"/>
                    </a:schemeClr>
                  </a:solidFill>
                </a:rPr>
                <a:t>application</a:t>
              </a:r>
              <a:r>
                <a:t>/pdf</a:t>
              </a:r>
            </a:p>
          </p:txBody>
        </p:sp>
        <p:sp>
          <p:nvSpPr>
            <p:cNvPr id="2172" name="Line"/>
            <p:cNvSpPr/>
            <p:nvPr/>
          </p:nvSpPr>
          <p:spPr>
            <a:xfrm flipV="1">
              <a:off x="3543927" y="969455"/>
              <a:ext cx="2974569" cy="632896"/>
            </a:xfrm>
            <a:prstGeom prst="line">
              <a:avLst/>
            </a:prstGeom>
            <a:noFill/>
            <a:ln w="12700" cap="flat">
              <a:solidFill>
                <a:schemeClr val="accent6">
                  <a:lumOff val="-9215"/>
                </a:schemeClr>
              </a:solidFill>
              <a:prstDash val="solid"/>
              <a:miter lim="800000"/>
            </a:ln>
            <a:effectLst/>
          </p:spPr>
          <p:txBody>
            <a:bodyPr wrap="square" lIns="45719" tIns="45719" rIns="45719" bIns="45719" numCol="1" anchor="t">
              <a:noAutofit/>
            </a:bodyPr>
            <a:lstStyle/>
            <a:p>
              <a:endParaRPr/>
            </a:p>
          </p:txBody>
        </p:sp>
        <p:sp>
          <p:nvSpPr>
            <p:cNvPr id="2173" name="video/mp4"/>
            <p:cNvSpPr txBox="1"/>
            <p:nvPr/>
          </p:nvSpPr>
          <p:spPr>
            <a:xfrm>
              <a:off x="-213671" y="1848559"/>
              <a:ext cx="1297044" cy="380286"/>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defTabSz="457200">
                <a:defRPr sz="1600">
                  <a:latin typeface="+mj-lt"/>
                  <a:ea typeface="+mj-ea"/>
                  <a:cs typeface="+mj-cs"/>
                  <a:sym typeface="Helvetica"/>
                </a:defRPr>
              </a:pPr>
              <a:r>
                <a:rPr b="1">
                  <a:solidFill>
                    <a:schemeClr val="accent1">
                      <a:lumOff val="-6784"/>
                    </a:schemeClr>
                  </a:solidFill>
                </a:rPr>
                <a:t>video</a:t>
              </a:r>
              <a:r>
                <a:t>/mp4</a:t>
              </a:r>
            </a:p>
          </p:txBody>
        </p:sp>
        <p:sp>
          <p:nvSpPr>
            <p:cNvPr id="2174" name="Line"/>
            <p:cNvSpPr/>
            <p:nvPr/>
          </p:nvSpPr>
          <p:spPr>
            <a:xfrm>
              <a:off x="1111687" y="2038701"/>
              <a:ext cx="1740094" cy="1"/>
            </a:xfrm>
            <a:prstGeom prst="line">
              <a:avLst/>
            </a:prstGeom>
            <a:noFill/>
            <a:ln w="12700" cap="flat">
              <a:solidFill>
                <a:schemeClr val="accent1">
                  <a:lumOff val="-6784"/>
                </a:schemeClr>
              </a:solidFill>
              <a:prstDash val="solid"/>
              <a:miter lim="800000"/>
            </a:ln>
            <a:effectLst/>
          </p:spPr>
          <p:txBody>
            <a:bodyPr wrap="square" lIns="45719" tIns="45719" rIns="45719" bIns="45719" numCol="1" anchor="t">
              <a:noAutofit/>
            </a:bodyPr>
            <a:lstStyle/>
            <a:p>
              <a:endParaRPr/>
            </a:p>
          </p:txBody>
        </p:sp>
        <p:pic>
          <p:nvPicPr>
            <p:cNvPr id="2175" name="Screenshot 2025-12-21 at 12.15.30.png" descr="Screenshot 2025-12-21 at 12.15.30.png"/>
            <p:cNvPicPr>
              <a:picLocks noChangeAspect="1"/>
            </p:cNvPicPr>
            <p:nvPr/>
          </p:nvPicPr>
          <p:blipFill>
            <a:blip r:embed="rId4"/>
            <a:stretch>
              <a:fillRect/>
            </a:stretch>
          </p:blipFill>
          <p:spPr>
            <a:xfrm>
              <a:off x="6471913" y="1873987"/>
              <a:ext cx="3703052" cy="2596162"/>
            </a:xfrm>
            <a:prstGeom prst="rect">
              <a:avLst/>
            </a:prstGeom>
            <a:ln w="9525" cap="flat">
              <a:solidFill>
                <a:srgbClr val="808080"/>
              </a:solidFill>
              <a:prstDash val="solid"/>
              <a:round/>
            </a:ln>
            <a:effectLst/>
          </p:spPr>
        </p:pic>
        <p:sp>
          <p:nvSpPr>
            <p:cNvPr id="2176" name="Line"/>
            <p:cNvSpPr/>
            <p:nvPr/>
          </p:nvSpPr>
          <p:spPr>
            <a:xfrm>
              <a:off x="3348429" y="2044494"/>
              <a:ext cx="3111815" cy="292020"/>
            </a:xfrm>
            <a:prstGeom prst="line">
              <a:avLst/>
            </a:prstGeom>
            <a:noFill/>
            <a:ln w="12700" cap="flat">
              <a:solidFill>
                <a:schemeClr val="accent1">
                  <a:lumOff val="-6784"/>
                </a:schemeClr>
              </a:solidFill>
              <a:prstDash val="solid"/>
              <a:miter lim="800000"/>
            </a:ln>
            <a:effectLst/>
          </p:spPr>
          <p:txBody>
            <a:bodyPr wrap="square" lIns="45719" tIns="45719" rIns="45719" bIns="45719" numCol="1" anchor="t">
              <a:noAutofit/>
            </a:bodyPr>
            <a:lstStyle/>
            <a:p>
              <a:endParaRPr/>
            </a:p>
          </p:txBody>
        </p:sp>
        <p:pic>
          <p:nvPicPr>
            <p:cNvPr id="2177" name="Screenshot 2025-12-21 at 12.20.55.png" descr="Screenshot 2025-12-21 at 12.20.55.png"/>
            <p:cNvPicPr>
              <a:picLocks noChangeAspect="1"/>
            </p:cNvPicPr>
            <p:nvPr/>
          </p:nvPicPr>
          <p:blipFill>
            <a:blip r:embed="rId5"/>
            <a:stretch>
              <a:fillRect/>
            </a:stretch>
          </p:blipFill>
          <p:spPr>
            <a:xfrm>
              <a:off x="6515451" y="0"/>
              <a:ext cx="2554930" cy="1531441"/>
            </a:xfrm>
            <a:prstGeom prst="rect">
              <a:avLst/>
            </a:prstGeom>
            <a:ln w="12700" cap="flat">
              <a:solidFill>
                <a:srgbClr val="535353"/>
              </a:solidFill>
              <a:prstDash val="solid"/>
              <a:miter lim="800000"/>
            </a:ln>
            <a:effectLst/>
          </p:spPr>
        </p:pic>
        <p:sp>
          <p:nvSpPr>
            <p:cNvPr id="2178" name="Line"/>
            <p:cNvSpPr/>
            <p:nvPr/>
          </p:nvSpPr>
          <p:spPr>
            <a:xfrm>
              <a:off x="1460278" y="1644883"/>
              <a:ext cx="1382715" cy="1"/>
            </a:xfrm>
            <a:prstGeom prst="line">
              <a:avLst/>
            </a:prstGeom>
            <a:noFill/>
            <a:ln w="12700" cap="flat">
              <a:solidFill>
                <a:schemeClr val="accent6">
                  <a:lumOff val="-9215"/>
                </a:schemeClr>
              </a:solidFill>
              <a:prstDash val="solid"/>
              <a:miter lim="800000"/>
            </a:ln>
            <a:effectLst/>
          </p:spPr>
          <p:txBody>
            <a:bodyPr wrap="square" lIns="45719" tIns="45719" rIns="45719" bIns="45719" numCol="1" anchor="t">
              <a:noAutofit/>
            </a:bodyPr>
            <a:lstStyle/>
            <a:p>
              <a:endParaRPr/>
            </a:p>
          </p:txBody>
        </p:sp>
        <p:sp>
          <p:nvSpPr>
            <p:cNvPr id="2179" name="image/png"/>
            <p:cNvSpPr txBox="1"/>
            <p:nvPr/>
          </p:nvSpPr>
          <p:spPr>
            <a:xfrm>
              <a:off x="-197986" y="514453"/>
              <a:ext cx="1265674" cy="38545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t">
              <a:noAutofit/>
            </a:bodyPr>
            <a:lstStyle/>
            <a:p>
              <a:pPr defTabSz="457200">
                <a:defRPr sz="1600">
                  <a:latin typeface="+mj-lt"/>
                  <a:ea typeface="+mj-ea"/>
                  <a:cs typeface="+mj-cs"/>
                  <a:sym typeface="Helvetica"/>
                </a:defRPr>
              </a:pPr>
              <a:r>
                <a:rPr b="1">
                  <a:solidFill>
                    <a:schemeClr val="accent2">
                      <a:satOff val="-31873"/>
                      <a:lumOff val="-12039"/>
                    </a:schemeClr>
                  </a:solidFill>
                </a:rPr>
                <a:t>image</a:t>
              </a:r>
              <a:r>
                <a:t>/png</a:t>
              </a:r>
            </a:p>
          </p:txBody>
        </p:sp>
        <p:sp>
          <p:nvSpPr>
            <p:cNvPr id="2180" name="Line"/>
            <p:cNvSpPr/>
            <p:nvPr/>
          </p:nvSpPr>
          <p:spPr>
            <a:xfrm>
              <a:off x="1071535" y="669409"/>
              <a:ext cx="1747493" cy="1"/>
            </a:xfrm>
            <a:prstGeom prst="line">
              <a:avLst/>
            </a:prstGeom>
            <a:noFill/>
            <a:ln w="12700" cap="flat">
              <a:solidFill>
                <a:schemeClr val="accent2">
                  <a:satOff val="-31873"/>
                  <a:lumOff val="-12039"/>
                </a:schemeClr>
              </a:solidFill>
              <a:prstDash val="solid"/>
              <a:miter lim="800000"/>
            </a:ln>
            <a:effectLst/>
          </p:spPr>
          <p:txBody>
            <a:bodyPr wrap="square" lIns="45719" tIns="45719" rIns="45719" bIns="45719" numCol="1" anchor="t">
              <a:noAutofit/>
            </a:bodyPr>
            <a:lstStyle/>
            <a:p>
              <a:endParaRPr/>
            </a:p>
          </p:txBody>
        </p:sp>
      </p:grpSp>
      <p:sp>
        <p:nvSpPr>
          <p:cNvPr id="2182" name="Example MIME Type"/>
          <p:cNvSpPr txBox="1"/>
          <p:nvPr/>
        </p:nvSpPr>
        <p:spPr>
          <a:xfrm>
            <a:off x="916176" y="1370200"/>
            <a:ext cx="2018666"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Example MIME Type</a:t>
            </a:r>
          </a:p>
        </p:txBody>
      </p:sp>
      <p:sp>
        <p:nvSpPr>
          <p:cNvPr id="2183" name="Available forms"/>
          <p:cNvSpPr txBox="1"/>
          <p:nvPr/>
        </p:nvSpPr>
        <p:spPr>
          <a:xfrm>
            <a:off x="4597454" y="1370200"/>
            <a:ext cx="1529919"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Available forms</a:t>
            </a:r>
          </a:p>
        </p:txBody>
      </p:sp>
      <p:sp>
        <p:nvSpPr>
          <p:cNvPr id="2184" name="Example form contents"/>
          <p:cNvSpPr txBox="1"/>
          <p:nvPr/>
        </p:nvSpPr>
        <p:spPr>
          <a:xfrm>
            <a:off x="8278732" y="1370200"/>
            <a:ext cx="2263268"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p>
            <a:r>
              <a:t>Example form contents</a:t>
            </a:r>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8" name="Title 1"/>
          <p:cNvSpPr txBox="1">
            <a:spLocks noGrp="1"/>
          </p:cNvSpPr>
          <p:nvPr>
            <p:ph type="title"/>
          </p:nvPr>
        </p:nvSpPr>
        <p:spPr>
          <a:xfrm>
            <a:off x="609600" y="264084"/>
            <a:ext cx="10972800" cy="946391"/>
          </a:xfrm>
          <a:prstGeom prst="rect">
            <a:avLst/>
          </a:prstGeom>
        </p:spPr>
        <p:txBody>
          <a:bodyPr/>
          <a:lstStyle/>
          <a:p>
            <a:r>
              <a:t>Exercise 2.2: Apply Metadata Forms</a:t>
            </a:r>
          </a:p>
        </p:txBody>
      </p:sp>
      <p:sp>
        <p:nvSpPr>
          <p:cNvPr id="2189" name="Content Placeholder 2"/>
          <p:cNvSpPr txBox="1">
            <a:spLocks noGrp="1"/>
          </p:cNvSpPr>
          <p:nvPr>
            <p:ph type="body" idx="4294967295"/>
          </p:nvPr>
        </p:nvSpPr>
        <p:spPr>
          <a:xfrm>
            <a:off x="609600" y="1554480"/>
            <a:ext cx="7730836" cy="4991101"/>
          </a:xfrm>
          <a:prstGeom prst="rect">
            <a:avLst/>
          </a:prstGeom>
        </p:spPr>
        <p:txBody>
          <a:bodyPr>
            <a:normAutofit/>
          </a:bodyPr>
          <a:lstStyle/>
          <a:p>
            <a:pPr>
              <a:defRPr sz="2400">
                <a:solidFill>
                  <a:srgbClr val="FFFFFF"/>
                </a:solidFill>
              </a:defRPr>
            </a:pPr>
            <a:r>
              <a:t>Create a custom form to include access to photoshop:city</a:t>
            </a:r>
          </a:p>
          <a:p>
            <a:pPr>
              <a:defRPr sz="2400">
                <a:solidFill>
                  <a:srgbClr val="FFFFFF"/>
                </a:solidFill>
              </a:defRPr>
            </a:pPr>
            <a:r>
              <a:t>Apply form to our folders</a:t>
            </a:r>
          </a:p>
          <a:p>
            <a:pPr>
              <a:defRPr sz="2400">
                <a:solidFill>
                  <a:srgbClr val="FFFFFF"/>
                </a:solidFill>
              </a:defRPr>
            </a:pPr>
            <a:r>
              <a:t>Understand effect on MIME types</a:t>
            </a:r>
          </a:p>
          <a:p>
            <a:pPr>
              <a:defRPr sz="2400">
                <a:solidFill>
                  <a:srgbClr val="FFFFFF"/>
                </a:solidFill>
              </a:defRPr>
            </a:pPr>
            <a:endParaRPr/>
          </a:p>
          <a:p>
            <a:pPr>
              <a:buFontTx/>
              <a:defRPr sz="2800">
                <a:solidFill>
                  <a:srgbClr val="FFFFFF"/>
                </a:solidFill>
              </a:defRPr>
            </a:pPr>
            <a:r>
              <a:t>Challenge: Mixed MIME types and Metadata Forms</a:t>
            </a:r>
            <a:br/>
            <a:br/>
            <a:r>
              <a:t>Stop at the end of page 19!</a:t>
            </a:r>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 name="Title 1"/>
          <p:cNvSpPr txBox="1">
            <a:spLocks noGrp="1"/>
          </p:cNvSpPr>
          <p:nvPr>
            <p:ph type="title"/>
          </p:nvPr>
        </p:nvSpPr>
        <p:spPr>
          <a:xfrm>
            <a:off x="609600" y="264084"/>
            <a:ext cx="10972800" cy="946391"/>
          </a:xfrm>
          <a:prstGeom prst="rect">
            <a:avLst/>
          </a:prstGeom>
        </p:spPr>
        <p:txBody>
          <a:bodyPr/>
          <a:lstStyle/>
          <a:p>
            <a:r>
              <a:t>Search Capabilities – Assets View</a:t>
            </a:r>
          </a:p>
        </p:txBody>
      </p:sp>
      <p:sp>
        <p:nvSpPr>
          <p:cNvPr id="2192" name="Content Placeholder 2"/>
          <p:cNvSpPr txBox="1">
            <a:spLocks noGrp="1"/>
          </p:cNvSpPr>
          <p:nvPr>
            <p:ph type="body" idx="1"/>
          </p:nvPr>
        </p:nvSpPr>
        <p:spPr>
          <a:xfrm>
            <a:off x="609600" y="1334323"/>
            <a:ext cx="8084233" cy="4992625"/>
          </a:xfrm>
          <a:prstGeom prst="rect">
            <a:avLst/>
          </a:prstGeom>
        </p:spPr>
        <p:txBody>
          <a:bodyPr/>
          <a:lstStyle/>
          <a:p>
            <a:r>
              <a:t>Assets View search supports powerful features such as fuzzy search, boolean search, proximity, wild card, and suggestions.</a:t>
            </a:r>
          </a:p>
          <a:p>
            <a:r>
              <a:t>Assets View supports </a:t>
            </a:r>
            <a:r>
              <a:rPr i="1"/>
              <a:t>contextual search</a:t>
            </a:r>
            <a:r>
              <a:t>: natural language input;</a:t>
            </a:r>
          </a:p>
          <a:p>
            <a:pPr lvl="1">
              <a:defRPr sz="2000"/>
            </a:pPr>
            <a:r>
              <a:t>E.g., “images of mountains uploaded in the last month”</a:t>
            </a:r>
          </a:p>
          <a:p>
            <a:r>
              <a:t>Assets View uses AI for ranking results</a:t>
            </a:r>
          </a:p>
          <a:p>
            <a:r>
              <a:t>Aim: search by description, not file structure</a:t>
            </a:r>
          </a:p>
        </p:txBody>
      </p:sp>
      <p:pic>
        <p:nvPicPr>
          <p:cNvPr id="2193" name="Picture 6" descr="Picture 6"/>
          <p:cNvPicPr>
            <a:picLocks noChangeAspect="1"/>
          </p:cNvPicPr>
          <p:nvPr/>
        </p:nvPicPr>
        <p:blipFill>
          <a:blip r:embed="rId3"/>
          <a:stretch>
            <a:fillRect/>
          </a:stretch>
        </p:blipFill>
        <p:spPr>
          <a:xfrm>
            <a:off x="9320521" y="0"/>
            <a:ext cx="2871479" cy="68580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192">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19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19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19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19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1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2" grpId="0" build="p" bldLvl="5" animBg="1" advAuto="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7" name="UI - Contextual Search"/>
          <p:cNvSpPr txBox="1">
            <a:spLocks noGrp="1"/>
          </p:cNvSpPr>
          <p:nvPr>
            <p:ph type="title"/>
          </p:nvPr>
        </p:nvSpPr>
        <p:spPr>
          <a:prstGeom prst="rect">
            <a:avLst/>
          </a:prstGeom>
        </p:spPr>
        <p:txBody>
          <a:bodyPr/>
          <a:lstStyle/>
          <a:p>
            <a:r>
              <a:t>UI - Contextual Search</a:t>
            </a:r>
          </a:p>
        </p:txBody>
      </p:sp>
      <p:pic>
        <p:nvPicPr>
          <p:cNvPr id="2198" name="Screenshot 2025-12-19 at 20.31.22.png" descr="Screenshot 2025-12-19 at 20.31.22.png"/>
          <p:cNvPicPr>
            <a:picLocks noChangeAspect="1"/>
          </p:cNvPicPr>
          <p:nvPr/>
        </p:nvPicPr>
        <p:blipFill>
          <a:blip r:embed="rId3"/>
          <a:stretch>
            <a:fillRect/>
          </a:stretch>
        </p:blipFill>
        <p:spPr>
          <a:xfrm>
            <a:off x="1716702" y="1170969"/>
            <a:ext cx="8207189" cy="4516062"/>
          </a:xfrm>
          <a:prstGeom prst="rect">
            <a:avLst/>
          </a:prstGeom>
          <a:ln w="12700">
            <a:solidFill>
              <a:srgbClr val="535353"/>
            </a:solidFill>
            <a:miter lim="400000"/>
          </a:ln>
        </p:spPr>
      </p:pic>
      <p:sp>
        <p:nvSpPr>
          <p:cNvPr id="2199" name="Rectangle"/>
          <p:cNvSpPr/>
          <p:nvPr/>
        </p:nvSpPr>
        <p:spPr>
          <a:xfrm>
            <a:off x="1829338" y="1697125"/>
            <a:ext cx="572150" cy="245387"/>
          </a:xfrm>
          <a:prstGeom prst="rect">
            <a:avLst/>
          </a:prstGeom>
          <a:ln w="38100">
            <a:solidFill>
              <a:srgbClr val="FF001A"/>
            </a:solidFill>
            <a:miter/>
          </a:ln>
        </p:spPr>
        <p:txBody>
          <a:bodyPr lIns="45719" rIns="45719" anchor="ctr"/>
          <a:lstStyle/>
          <a:p>
            <a:endParaRPr/>
          </a:p>
        </p:txBody>
      </p:sp>
      <p:pic>
        <p:nvPicPr>
          <p:cNvPr id="2200" name="Screenshot 2025-12-21 at 14.55.07.png" descr="Screenshot 2025-12-21 at 14.55.07.png"/>
          <p:cNvPicPr>
            <a:picLocks noChangeAspect="1"/>
          </p:cNvPicPr>
          <p:nvPr/>
        </p:nvPicPr>
        <p:blipFill>
          <a:blip r:embed="rId4"/>
          <a:stretch>
            <a:fillRect/>
          </a:stretch>
        </p:blipFill>
        <p:spPr>
          <a:xfrm>
            <a:off x="4398560" y="1880283"/>
            <a:ext cx="7049304" cy="4554525"/>
          </a:xfrm>
          <a:prstGeom prst="rect">
            <a:avLst/>
          </a:prstGeom>
          <a:ln w="12700">
            <a:miter lim="400000"/>
          </a:ln>
          <a:effectLst>
            <a:outerShdw blurRad="88900" dist="50800" dir="5400000" rotWithShape="0">
              <a:srgbClr val="000000">
                <a:alpha val="50000"/>
              </a:srgbClr>
            </a:outerShdw>
          </a:effectLst>
        </p:spPr>
      </p:pic>
      <p:sp>
        <p:nvSpPr>
          <p:cNvPr id="2201" name="Line"/>
          <p:cNvSpPr/>
          <p:nvPr/>
        </p:nvSpPr>
        <p:spPr>
          <a:xfrm>
            <a:off x="2456427" y="1922032"/>
            <a:ext cx="2174113" cy="1849540"/>
          </a:xfrm>
          <a:prstGeom prst="line">
            <a:avLst/>
          </a:prstGeom>
          <a:ln w="50800">
            <a:solidFill>
              <a:schemeClr val="accent6"/>
            </a:solidFill>
            <a:miter/>
            <a:tailEnd type="triangle"/>
          </a:ln>
        </p:spPr>
        <p:txBody>
          <a:bodyPr lIns="45719" rIns="45719"/>
          <a:lstStyle/>
          <a:p>
            <a:endParaRPr/>
          </a:p>
        </p:txBody>
      </p:sp>
      <p:sp>
        <p:nvSpPr>
          <p:cNvPr id="2202" name="Rectangle"/>
          <p:cNvSpPr/>
          <p:nvPr/>
        </p:nvSpPr>
        <p:spPr>
          <a:xfrm>
            <a:off x="8744596" y="4128207"/>
            <a:ext cx="1116446" cy="550630"/>
          </a:xfrm>
          <a:prstGeom prst="rect">
            <a:avLst/>
          </a:prstGeom>
          <a:ln w="38100">
            <a:solidFill>
              <a:srgbClr val="FF001A"/>
            </a:solidFill>
            <a:miter/>
          </a:ln>
        </p:spPr>
        <p:txBody>
          <a:bodyPr lIns="45719" rIns="45719" anchor="ctr"/>
          <a:lstStyle/>
          <a:p>
            <a:endParaRPr/>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6" name="Title 1"/>
          <p:cNvSpPr txBox="1">
            <a:spLocks noGrp="1"/>
          </p:cNvSpPr>
          <p:nvPr>
            <p:ph type="title"/>
          </p:nvPr>
        </p:nvSpPr>
        <p:spPr>
          <a:xfrm>
            <a:off x="609600" y="264084"/>
            <a:ext cx="10972800" cy="946391"/>
          </a:xfrm>
          <a:prstGeom prst="rect">
            <a:avLst/>
          </a:prstGeom>
        </p:spPr>
        <p:txBody>
          <a:bodyPr/>
          <a:lstStyle/>
          <a:p>
            <a:r>
              <a:t>Exercise 2.3: Explore Search Features</a:t>
            </a:r>
          </a:p>
        </p:txBody>
      </p:sp>
      <p:sp>
        <p:nvSpPr>
          <p:cNvPr id="2207" name="Content Placeholder 2"/>
          <p:cNvSpPr txBox="1">
            <a:spLocks noGrp="1"/>
          </p:cNvSpPr>
          <p:nvPr>
            <p:ph type="body" idx="4294967295"/>
          </p:nvPr>
        </p:nvSpPr>
        <p:spPr>
          <a:xfrm>
            <a:off x="609600" y="1554480"/>
            <a:ext cx="7730836" cy="4991101"/>
          </a:xfrm>
          <a:prstGeom prst="rect">
            <a:avLst/>
          </a:prstGeom>
        </p:spPr>
        <p:txBody>
          <a:bodyPr>
            <a:normAutofit/>
          </a:bodyPr>
          <a:lstStyle/>
          <a:p>
            <a:pPr>
              <a:defRPr sz="2400">
                <a:solidFill>
                  <a:srgbClr val="FFFFFF"/>
                </a:solidFill>
              </a:defRPr>
            </a:pPr>
            <a:r>
              <a:t>Access search settings</a:t>
            </a:r>
          </a:p>
          <a:p>
            <a:pPr>
              <a:defRPr sz="2400">
                <a:solidFill>
                  <a:srgbClr val="FFFFFF"/>
                </a:solidFill>
              </a:defRPr>
            </a:pPr>
            <a:r>
              <a:t>Understand search filter configuration</a:t>
            </a:r>
          </a:p>
          <a:p>
            <a:pPr>
              <a:defRPr sz="2400">
                <a:solidFill>
                  <a:srgbClr val="FFFFFF"/>
                </a:solidFill>
              </a:defRPr>
            </a:pPr>
            <a:r>
              <a:t>Test drive contextual search</a:t>
            </a:r>
          </a:p>
          <a:p>
            <a:pPr>
              <a:defRPr sz="2400">
                <a:solidFill>
                  <a:srgbClr val="FFFFFF"/>
                </a:solidFill>
              </a:defRPr>
            </a:pPr>
            <a:r>
              <a:rPr b="1"/>
              <a:t>Challenge</a:t>
            </a:r>
            <a:r>
              <a:t>: Where is a result stored?</a:t>
            </a:r>
          </a:p>
        </p:txBody>
      </p:sp>
    </p:spTree>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9" name="Title 1"/>
          <p:cNvSpPr txBox="1">
            <a:spLocks noGrp="1"/>
          </p:cNvSpPr>
          <p:nvPr>
            <p:ph type="title"/>
          </p:nvPr>
        </p:nvSpPr>
        <p:spPr>
          <a:xfrm>
            <a:off x="609600" y="264084"/>
            <a:ext cx="10972800" cy="946391"/>
          </a:xfrm>
          <a:prstGeom prst="rect">
            <a:avLst/>
          </a:prstGeom>
        </p:spPr>
        <p:txBody>
          <a:bodyPr/>
          <a:lstStyle/>
          <a:p>
            <a:r>
              <a:t>Metadata and Search Summary</a:t>
            </a:r>
          </a:p>
        </p:txBody>
      </p:sp>
      <p:sp>
        <p:nvSpPr>
          <p:cNvPr id="2210" name="Content Placeholder 2"/>
          <p:cNvSpPr txBox="1">
            <a:spLocks noGrp="1"/>
          </p:cNvSpPr>
          <p:nvPr>
            <p:ph type="body" idx="1"/>
          </p:nvPr>
        </p:nvSpPr>
        <p:spPr>
          <a:prstGeom prst="rect">
            <a:avLst/>
          </a:prstGeom>
        </p:spPr>
        <p:txBody>
          <a:bodyPr/>
          <a:lstStyle/>
          <a:p>
            <a:r>
              <a:t>Assets View uses </a:t>
            </a:r>
            <a:r>
              <a:rPr b="1"/>
              <a:t>Metadata Forms</a:t>
            </a:r>
            <a:r>
              <a:t> to configure the metadata in the information panel</a:t>
            </a:r>
          </a:p>
          <a:p>
            <a:r>
              <a:t>Forms are UI filters, not definitions of data stores</a:t>
            </a:r>
          </a:p>
          <a:p>
            <a:r>
              <a:t>Same metadata exists in the repository regardless of UI (Assets View / Admin View)</a:t>
            </a:r>
          </a:p>
          <a:p>
            <a:r>
              <a:t>Assets View promotes metadata / search first</a:t>
            </a:r>
          </a:p>
          <a:p>
            <a:r>
              <a:t>Find by description!  </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4" name="Title 1"/>
          <p:cNvSpPr txBox="1">
            <a:spLocks noGrp="1"/>
          </p:cNvSpPr>
          <p:nvPr>
            <p:ph type="title"/>
          </p:nvPr>
        </p:nvSpPr>
        <p:spPr>
          <a:xfrm>
            <a:off x="609600" y="264084"/>
            <a:ext cx="10972800" cy="946391"/>
          </a:xfrm>
          <a:prstGeom prst="rect">
            <a:avLst/>
          </a:prstGeom>
        </p:spPr>
        <p:txBody>
          <a:bodyPr/>
          <a:lstStyle/>
          <a:p>
            <a:r>
              <a:t>Metadata and Search Questions?</a:t>
            </a:r>
          </a:p>
        </p:txBody>
      </p:sp>
      <p:sp>
        <p:nvSpPr>
          <p:cNvPr id="2215"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216"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0" name="Title 1"/>
          <p:cNvSpPr txBox="1">
            <a:spLocks noGrp="1"/>
          </p:cNvSpPr>
          <p:nvPr>
            <p:ph type="title"/>
          </p:nvPr>
        </p:nvSpPr>
        <p:spPr>
          <a:prstGeom prst="rect">
            <a:avLst/>
          </a:prstGeom>
        </p:spPr>
        <p:txBody>
          <a:bodyPr/>
          <a:lstStyle/>
          <a:p>
            <a:r>
              <a:t>Module 3</a:t>
            </a:r>
          </a:p>
          <a:p>
            <a:r>
              <a:t>Productivity Features</a:t>
            </a:r>
          </a:p>
        </p:txBody>
      </p:sp>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4" name="Quick Access"/>
          <p:cNvSpPr txBox="1">
            <a:spLocks noGrp="1"/>
          </p:cNvSpPr>
          <p:nvPr>
            <p:ph type="title"/>
          </p:nvPr>
        </p:nvSpPr>
        <p:spPr>
          <a:prstGeom prst="rect">
            <a:avLst/>
          </a:prstGeom>
        </p:spPr>
        <p:txBody>
          <a:bodyPr/>
          <a:lstStyle/>
          <a:p>
            <a:r>
              <a:t>Quick Access</a:t>
            </a:r>
          </a:p>
        </p:txBody>
      </p:sp>
      <p:sp>
        <p:nvSpPr>
          <p:cNvPr id="2225" name="Pin / unpin Assets, Folders, Collections…"/>
          <p:cNvSpPr txBox="1">
            <a:spLocks noGrp="1"/>
          </p:cNvSpPr>
          <p:nvPr>
            <p:ph type="body" sz="half" idx="1"/>
          </p:nvPr>
        </p:nvSpPr>
        <p:spPr>
          <a:prstGeom prst="rect">
            <a:avLst/>
          </a:prstGeom>
        </p:spPr>
        <p:txBody>
          <a:bodyPr/>
          <a:lstStyle/>
          <a:p>
            <a:r>
              <a:t>Pin / unpin Assets, Folders, Collections</a:t>
            </a:r>
          </a:p>
          <a:p>
            <a:r>
              <a:t>Pin for:</a:t>
            </a:r>
          </a:p>
          <a:p>
            <a:pPr lvl="2"/>
            <a:r>
              <a:t>you</a:t>
            </a:r>
          </a:p>
          <a:p>
            <a:pPr lvl="2"/>
            <a:r>
              <a:t>your organisation (admin / power user)</a:t>
            </a:r>
          </a:p>
          <a:p>
            <a:pPr lvl="2"/>
            <a:r>
              <a:t>groups (admin / power user)</a:t>
            </a:r>
          </a:p>
          <a:p>
            <a:endParaRPr/>
          </a:p>
          <a:p>
            <a:r>
              <a:t>“Shared” not related to “Share Link”</a:t>
            </a:r>
          </a:p>
        </p:txBody>
      </p:sp>
      <p:pic>
        <p:nvPicPr>
          <p:cNvPr id="2226" name="Screenshot 2025-12-22 at 06.57.04.png" descr="Screenshot 2025-12-22 at 06.57.04.png"/>
          <p:cNvPicPr>
            <a:picLocks noChangeAspect="1"/>
          </p:cNvPicPr>
          <p:nvPr/>
        </p:nvPicPr>
        <p:blipFill>
          <a:blip r:embed="rId3"/>
          <a:stretch>
            <a:fillRect/>
          </a:stretch>
        </p:blipFill>
        <p:spPr>
          <a:xfrm>
            <a:off x="7101894" y="553009"/>
            <a:ext cx="4646433" cy="3013903"/>
          </a:xfrm>
          <a:prstGeom prst="rect">
            <a:avLst/>
          </a:prstGeom>
          <a:ln w="12700">
            <a:miter lim="400000"/>
          </a:ln>
        </p:spPr>
      </p:pic>
      <p:pic>
        <p:nvPicPr>
          <p:cNvPr id="2227" name="Screenshot 2025-12-22 at 07.24.54.png" descr="Screenshot 2025-12-22 at 07.24.54.png"/>
          <p:cNvPicPr>
            <a:picLocks noChangeAspect="1"/>
          </p:cNvPicPr>
          <p:nvPr/>
        </p:nvPicPr>
        <p:blipFill>
          <a:blip r:embed="rId4"/>
          <a:stretch>
            <a:fillRect/>
          </a:stretch>
        </p:blipFill>
        <p:spPr>
          <a:xfrm>
            <a:off x="6035294" y="3779520"/>
            <a:ext cx="4672830" cy="2588878"/>
          </a:xfrm>
          <a:prstGeom prst="rect">
            <a:avLst/>
          </a:prstGeom>
          <a:ln w="12700">
            <a:solidFill>
              <a:srgbClr val="535353"/>
            </a:solidFill>
            <a:miter/>
          </a:ln>
        </p:spPr>
      </p:pic>
      <p:sp>
        <p:nvSpPr>
          <p:cNvPr id="2228" name="Line"/>
          <p:cNvSpPr/>
          <p:nvPr/>
        </p:nvSpPr>
        <p:spPr>
          <a:xfrm flipV="1">
            <a:off x="6739952" y="2119989"/>
            <a:ext cx="652142" cy="2240094"/>
          </a:xfrm>
          <a:prstGeom prst="line">
            <a:avLst/>
          </a:prstGeom>
          <a:ln w="12700">
            <a:solidFill>
              <a:schemeClr val="accent6"/>
            </a:solidFill>
            <a:miter/>
          </a:ln>
        </p:spPr>
        <p:txBody>
          <a:bodyPr lIns="45719" rIns="45719"/>
          <a:lstStyle/>
          <a:p>
            <a:endParaRPr/>
          </a:p>
        </p:txBody>
      </p:sp>
      <p:sp>
        <p:nvSpPr>
          <p:cNvPr id="2229" name="Rectangle"/>
          <p:cNvSpPr/>
          <p:nvPr/>
        </p:nvSpPr>
        <p:spPr>
          <a:xfrm>
            <a:off x="7406468" y="1989277"/>
            <a:ext cx="868134" cy="223436"/>
          </a:xfrm>
          <a:prstGeom prst="rect">
            <a:avLst/>
          </a:prstGeom>
          <a:ln w="12700">
            <a:solidFill>
              <a:schemeClr val="accent6"/>
            </a:solidFill>
            <a:miter/>
          </a:ln>
        </p:spPr>
        <p:txBody>
          <a:bodyPr lIns="45719" rIns="45719" anchor="ctr"/>
          <a:lstStyle/>
          <a:p>
            <a:endParaRPr/>
          </a:p>
        </p:txBody>
      </p:sp>
      <p:sp>
        <p:nvSpPr>
          <p:cNvPr id="2230" name="Rectangle"/>
          <p:cNvSpPr/>
          <p:nvPr/>
        </p:nvSpPr>
        <p:spPr>
          <a:xfrm>
            <a:off x="7406468" y="2281592"/>
            <a:ext cx="1260839" cy="420461"/>
          </a:xfrm>
          <a:prstGeom prst="rect">
            <a:avLst/>
          </a:prstGeom>
          <a:ln w="12700">
            <a:solidFill>
              <a:schemeClr val="accent6"/>
            </a:solidFill>
            <a:miter/>
          </a:ln>
        </p:spPr>
        <p:txBody>
          <a:bodyPr lIns="45719" rIns="45719" anchor="ctr"/>
          <a:lstStyle/>
          <a:p>
            <a:endParaRPr/>
          </a:p>
        </p:txBody>
      </p:sp>
      <p:sp>
        <p:nvSpPr>
          <p:cNvPr id="2231" name="Line"/>
          <p:cNvSpPr/>
          <p:nvPr/>
        </p:nvSpPr>
        <p:spPr>
          <a:xfrm flipV="1">
            <a:off x="7836822" y="2712614"/>
            <a:ext cx="210226" cy="1645522"/>
          </a:xfrm>
          <a:prstGeom prst="line">
            <a:avLst/>
          </a:prstGeom>
          <a:ln w="12700">
            <a:solidFill>
              <a:schemeClr val="accent6"/>
            </a:solidFill>
            <a:miter/>
          </a:ln>
        </p:spPr>
        <p:txBody>
          <a:bodyPr lIns="45719" rIns="45719"/>
          <a:lstStyle/>
          <a:p>
            <a:endParaRPr/>
          </a:p>
        </p:txBody>
      </p:sp>
      <p:sp>
        <p:nvSpPr>
          <p:cNvPr id="2232" name="Rectangle"/>
          <p:cNvSpPr/>
          <p:nvPr/>
        </p:nvSpPr>
        <p:spPr>
          <a:xfrm>
            <a:off x="6329150" y="4368697"/>
            <a:ext cx="974171" cy="358141"/>
          </a:xfrm>
          <a:prstGeom prst="rect">
            <a:avLst/>
          </a:prstGeom>
          <a:ln w="12700">
            <a:solidFill>
              <a:schemeClr val="accent6"/>
            </a:solidFill>
            <a:miter/>
          </a:ln>
        </p:spPr>
        <p:txBody>
          <a:bodyPr lIns="45719" rIns="45719" anchor="ctr"/>
          <a:lstStyle/>
          <a:p>
            <a:endParaRPr/>
          </a:p>
        </p:txBody>
      </p:sp>
      <p:sp>
        <p:nvSpPr>
          <p:cNvPr id="2233" name="Rectangle"/>
          <p:cNvSpPr/>
          <p:nvPr/>
        </p:nvSpPr>
        <p:spPr>
          <a:xfrm>
            <a:off x="7458083" y="4368697"/>
            <a:ext cx="764904" cy="358141"/>
          </a:xfrm>
          <a:prstGeom prst="rect">
            <a:avLst/>
          </a:prstGeom>
          <a:ln w="12700">
            <a:solidFill>
              <a:schemeClr val="accent6"/>
            </a:solidFill>
            <a:miter/>
          </a:ln>
        </p:spPr>
        <p:txBody>
          <a:bodyPr lIns="45719" rIns="45719" anchor="ctr"/>
          <a:lstStyle/>
          <a:p>
            <a:endParaRP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7" name="Title 1"/>
          <p:cNvSpPr txBox="1">
            <a:spLocks noGrp="1"/>
          </p:cNvSpPr>
          <p:nvPr>
            <p:ph type="title"/>
          </p:nvPr>
        </p:nvSpPr>
        <p:spPr>
          <a:xfrm>
            <a:off x="609600" y="264084"/>
            <a:ext cx="10972800" cy="946391"/>
          </a:xfrm>
          <a:prstGeom prst="rect">
            <a:avLst/>
          </a:prstGeom>
        </p:spPr>
        <p:txBody>
          <a:bodyPr/>
          <a:lstStyle/>
          <a:p>
            <a:r>
              <a:t>Exercise 3.1: Quick Access</a:t>
            </a:r>
          </a:p>
        </p:txBody>
      </p:sp>
      <p:sp>
        <p:nvSpPr>
          <p:cNvPr id="2238" name="Content Placeholder 2"/>
          <p:cNvSpPr txBox="1">
            <a:spLocks noGrp="1"/>
          </p:cNvSpPr>
          <p:nvPr>
            <p:ph type="body" idx="4294967295"/>
          </p:nvPr>
        </p:nvSpPr>
        <p:spPr>
          <a:xfrm>
            <a:off x="609600" y="1554480"/>
            <a:ext cx="7730836" cy="4991101"/>
          </a:xfrm>
          <a:prstGeom prst="rect">
            <a:avLst/>
          </a:prstGeom>
        </p:spPr>
        <p:txBody>
          <a:bodyPr>
            <a:normAutofit/>
          </a:bodyPr>
          <a:lstStyle/>
          <a:p>
            <a:pPr>
              <a:defRPr sz="2400">
                <a:solidFill>
                  <a:srgbClr val="FFFFFF"/>
                </a:solidFill>
              </a:defRPr>
            </a:pPr>
            <a:r>
              <a:t>Add folders and assets to Quick Access</a:t>
            </a:r>
          </a:p>
          <a:p>
            <a:pPr>
              <a:defRPr sz="2400">
                <a:solidFill>
                  <a:srgbClr val="FFFFFF"/>
                </a:solidFill>
              </a:defRPr>
            </a:pPr>
            <a:endParaRPr/>
          </a:p>
          <a:p>
            <a:pPr>
              <a:defRPr sz="2400">
                <a:solidFill>
                  <a:srgbClr val="FFFFFF"/>
                </a:solidFill>
              </a:defRPr>
            </a:pPr>
            <a:r>
              <a:t>Up to end of page 24</a:t>
            </a:r>
          </a:p>
        </p:txBody>
      </p:sp>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0" name="Notifications"/>
          <p:cNvSpPr txBox="1">
            <a:spLocks noGrp="1"/>
          </p:cNvSpPr>
          <p:nvPr>
            <p:ph type="title"/>
          </p:nvPr>
        </p:nvSpPr>
        <p:spPr>
          <a:prstGeom prst="rect">
            <a:avLst/>
          </a:prstGeom>
        </p:spPr>
        <p:txBody>
          <a:bodyPr/>
          <a:lstStyle/>
          <a:p>
            <a:r>
              <a:t>Notifications</a:t>
            </a:r>
          </a:p>
        </p:txBody>
      </p:sp>
      <p:sp>
        <p:nvSpPr>
          <p:cNvPr id="2241" name="Integrated with Experience Cloud notifications…"/>
          <p:cNvSpPr txBox="1">
            <a:spLocks noGrp="1"/>
          </p:cNvSpPr>
          <p:nvPr>
            <p:ph type="body" sz="half" idx="1"/>
          </p:nvPr>
        </p:nvSpPr>
        <p:spPr>
          <a:prstGeom prst="rect">
            <a:avLst/>
          </a:prstGeom>
        </p:spPr>
        <p:txBody>
          <a:bodyPr/>
          <a:lstStyle/>
          <a:p>
            <a:r>
              <a:t>Integrated with Experience Cloud notifications</a:t>
            </a:r>
          </a:p>
          <a:p>
            <a:r>
              <a:t>Configurable:</a:t>
            </a:r>
          </a:p>
          <a:p>
            <a:pPr lvl="2"/>
            <a:r>
              <a:t>In-app, email, integrations</a:t>
            </a:r>
          </a:p>
          <a:p>
            <a:pPr lvl="2"/>
            <a:r>
              <a:t>Popup</a:t>
            </a:r>
          </a:p>
          <a:p>
            <a:pPr lvl="2"/>
            <a:r>
              <a:t>Priorities</a:t>
            </a:r>
          </a:p>
          <a:p>
            <a:r>
              <a:t>“Watch” to add Assets View notifications</a:t>
            </a:r>
          </a:p>
        </p:txBody>
      </p:sp>
      <p:grpSp>
        <p:nvGrpSpPr>
          <p:cNvPr id="2249" name="Group"/>
          <p:cNvGrpSpPr/>
          <p:nvPr/>
        </p:nvGrpSpPr>
        <p:grpSpPr>
          <a:xfrm>
            <a:off x="5016142" y="433220"/>
            <a:ext cx="6963407" cy="5722836"/>
            <a:chOff x="-926097" y="0"/>
            <a:chExt cx="6963405" cy="5722835"/>
          </a:xfrm>
        </p:grpSpPr>
        <p:pic>
          <p:nvPicPr>
            <p:cNvPr id="2242" name="Screenshot 2025-12-22 at 07.33.33.png" descr="Screenshot 2025-12-22 at 07.33.33.png"/>
            <p:cNvPicPr>
              <a:picLocks noChangeAspect="1"/>
            </p:cNvPicPr>
            <p:nvPr/>
          </p:nvPicPr>
          <p:blipFill>
            <a:blip r:embed="rId3"/>
            <a:srcRect/>
            <a:stretch>
              <a:fillRect/>
            </a:stretch>
          </p:blipFill>
          <p:spPr>
            <a:xfrm>
              <a:off x="0" y="434871"/>
              <a:ext cx="4830132" cy="5287965"/>
            </a:xfrm>
            <a:prstGeom prst="rect">
              <a:avLst/>
            </a:prstGeom>
            <a:ln w="12700" cap="flat">
              <a:solidFill>
                <a:srgbClr val="535353"/>
              </a:solidFill>
              <a:prstDash val="solid"/>
              <a:miter lim="800000"/>
            </a:ln>
            <a:effectLst/>
          </p:spPr>
        </p:pic>
        <p:sp>
          <p:nvSpPr>
            <p:cNvPr id="2243" name="Rectangle"/>
            <p:cNvSpPr/>
            <p:nvPr/>
          </p:nvSpPr>
          <p:spPr>
            <a:xfrm>
              <a:off x="3492251" y="446953"/>
              <a:ext cx="486792" cy="442134"/>
            </a:xfrm>
            <a:prstGeom prst="rect">
              <a:avLst/>
            </a:prstGeom>
            <a:noFill/>
            <a:ln w="25400" cap="flat">
              <a:solidFill>
                <a:schemeClr val="accent6"/>
              </a:solidFill>
              <a:prstDash val="solid"/>
              <a:miter lim="800000"/>
            </a:ln>
            <a:effectLst/>
          </p:spPr>
          <p:txBody>
            <a:bodyPr wrap="square" lIns="45719" tIns="45719" rIns="45719" bIns="45719" numCol="1" anchor="ctr">
              <a:noAutofit/>
            </a:bodyPr>
            <a:lstStyle/>
            <a:p>
              <a:endParaRPr/>
            </a:p>
          </p:txBody>
        </p:sp>
        <p:sp>
          <p:nvSpPr>
            <p:cNvPr id="2244" name="Rectangle"/>
            <p:cNvSpPr/>
            <p:nvPr/>
          </p:nvSpPr>
          <p:spPr>
            <a:xfrm>
              <a:off x="1003989" y="4510523"/>
              <a:ext cx="578105" cy="442133"/>
            </a:xfrm>
            <a:prstGeom prst="rect">
              <a:avLst/>
            </a:prstGeom>
            <a:noFill/>
            <a:ln w="25400" cap="flat">
              <a:solidFill>
                <a:schemeClr val="accent6"/>
              </a:solidFill>
              <a:prstDash val="solid"/>
              <a:miter lim="800000"/>
            </a:ln>
            <a:effectLst/>
          </p:spPr>
          <p:txBody>
            <a:bodyPr wrap="square" lIns="45719" tIns="45719" rIns="45719" bIns="45719" numCol="1" anchor="ctr">
              <a:noAutofit/>
            </a:bodyPr>
            <a:lstStyle/>
            <a:p>
              <a:endParaRPr/>
            </a:p>
          </p:txBody>
        </p:sp>
        <p:sp>
          <p:nvSpPr>
            <p:cNvPr id="2245" name="Rectangle"/>
            <p:cNvSpPr/>
            <p:nvPr/>
          </p:nvSpPr>
          <p:spPr>
            <a:xfrm>
              <a:off x="4085999" y="1061324"/>
              <a:ext cx="578105" cy="442133"/>
            </a:xfrm>
            <a:prstGeom prst="rect">
              <a:avLst/>
            </a:prstGeom>
            <a:noFill/>
            <a:ln w="25400" cap="flat">
              <a:solidFill>
                <a:schemeClr val="accent6"/>
              </a:solidFill>
              <a:prstDash val="solid"/>
              <a:miter lim="800000"/>
            </a:ln>
            <a:effectLst/>
          </p:spPr>
          <p:txBody>
            <a:bodyPr wrap="square" lIns="45719" tIns="45719" rIns="45719" bIns="45719" numCol="1" anchor="ctr">
              <a:noAutofit/>
            </a:bodyPr>
            <a:lstStyle/>
            <a:p>
              <a:endParaRPr/>
            </a:p>
          </p:txBody>
        </p:sp>
        <p:sp>
          <p:nvSpPr>
            <p:cNvPr id="2246" name="Access notifications"/>
            <p:cNvSpPr txBox="1"/>
            <p:nvPr/>
          </p:nvSpPr>
          <p:spPr>
            <a:xfrm>
              <a:off x="2780149" y="0"/>
              <a:ext cx="1910996" cy="370840"/>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chemeClr val="accent6"/>
                  </a:solidFill>
                </a:defRPr>
              </a:lvl1pPr>
            </a:lstStyle>
            <a:p>
              <a:r>
                <a:t>Access notifications</a:t>
              </a:r>
            </a:p>
          </p:txBody>
        </p:sp>
        <p:sp>
          <p:nvSpPr>
            <p:cNvPr id="2247" name="Preferences"/>
            <p:cNvSpPr txBox="1"/>
            <p:nvPr/>
          </p:nvSpPr>
          <p:spPr>
            <a:xfrm>
              <a:off x="4849603" y="1096970"/>
              <a:ext cx="1187705" cy="370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chemeClr val="accent6"/>
                  </a:solidFill>
                </a:defRPr>
              </a:lvl1pPr>
            </a:lstStyle>
            <a:p>
              <a:r>
                <a:t>Preferences</a:t>
              </a:r>
            </a:p>
          </p:txBody>
        </p:sp>
        <p:sp>
          <p:nvSpPr>
            <p:cNvPr id="2248" name="Product"/>
            <p:cNvSpPr txBox="1"/>
            <p:nvPr/>
          </p:nvSpPr>
          <p:spPr>
            <a:xfrm>
              <a:off x="-926098" y="4463512"/>
              <a:ext cx="830403" cy="3708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tIns="45719" rIns="45719" bIns="45719" numCol="1" anchor="t">
              <a:spAutoFit/>
            </a:bodyPr>
            <a:lstStyle>
              <a:lvl1pPr>
                <a:defRPr>
                  <a:solidFill>
                    <a:schemeClr val="accent6"/>
                  </a:solidFill>
                </a:defRPr>
              </a:lvl1pPr>
            </a:lstStyle>
            <a:p>
              <a:r>
                <a:t>Product</a:t>
              </a:r>
            </a:p>
          </p:txBody>
        </p:sp>
      </p:grpSp>
      <p:sp>
        <p:nvSpPr>
          <p:cNvPr id="2250" name="Line"/>
          <p:cNvSpPr/>
          <p:nvPr/>
        </p:nvSpPr>
        <p:spPr>
          <a:xfrm>
            <a:off x="5856852" y="5128216"/>
            <a:ext cx="1055542" cy="1"/>
          </a:xfrm>
          <a:prstGeom prst="line">
            <a:avLst/>
          </a:prstGeom>
          <a:ln w="25400">
            <a:solidFill>
              <a:schemeClr val="accent6"/>
            </a:solidFill>
            <a:miter/>
          </a:ln>
        </p:spPr>
        <p:txBody>
          <a:bodyPr lIns="45719" rIns="45719"/>
          <a:lstStyle/>
          <a:p>
            <a:endParaRP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 name="Title 1"/>
          <p:cNvSpPr txBox="1">
            <a:spLocks noGrp="1"/>
          </p:cNvSpPr>
          <p:nvPr>
            <p:ph type="title"/>
          </p:nvPr>
        </p:nvSpPr>
        <p:spPr>
          <a:xfrm>
            <a:off x="609600" y="264084"/>
            <a:ext cx="10972800" cy="946391"/>
          </a:xfrm>
          <a:prstGeom prst="rect">
            <a:avLst/>
          </a:prstGeom>
        </p:spPr>
        <p:txBody>
          <a:bodyPr/>
          <a:lstStyle/>
          <a:p>
            <a:r>
              <a:t>Exercise 3.2: Notifications</a:t>
            </a:r>
          </a:p>
        </p:txBody>
      </p:sp>
      <p:sp>
        <p:nvSpPr>
          <p:cNvPr id="2255" name="Content Placeholder 2"/>
          <p:cNvSpPr txBox="1">
            <a:spLocks noGrp="1"/>
          </p:cNvSpPr>
          <p:nvPr>
            <p:ph type="body" idx="4294967295"/>
          </p:nvPr>
        </p:nvSpPr>
        <p:spPr>
          <a:xfrm>
            <a:off x="609600" y="1554480"/>
            <a:ext cx="7730836" cy="4991101"/>
          </a:xfrm>
          <a:prstGeom prst="rect">
            <a:avLst/>
          </a:prstGeom>
        </p:spPr>
        <p:txBody>
          <a:bodyPr>
            <a:normAutofit/>
          </a:bodyPr>
          <a:lstStyle/>
          <a:p>
            <a:pPr>
              <a:defRPr sz="2400">
                <a:solidFill>
                  <a:srgbClr val="FFFFFF"/>
                </a:solidFill>
              </a:defRPr>
            </a:pPr>
            <a:r>
              <a:t>Watch items </a:t>
            </a:r>
          </a:p>
          <a:p>
            <a:pPr>
              <a:defRPr sz="2400">
                <a:solidFill>
                  <a:srgbClr val="FFFFFF"/>
                </a:solidFill>
              </a:defRPr>
            </a:pPr>
            <a:r>
              <a:t>Configure notifications</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7" name="Insights"/>
          <p:cNvSpPr txBox="1">
            <a:spLocks noGrp="1"/>
          </p:cNvSpPr>
          <p:nvPr>
            <p:ph type="title"/>
          </p:nvPr>
        </p:nvSpPr>
        <p:spPr>
          <a:prstGeom prst="rect">
            <a:avLst/>
          </a:prstGeom>
        </p:spPr>
        <p:txBody>
          <a:bodyPr/>
          <a:lstStyle/>
          <a:p>
            <a:r>
              <a:t>Insights</a:t>
            </a:r>
          </a:p>
        </p:txBody>
      </p:sp>
      <p:sp>
        <p:nvSpPr>
          <p:cNvPr id="2258" name="Simple analytics: Downloads, Uploads, Asset counts, Searches…"/>
          <p:cNvSpPr txBox="1">
            <a:spLocks noGrp="1"/>
          </p:cNvSpPr>
          <p:nvPr>
            <p:ph type="body" sz="half" idx="1"/>
          </p:nvPr>
        </p:nvSpPr>
        <p:spPr>
          <a:xfrm>
            <a:off x="644297" y="1334451"/>
            <a:ext cx="4937761" cy="4992625"/>
          </a:xfrm>
          <a:prstGeom prst="rect">
            <a:avLst/>
          </a:prstGeom>
        </p:spPr>
        <p:txBody>
          <a:bodyPr/>
          <a:lstStyle/>
          <a:p>
            <a:r>
              <a:t>Simple analytics: Downloads, Uploads, Asset counts, Searches</a:t>
            </a:r>
          </a:p>
          <a:p>
            <a:r>
              <a:t>Product scoped, i.e. no combined reporting of Asset interactions in Content Hub or other distribution channels.</a:t>
            </a:r>
          </a:p>
          <a:p>
            <a:r>
              <a:t>No inclusion of activity via integrations, e.g. Edge Delivery Service assets integration </a:t>
            </a:r>
          </a:p>
        </p:txBody>
      </p:sp>
      <p:pic>
        <p:nvPicPr>
          <p:cNvPr id="2259" name="Screenshot 2025-12-22 at 08.30.45.png" descr="Screenshot 2025-12-22 at 08.30.45.png"/>
          <p:cNvPicPr>
            <a:picLocks noChangeAspect="1"/>
          </p:cNvPicPr>
          <p:nvPr/>
        </p:nvPicPr>
        <p:blipFill>
          <a:blip r:embed="rId3"/>
          <a:stretch>
            <a:fillRect/>
          </a:stretch>
        </p:blipFill>
        <p:spPr>
          <a:xfrm>
            <a:off x="6246637" y="1162757"/>
            <a:ext cx="5181552" cy="2146833"/>
          </a:xfrm>
          <a:prstGeom prst="rect">
            <a:avLst/>
          </a:prstGeom>
          <a:ln w="12700">
            <a:solidFill>
              <a:srgbClr val="535353"/>
            </a:solidFill>
            <a:miter lim="400000"/>
          </a:ln>
        </p:spPr>
      </p:pic>
      <p:pic>
        <p:nvPicPr>
          <p:cNvPr id="2260" name="Screenshot 2025-12-22 at 08.33.18.png" descr="Screenshot 2025-12-22 at 08.33.18.png"/>
          <p:cNvPicPr>
            <a:picLocks noChangeAspect="1"/>
          </p:cNvPicPr>
          <p:nvPr/>
        </p:nvPicPr>
        <p:blipFill>
          <a:blip r:embed="rId4"/>
          <a:stretch>
            <a:fillRect/>
          </a:stretch>
        </p:blipFill>
        <p:spPr>
          <a:xfrm>
            <a:off x="6112599" y="3458184"/>
            <a:ext cx="5449629" cy="2828027"/>
          </a:xfrm>
          <a:prstGeom prst="rect">
            <a:avLst/>
          </a:prstGeom>
          <a:ln w="12700">
            <a:solidFill>
              <a:srgbClr val="535353"/>
            </a:solidFill>
            <a:miter lim="400000"/>
          </a:ln>
        </p:spPr>
      </p:pic>
      <p:sp>
        <p:nvSpPr>
          <p:cNvPr id="2261" name="Rectangle"/>
          <p:cNvSpPr/>
          <p:nvPr/>
        </p:nvSpPr>
        <p:spPr>
          <a:xfrm>
            <a:off x="10841229" y="1174702"/>
            <a:ext cx="590805" cy="319244"/>
          </a:xfrm>
          <a:prstGeom prst="rect">
            <a:avLst/>
          </a:prstGeom>
          <a:ln w="25400">
            <a:solidFill>
              <a:schemeClr val="accent6"/>
            </a:solidFill>
            <a:miter/>
          </a:ln>
        </p:spPr>
        <p:txBody>
          <a:bodyPr lIns="45719" rIns="45719" anchor="ctr"/>
          <a:lstStyle/>
          <a:p>
            <a:endParaRP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258">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5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5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25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8" grpId="0" build="p" bldLvl="5" animBg="1" advAuto="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5" name="Reports"/>
          <p:cNvSpPr txBox="1">
            <a:spLocks noGrp="1"/>
          </p:cNvSpPr>
          <p:nvPr>
            <p:ph type="title"/>
          </p:nvPr>
        </p:nvSpPr>
        <p:spPr>
          <a:prstGeom prst="rect">
            <a:avLst/>
          </a:prstGeom>
        </p:spPr>
        <p:txBody>
          <a:bodyPr/>
          <a:lstStyle/>
          <a:p>
            <a:r>
              <a:t>Reports</a:t>
            </a:r>
          </a:p>
        </p:txBody>
      </p:sp>
      <p:sp>
        <p:nvSpPr>
          <p:cNvPr id="2266" name="Three report types.  Upload / download as expected…"/>
          <p:cNvSpPr txBox="1">
            <a:spLocks noGrp="1"/>
          </p:cNvSpPr>
          <p:nvPr>
            <p:ph type="body" sz="half" idx="1"/>
          </p:nvPr>
        </p:nvSpPr>
        <p:spPr>
          <a:prstGeom prst="rect">
            <a:avLst/>
          </a:prstGeom>
        </p:spPr>
        <p:txBody>
          <a:bodyPr/>
          <a:lstStyle/>
          <a:p>
            <a:r>
              <a:t>Three report types.  Upload / download as expected</a:t>
            </a:r>
          </a:p>
          <a:p>
            <a:r>
              <a:t>Dynamic Media shows any assets request using a Dynamic Media URL</a:t>
            </a:r>
          </a:p>
        </p:txBody>
      </p:sp>
      <p:pic>
        <p:nvPicPr>
          <p:cNvPr id="2267" name="Screenshot 2025-12-22 at 17.39.37.png" descr="Screenshot 2025-12-22 at 17.39.37.png"/>
          <p:cNvPicPr>
            <a:picLocks noChangeAspect="1"/>
          </p:cNvPicPr>
          <p:nvPr/>
        </p:nvPicPr>
        <p:blipFill>
          <a:blip r:embed="rId3"/>
          <a:stretch>
            <a:fillRect/>
          </a:stretch>
        </p:blipFill>
        <p:spPr>
          <a:xfrm>
            <a:off x="8022047" y="476940"/>
            <a:ext cx="3329016" cy="4216754"/>
          </a:xfrm>
          <a:prstGeom prst="rect">
            <a:avLst/>
          </a:prstGeom>
          <a:ln w="12700">
            <a:solidFill>
              <a:srgbClr val="535353"/>
            </a:solidFill>
            <a:miter lim="400000"/>
          </a:ln>
        </p:spPr>
      </p:pic>
      <p:pic>
        <p:nvPicPr>
          <p:cNvPr id="2268" name="Screenshot 2025-12-22 at 18.10.36.png" descr="Screenshot 2025-12-22 at 18.10.36.png"/>
          <p:cNvPicPr>
            <a:picLocks noChangeAspect="1"/>
          </p:cNvPicPr>
          <p:nvPr/>
        </p:nvPicPr>
        <p:blipFill>
          <a:blip r:embed="rId4"/>
          <a:stretch>
            <a:fillRect/>
          </a:stretch>
        </p:blipFill>
        <p:spPr>
          <a:xfrm>
            <a:off x="3126352" y="5277260"/>
            <a:ext cx="7003618" cy="719915"/>
          </a:xfrm>
          <a:prstGeom prst="rect">
            <a:avLst/>
          </a:prstGeom>
          <a:ln w="12700">
            <a:solidFill>
              <a:srgbClr val="535353"/>
            </a:solidFill>
            <a:miter lim="400000"/>
          </a:ln>
        </p:spPr>
      </p:pic>
      <p:pic>
        <p:nvPicPr>
          <p:cNvPr id="2269" name="Screenshot 2025-12-22 at 18.12.02.png" descr="Screenshot 2025-12-22 at 18.12.02.png"/>
          <p:cNvPicPr>
            <a:picLocks noChangeAspect="1"/>
          </p:cNvPicPr>
          <p:nvPr/>
        </p:nvPicPr>
        <p:blipFill>
          <a:blip r:embed="rId5"/>
          <a:stretch>
            <a:fillRect/>
          </a:stretch>
        </p:blipFill>
        <p:spPr>
          <a:xfrm>
            <a:off x="5857682" y="1308492"/>
            <a:ext cx="1847693" cy="2553650"/>
          </a:xfrm>
          <a:prstGeom prst="rect">
            <a:avLst/>
          </a:prstGeom>
          <a:ln w="12700">
            <a:solidFill>
              <a:srgbClr val="535353"/>
            </a:solidFill>
            <a:miter lim="400000"/>
          </a:ln>
        </p:spPr>
      </p:pic>
      <p:sp>
        <p:nvSpPr>
          <p:cNvPr id="2270" name="Rectangle"/>
          <p:cNvSpPr/>
          <p:nvPr/>
        </p:nvSpPr>
        <p:spPr>
          <a:xfrm>
            <a:off x="5952636" y="1892011"/>
            <a:ext cx="987560" cy="340102"/>
          </a:xfrm>
          <a:prstGeom prst="rect">
            <a:avLst/>
          </a:prstGeom>
          <a:ln w="25400">
            <a:solidFill>
              <a:schemeClr val="accent6"/>
            </a:solidFill>
            <a:miter/>
          </a:ln>
        </p:spPr>
        <p:txBody>
          <a:bodyPr lIns="45719" rIns="45719" anchor="ctr"/>
          <a:lstStyle/>
          <a:p>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4" name="Collections"/>
          <p:cNvSpPr txBox="1">
            <a:spLocks noGrp="1"/>
          </p:cNvSpPr>
          <p:nvPr>
            <p:ph type="title"/>
          </p:nvPr>
        </p:nvSpPr>
        <p:spPr>
          <a:prstGeom prst="rect">
            <a:avLst/>
          </a:prstGeom>
        </p:spPr>
        <p:txBody>
          <a:bodyPr/>
          <a:lstStyle/>
          <a:p>
            <a:r>
              <a:t>Collections</a:t>
            </a:r>
          </a:p>
        </p:txBody>
      </p:sp>
      <p:sp>
        <p:nvSpPr>
          <p:cNvPr id="2275" name="Virtual folders…"/>
          <p:cNvSpPr txBox="1">
            <a:spLocks noGrp="1"/>
          </p:cNvSpPr>
          <p:nvPr>
            <p:ph type="body" sz="half" idx="1"/>
          </p:nvPr>
        </p:nvSpPr>
        <p:spPr>
          <a:prstGeom prst="rect">
            <a:avLst/>
          </a:prstGeom>
        </p:spPr>
        <p:txBody>
          <a:bodyPr/>
          <a:lstStyle/>
          <a:p>
            <a:r>
              <a:t>Virtual folders</a:t>
            </a:r>
          </a:p>
          <a:p>
            <a:r>
              <a:t>Access control:</a:t>
            </a:r>
          </a:p>
          <a:p>
            <a:pPr lvl="1"/>
            <a:r>
              <a:t>Public (visible to all)</a:t>
            </a:r>
          </a:p>
          <a:p>
            <a:pPr lvl="1"/>
            <a:r>
              <a:t>Private (access controlled) </a:t>
            </a:r>
          </a:p>
          <a:p>
            <a:r>
              <a:t>Type:</a:t>
            </a:r>
          </a:p>
          <a:p>
            <a:pPr lvl="1"/>
            <a:r>
              <a:t>Manual </a:t>
            </a:r>
          </a:p>
          <a:p>
            <a:pPr lvl="1"/>
            <a:r>
              <a:t>Smart</a:t>
            </a:r>
          </a:p>
          <a:p>
            <a:r>
              <a:t>Same as Admin View collections </a:t>
            </a:r>
          </a:p>
        </p:txBody>
      </p:sp>
      <p:pic>
        <p:nvPicPr>
          <p:cNvPr id="2276" name="Screenshot 2025-12-23 at 14.32.17.png" descr="Screenshot 2025-12-23 at 14.32.17.png"/>
          <p:cNvPicPr>
            <a:picLocks noChangeAspect="1"/>
          </p:cNvPicPr>
          <p:nvPr/>
        </p:nvPicPr>
        <p:blipFill>
          <a:blip r:embed="rId3"/>
          <a:stretch>
            <a:fillRect/>
          </a:stretch>
        </p:blipFill>
        <p:spPr>
          <a:xfrm>
            <a:off x="5714169" y="1451228"/>
            <a:ext cx="6049298" cy="3580949"/>
          </a:xfrm>
          <a:prstGeom prst="rect">
            <a:avLst/>
          </a:prstGeom>
          <a:ln w="12700">
            <a:solidFill>
              <a:srgbClr val="535353"/>
            </a:solidFill>
            <a:miter/>
          </a:ln>
        </p:spPr>
      </p:pic>
      <p:sp>
        <p:nvSpPr>
          <p:cNvPr id="2277" name="Rectangle"/>
          <p:cNvSpPr/>
          <p:nvPr/>
        </p:nvSpPr>
        <p:spPr>
          <a:xfrm>
            <a:off x="5657150" y="3588650"/>
            <a:ext cx="1553975" cy="355601"/>
          </a:xfrm>
          <a:prstGeom prst="rect">
            <a:avLst/>
          </a:prstGeom>
          <a:ln w="25400">
            <a:solidFill>
              <a:schemeClr val="accent6"/>
            </a:solidFill>
            <a:miter/>
          </a:ln>
        </p:spPr>
        <p:txBody>
          <a:bodyPr lIns="45719" rIns="45719" anchor="ctr"/>
          <a:lstStyle/>
          <a:p>
            <a:endParaRPr/>
          </a:p>
        </p:txBody>
      </p:sp>
      <p:sp>
        <p:nvSpPr>
          <p:cNvPr id="2278" name="Rectangle"/>
          <p:cNvSpPr/>
          <p:nvPr/>
        </p:nvSpPr>
        <p:spPr>
          <a:xfrm>
            <a:off x="7364977" y="4790199"/>
            <a:ext cx="2626345" cy="207399"/>
          </a:xfrm>
          <a:prstGeom prst="rect">
            <a:avLst/>
          </a:prstGeom>
          <a:ln w="25400">
            <a:solidFill>
              <a:schemeClr val="accent6"/>
            </a:solidFill>
            <a:miter/>
          </a:ln>
        </p:spPr>
        <p:txBody>
          <a:bodyPr lIns="45719" rIns="45719" anchor="ctr"/>
          <a:lstStyle/>
          <a:p>
            <a:endParaRPr/>
          </a:p>
        </p:txBody>
      </p:sp>
      <p:sp>
        <p:nvSpPr>
          <p:cNvPr id="2279" name="Types"/>
          <p:cNvSpPr txBox="1"/>
          <p:nvPr/>
        </p:nvSpPr>
        <p:spPr>
          <a:xfrm>
            <a:off x="7355473" y="5008584"/>
            <a:ext cx="642265" cy="370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spAutoFit/>
          </a:bodyPr>
          <a:lstStyle>
            <a:lvl1pPr>
              <a:defRPr>
                <a:solidFill>
                  <a:schemeClr val="accent6"/>
                </a:solidFill>
              </a:defRPr>
            </a:lvl1pPr>
          </a:lstStyle>
          <a:p>
            <a:r>
              <a:t>Types</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227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27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275">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iterate>
                                    <p:tmAbs val="0"/>
                                  </p:iterate>
                                  <p:childTnLst>
                                    <p:set>
                                      <p:cBhvr>
                                        <p:cTn id="15" fill="hold"/>
                                        <p:tgtEl>
                                          <p:spTgt spid="2275">
                                            <p:txEl>
                                              <p:pRg st="2" end="2"/>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27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p:tmAbs val="0"/>
                                  </p:iterate>
                                  <p:childTnLst>
                                    <p:set>
                                      <p:cBhvr>
                                        <p:cTn id="22" fill="hold"/>
                                        <p:tgtEl>
                                          <p:spTgt spid="2275">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grpId="0" nodeType="afterEffect">
                                  <p:stCondLst>
                                    <p:cond delay="0"/>
                                  </p:stCondLst>
                                  <p:iterate>
                                    <p:tmAbs val="0"/>
                                  </p:iterate>
                                  <p:childTnLst>
                                    <p:set>
                                      <p:cBhvr>
                                        <p:cTn id="25" fill="hold"/>
                                        <p:tgtEl>
                                          <p:spTgt spid="2275">
                                            <p:txEl>
                                              <p:pRg st="5" end="5"/>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2275">
                                            <p:txEl>
                                              <p:pRg st="6" end="6"/>
                                            </p:txEl>
                                          </p:spTgt>
                                        </p:tgtEl>
                                        <p:attrNameLst>
                                          <p:attrName>style.visibility</p:attrName>
                                        </p:attrNameLst>
                                      </p:cBhvr>
                                      <p:to>
                                        <p:strVal val="visible"/>
                                      </p:to>
                                    </p:set>
                                  </p:childTnLst>
                                </p:cTn>
                              </p:par>
                            </p:childTnLst>
                          </p:cTn>
                        </p:par>
                        <p:par>
                          <p:cTn id="29" fill="hold">
                            <p:stCondLst>
                              <p:cond delay="0"/>
                            </p:stCondLst>
                            <p:childTnLst>
                              <p:par>
                                <p:cTn id="30" presetID="1" presetClass="entr" presetSubtype="0" fill="hold" grpId="0" nodeType="afterEffect">
                                  <p:stCondLst>
                                    <p:cond delay="0"/>
                                  </p:stCondLst>
                                  <p:iterate>
                                    <p:tmAbs val="0"/>
                                  </p:iterate>
                                  <p:childTnLst>
                                    <p:set>
                                      <p:cBhvr>
                                        <p:cTn id="31" fill="hold"/>
                                        <p:tgtEl>
                                          <p:spTgt spid="2278"/>
                                        </p:tgtEl>
                                        <p:attrNameLst>
                                          <p:attrName>style.visibility</p:attrName>
                                        </p:attrNameLst>
                                      </p:cBhvr>
                                      <p:to>
                                        <p:strVal val="visible"/>
                                      </p:to>
                                    </p:set>
                                  </p:childTnLst>
                                </p:cTn>
                              </p:par>
                            </p:childTnLst>
                          </p:cTn>
                        </p:par>
                        <p:par>
                          <p:cTn id="32" fill="hold">
                            <p:stCondLst>
                              <p:cond delay="0"/>
                            </p:stCondLst>
                            <p:childTnLst>
                              <p:par>
                                <p:cTn id="33" presetID="1" presetClass="entr" presetSubtype="0" fill="hold" grpId="0" nodeType="afterEffect">
                                  <p:stCondLst>
                                    <p:cond delay="0"/>
                                  </p:stCondLst>
                                  <p:iterate>
                                    <p:tmAbs val="0"/>
                                  </p:iterate>
                                  <p:childTnLst>
                                    <p:set>
                                      <p:cBhvr>
                                        <p:cTn id="34" fill="hold"/>
                                        <p:tgtEl>
                                          <p:spTgt spid="227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iterate>
                                    <p:tmAbs val="0"/>
                                  </p:iterate>
                                  <p:childTnLst>
                                    <p:set>
                                      <p:cBhvr>
                                        <p:cTn id="38" fill="hold"/>
                                        <p:tgtEl>
                                          <p:spTgt spid="2275">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iterate>
                                    <p:tmAbs val="0"/>
                                  </p:iterate>
                                  <p:childTnLst>
                                    <p:set>
                                      <p:cBhvr>
                                        <p:cTn id="42" fill="hold"/>
                                        <p:tgtEl>
                                          <p:spTgt spid="2275">
                                            <p:txEl>
                                              <p:charRg st="137" end="13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5" grpId="0" build="p" bldLvl="5" animBg="1" advAuto="0"/>
      <p:bldP spid="2278" grpId="0" animBg="1" advAuto="0"/>
      <p:bldP spid="2279" grpId="0" animBg="1" advAuto="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 name="Smart Collections"/>
          <p:cNvSpPr txBox="1">
            <a:spLocks noGrp="1"/>
          </p:cNvSpPr>
          <p:nvPr>
            <p:ph type="title"/>
          </p:nvPr>
        </p:nvSpPr>
        <p:spPr>
          <a:prstGeom prst="rect">
            <a:avLst/>
          </a:prstGeom>
        </p:spPr>
        <p:txBody>
          <a:bodyPr/>
          <a:lstStyle/>
          <a:p>
            <a:r>
              <a:t>Smart Collections</a:t>
            </a:r>
          </a:p>
        </p:txBody>
      </p:sp>
      <p:sp>
        <p:nvSpPr>
          <p:cNvPr id="2284" name="Search then……"/>
          <p:cNvSpPr txBox="1">
            <a:spLocks noGrp="1"/>
          </p:cNvSpPr>
          <p:nvPr>
            <p:ph type="body" sz="half" idx="1"/>
          </p:nvPr>
        </p:nvSpPr>
        <p:spPr>
          <a:xfrm>
            <a:off x="609600" y="1334451"/>
            <a:ext cx="4937760" cy="4992625"/>
          </a:xfrm>
          <a:prstGeom prst="rect">
            <a:avLst/>
          </a:prstGeom>
        </p:spPr>
        <p:txBody>
          <a:bodyPr/>
          <a:lstStyle/>
          <a:p>
            <a:r>
              <a:t>Search then…</a:t>
            </a:r>
          </a:p>
          <a:p>
            <a:pPr lvl="1"/>
            <a:r>
              <a:t>                  smart collection</a:t>
            </a:r>
          </a:p>
          <a:p>
            <a:r>
              <a:t>Automatic addition of new assets</a:t>
            </a:r>
          </a:p>
          <a:p>
            <a:r>
              <a:t>Public or private</a:t>
            </a:r>
          </a:p>
        </p:txBody>
      </p:sp>
      <p:pic>
        <p:nvPicPr>
          <p:cNvPr id="2285" name="Screenshot 2025-12-23 at 14.19.23.png" descr="Screenshot 2025-12-23 at 14.19.23.png"/>
          <p:cNvPicPr>
            <a:picLocks noChangeAspect="1"/>
          </p:cNvPicPr>
          <p:nvPr/>
        </p:nvPicPr>
        <p:blipFill>
          <a:blip r:embed="rId3"/>
          <a:stretch>
            <a:fillRect/>
          </a:stretch>
        </p:blipFill>
        <p:spPr>
          <a:xfrm>
            <a:off x="5766498" y="861912"/>
            <a:ext cx="5979124" cy="5528112"/>
          </a:xfrm>
          <a:prstGeom prst="rect">
            <a:avLst/>
          </a:prstGeom>
          <a:ln w="12700">
            <a:miter lim="400000"/>
          </a:ln>
        </p:spPr>
      </p:pic>
      <p:sp>
        <p:nvSpPr>
          <p:cNvPr id="2286" name="Rectangle"/>
          <p:cNvSpPr/>
          <p:nvPr/>
        </p:nvSpPr>
        <p:spPr>
          <a:xfrm>
            <a:off x="6730650" y="5999083"/>
            <a:ext cx="877700" cy="477527"/>
          </a:xfrm>
          <a:prstGeom prst="rect">
            <a:avLst/>
          </a:prstGeom>
          <a:ln w="25400">
            <a:solidFill>
              <a:schemeClr val="accent6"/>
            </a:solidFill>
            <a:miter/>
          </a:ln>
        </p:spPr>
        <p:txBody>
          <a:bodyPr lIns="45719" rIns="45719" anchor="ctr"/>
          <a:lstStyle/>
          <a:p>
            <a:endParaRPr/>
          </a:p>
        </p:txBody>
      </p:sp>
      <p:pic>
        <p:nvPicPr>
          <p:cNvPr id="2287" name="Screenshot 2025-12-23 at 14.21.07.png" descr="Screenshot 2025-12-23 at 14.21.07.png"/>
          <p:cNvPicPr>
            <a:picLocks noChangeAspect="1"/>
          </p:cNvPicPr>
          <p:nvPr/>
        </p:nvPicPr>
        <p:blipFill>
          <a:blip r:embed="rId4"/>
          <a:stretch>
            <a:fillRect/>
          </a:stretch>
        </p:blipFill>
        <p:spPr>
          <a:xfrm>
            <a:off x="1040633" y="1794211"/>
            <a:ext cx="1220767" cy="604092"/>
          </a:xfrm>
          <a:prstGeom prst="rect">
            <a:avLst/>
          </a:prstGeom>
          <a:ln w="12700">
            <a:miter lim="400000"/>
          </a:ln>
        </p:spPr>
      </p:pic>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1" name="Title 1"/>
          <p:cNvSpPr txBox="1">
            <a:spLocks noGrp="1"/>
          </p:cNvSpPr>
          <p:nvPr>
            <p:ph type="title"/>
          </p:nvPr>
        </p:nvSpPr>
        <p:spPr>
          <a:xfrm>
            <a:off x="609600" y="264084"/>
            <a:ext cx="10972800" cy="946391"/>
          </a:xfrm>
          <a:prstGeom prst="rect">
            <a:avLst/>
          </a:prstGeom>
        </p:spPr>
        <p:txBody>
          <a:bodyPr>
            <a:noAutofit/>
          </a:bodyPr>
          <a:lstStyle>
            <a:lvl1pPr>
              <a:defRPr b="0"/>
            </a:lvl1pPr>
          </a:lstStyle>
          <a:p>
            <a:r>
              <a:t>Exercise 3.3: Insights</a:t>
            </a:r>
          </a:p>
        </p:txBody>
      </p:sp>
      <p:sp>
        <p:nvSpPr>
          <p:cNvPr id="2292" name="Content Placeholder 2"/>
          <p:cNvSpPr txBox="1">
            <a:spLocks noGrp="1"/>
          </p:cNvSpPr>
          <p:nvPr>
            <p:ph type="body" sz="quarter" idx="4294967295"/>
          </p:nvPr>
        </p:nvSpPr>
        <p:spPr>
          <a:xfrm>
            <a:off x="609600" y="1554480"/>
            <a:ext cx="7730836" cy="2052779"/>
          </a:xfrm>
          <a:prstGeom prst="rect">
            <a:avLst/>
          </a:prstGeom>
        </p:spPr>
        <p:txBody>
          <a:bodyPr/>
          <a:lstStyle/>
          <a:p>
            <a:pPr>
              <a:defRPr sz="2400">
                <a:solidFill>
                  <a:srgbClr val="FFFFFF"/>
                </a:solidFill>
              </a:defRPr>
            </a:pPr>
            <a:r>
              <a:t>Watch items </a:t>
            </a:r>
          </a:p>
          <a:p>
            <a:pPr>
              <a:defRPr sz="2400">
                <a:solidFill>
                  <a:srgbClr val="FFFFFF"/>
                </a:solidFill>
              </a:defRPr>
            </a:pPr>
            <a:r>
              <a:t>Configure notifications</a:t>
            </a:r>
          </a:p>
        </p:txBody>
      </p:sp>
      <p:sp>
        <p:nvSpPr>
          <p:cNvPr id="2293" name="Title 1"/>
          <p:cNvSpPr txBox="1"/>
          <p:nvPr/>
        </p:nvSpPr>
        <p:spPr>
          <a:xfrm>
            <a:off x="609600" y="2955805"/>
            <a:ext cx="10972800" cy="9463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lstStyle>
            <a:lvl1pPr>
              <a:lnSpc>
                <a:spcPct val="80000"/>
              </a:lnSpc>
              <a:defRPr sz="3000" spc="-93">
                <a:solidFill>
                  <a:srgbClr val="FFFFFF"/>
                </a:solidFill>
              </a:defRPr>
            </a:lvl1pPr>
          </a:lstStyle>
          <a:p>
            <a:r>
              <a:t>Exercise 3.4: Collections</a:t>
            </a:r>
          </a:p>
        </p:txBody>
      </p:sp>
      <p:sp>
        <p:nvSpPr>
          <p:cNvPr id="2294" name="Content Placeholder 2"/>
          <p:cNvSpPr txBox="1"/>
          <p:nvPr/>
        </p:nvSpPr>
        <p:spPr>
          <a:xfrm>
            <a:off x="609600" y="4192205"/>
            <a:ext cx="7730836" cy="49911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p>
            <a:pPr>
              <a:lnSpc>
                <a:spcPct val="110000"/>
              </a:lnSpc>
              <a:spcBef>
                <a:spcPts val="1200"/>
              </a:spcBef>
              <a:buFont typeface="Wingdings"/>
              <a:defRPr sz="2400">
                <a:solidFill>
                  <a:srgbClr val="FFFFFF"/>
                </a:solidFill>
              </a:defRPr>
            </a:pPr>
            <a:r>
              <a:t>Create a static collect and add asset and folder</a:t>
            </a:r>
          </a:p>
          <a:p>
            <a:pPr>
              <a:lnSpc>
                <a:spcPct val="110000"/>
              </a:lnSpc>
              <a:spcBef>
                <a:spcPts val="1200"/>
              </a:spcBef>
              <a:buFont typeface="Wingdings"/>
              <a:defRPr sz="2400">
                <a:solidFill>
                  <a:srgbClr val="FFFFFF"/>
                </a:solidFill>
              </a:defRPr>
            </a:pPr>
            <a:r>
              <a:t>Investigate collection permissions</a:t>
            </a:r>
          </a:p>
          <a:p>
            <a:pPr>
              <a:lnSpc>
                <a:spcPct val="110000"/>
              </a:lnSpc>
              <a:spcBef>
                <a:spcPts val="1200"/>
              </a:spcBef>
              <a:buFont typeface="Wingdings"/>
              <a:defRPr sz="2400">
                <a:solidFill>
                  <a:srgbClr val="FFFFFF"/>
                </a:solidFill>
              </a:defRPr>
            </a:pPr>
            <a:r>
              <a:rPr b="1"/>
              <a:t>Challenge</a:t>
            </a:r>
            <a:r>
              <a:t>: create a Smart Collection and use Smart Tags.</a:t>
            </a:r>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6" name="Link Share"/>
          <p:cNvSpPr txBox="1">
            <a:spLocks noGrp="1"/>
          </p:cNvSpPr>
          <p:nvPr>
            <p:ph type="title"/>
          </p:nvPr>
        </p:nvSpPr>
        <p:spPr>
          <a:xfrm>
            <a:off x="609600" y="196484"/>
            <a:ext cx="10972800" cy="946390"/>
          </a:xfrm>
          <a:prstGeom prst="rect">
            <a:avLst/>
          </a:prstGeom>
        </p:spPr>
        <p:txBody>
          <a:bodyPr/>
          <a:lstStyle/>
          <a:p>
            <a:r>
              <a:t>Link Share</a:t>
            </a:r>
          </a:p>
        </p:txBody>
      </p:sp>
      <p:sp>
        <p:nvSpPr>
          <p:cNvPr id="2297" name="Allow anonymous access to Assets and Folders…"/>
          <p:cNvSpPr txBox="1">
            <a:spLocks noGrp="1"/>
          </p:cNvSpPr>
          <p:nvPr>
            <p:ph type="body" idx="1"/>
          </p:nvPr>
        </p:nvSpPr>
        <p:spPr>
          <a:xfrm>
            <a:off x="609600" y="1334323"/>
            <a:ext cx="10746033" cy="4992625"/>
          </a:xfrm>
          <a:prstGeom prst="rect">
            <a:avLst/>
          </a:prstGeom>
        </p:spPr>
        <p:txBody>
          <a:bodyPr/>
          <a:lstStyle/>
          <a:p>
            <a:r>
              <a:t>Allow </a:t>
            </a:r>
            <a:r>
              <a:rPr b="1"/>
              <a:t>anonymous</a:t>
            </a:r>
            <a:r>
              <a:t> access to Assets and Folders</a:t>
            </a:r>
          </a:p>
          <a:p>
            <a:r>
              <a:t>Time limited</a:t>
            </a:r>
          </a:p>
          <a:p>
            <a:r>
              <a:t>Multi-select possible</a:t>
            </a:r>
          </a:p>
          <a:p>
            <a:r>
              <a:t>Download directly or via </a:t>
            </a:r>
            <a:r>
              <a:rPr i="1"/>
              <a:t>Download Inbox</a:t>
            </a:r>
          </a:p>
        </p:txBody>
      </p:sp>
      <p:pic>
        <p:nvPicPr>
          <p:cNvPr id="2298" name="linkshare.png" descr="linkshare.png"/>
          <p:cNvPicPr>
            <a:picLocks noChangeAspect="1"/>
          </p:cNvPicPr>
          <p:nvPr/>
        </p:nvPicPr>
        <p:blipFill>
          <a:blip r:embed="rId3"/>
          <a:stretch>
            <a:fillRect/>
          </a:stretch>
        </p:blipFill>
        <p:spPr>
          <a:xfrm>
            <a:off x="7589608" y="1016431"/>
            <a:ext cx="3953902" cy="4657562"/>
          </a:xfrm>
          <a:prstGeom prst="rect">
            <a:avLst/>
          </a:prstGeom>
          <a:ln w="12700">
            <a:solidFill>
              <a:srgbClr val="535353"/>
            </a:solidFill>
            <a:miter/>
          </a:ln>
        </p:spPr>
      </p:pic>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2" name="Title 1"/>
          <p:cNvSpPr txBox="1">
            <a:spLocks noGrp="1"/>
          </p:cNvSpPr>
          <p:nvPr>
            <p:ph type="title"/>
          </p:nvPr>
        </p:nvSpPr>
        <p:spPr>
          <a:xfrm>
            <a:off x="609600" y="264084"/>
            <a:ext cx="10972800" cy="946391"/>
          </a:xfrm>
          <a:prstGeom prst="rect">
            <a:avLst/>
          </a:prstGeom>
        </p:spPr>
        <p:txBody>
          <a:bodyPr>
            <a:noAutofit/>
          </a:bodyPr>
          <a:lstStyle>
            <a:lvl1pPr>
              <a:defRPr b="0"/>
            </a:lvl1pPr>
          </a:lstStyle>
          <a:p>
            <a:r>
              <a:t>Exercise 3.5 Link Share</a:t>
            </a:r>
          </a:p>
        </p:txBody>
      </p:sp>
      <p:sp>
        <p:nvSpPr>
          <p:cNvPr id="2303" name="Content Placeholder 2"/>
          <p:cNvSpPr txBox="1">
            <a:spLocks noGrp="1"/>
          </p:cNvSpPr>
          <p:nvPr>
            <p:ph type="body" sz="quarter" idx="4294967295"/>
          </p:nvPr>
        </p:nvSpPr>
        <p:spPr>
          <a:xfrm>
            <a:off x="609600" y="1554480"/>
            <a:ext cx="7730836" cy="2052779"/>
          </a:xfrm>
          <a:prstGeom prst="rect">
            <a:avLst/>
          </a:prstGeom>
        </p:spPr>
        <p:txBody>
          <a:bodyPr/>
          <a:lstStyle>
            <a:lvl1pPr>
              <a:defRPr sz="2400">
                <a:solidFill>
                  <a:srgbClr val="FFFFFF"/>
                </a:solidFill>
              </a:defRPr>
            </a:lvl1pPr>
          </a:lstStyle>
          <a:p>
            <a:r>
              <a:t>Understand Link Share functionality</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5" name="What else?"/>
          <p:cNvSpPr txBox="1">
            <a:spLocks noGrp="1"/>
          </p:cNvSpPr>
          <p:nvPr>
            <p:ph type="title"/>
          </p:nvPr>
        </p:nvSpPr>
        <p:spPr>
          <a:prstGeom prst="rect">
            <a:avLst/>
          </a:prstGeom>
        </p:spPr>
        <p:txBody>
          <a:bodyPr/>
          <a:lstStyle/>
          <a:p>
            <a:r>
              <a:t>What else?</a:t>
            </a:r>
          </a:p>
        </p:txBody>
      </p:sp>
      <p:sp>
        <p:nvSpPr>
          <p:cNvPr id="2306" name="Annotations…"/>
          <p:cNvSpPr txBox="1">
            <a:spLocks noGrp="1"/>
          </p:cNvSpPr>
          <p:nvPr>
            <p:ph type="body" sz="half" idx="1"/>
          </p:nvPr>
        </p:nvSpPr>
        <p:spPr>
          <a:prstGeom prst="rect">
            <a:avLst/>
          </a:prstGeom>
        </p:spPr>
        <p:txBody>
          <a:bodyPr/>
          <a:lstStyle/>
          <a:p>
            <a:r>
              <a:t>Annotations</a:t>
            </a:r>
          </a:p>
          <a:p>
            <a:r>
              <a:t>Tasks</a:t>
            </a:r>
          </a:p>
          <a:p>
            <a:r>
              <a:t>Relations</a:t>
            </a:r>
          </a:p>
          <a:p>
            <a:r>
              <a:t>Creative Cloud integration and libraries</a:t>
            </a:r>
          </a:p>
        </p:txBody>
      </p:sp>
      <p:pic>
        <p:nvPicPr>
          <p:cNvPr id="2307" name="Screenshot 2026-01-10 at 17.50.16.png" descr="Screenshot 2026-01-10 at 17.50.16.png"/>
          <p:cNvPicPr>
            <a:picLocks noChangeAspect="1"/>
          </p:cNvPicPr>
          <p:nvPr/>
        </p:nvPicPr>
        <p:blipFill>
          <a:blip r:embed="rId3"/>
          <a:stretch>
            <a:fillRect/>
          </a:stretch>
        </p:blipFill>
        <p:spPr>
          <a:xfrm>
            <a:off x="5209057" y="436571"/>
            <a:ext cx="6638345" cy="2710719"/>
          </a:xfrm>
          <a:prstGeom prst="rect">
            <a:avLst/>
          </a:prstGeom>
          <a:ln w="12700">
            <a:solidFill>
              <a:srgbClr val="535353"/>
            </a:solidFill>
            <a:miter/>
          </a:ln>
        </p:spPr>
      </p:pic>
      <p:pic>
        <p:nvPicPr>
          <p:cNvPr id="2308" name="Screenshot 2026-01-10 at 18.06.02.png" descr="Screenshot 2026-01-10 at 18.06.02.png"/>
          <p:cNvPicPr>
            <a:picLocks noChangeAspect="1"/>
          </p:cNvPicPr>
          <p:nvPr/>
        </p:nvPicPr>
        <p:blipFill>
          <a:blip r:embed="rId4"/>
          <a:srcRect/>
          <a:stretch>
            <a:fillRect/>
          </a:stretch>
        </p:blipFill>
        <p:spPr>
          <a:xfrm>
            <a:off x="5116295" y="404488"/>
            <a:ext cx="6823993" cy="4361513"/>
          </a:xfrm>
          <a:prstGeom prst="rect">
            <a:avLst/>
          </a:prstGeom>
          <a:ln w="12700">
            <a:solidFill>
              <a:srgbClr val="535353"/>
            </a:solidFill>
            <a:miter/>
          </a:ln>
        </p:spPr>
      </p:pic>
      <p:pic>
        <p:nvPicPr>
          <p:cNvPr id="2309" name="Screenshot 2026-01-10 at 18.21.59.png" descr="Screenshot 2026-01-10 at 18.21.59.png"/>
          <p:cNvPicPr>
            <a:picLocks noChangeAspect="1"/>
          </p:cNvPicPr>
          <p:nvPr/>
        </p:nvPicPr>
        <p:blipFill>
          <a:blip r:embed="rId5"/>
          <a:srcRect r="430" b="25279"/>
          <a:stretch>
            <a:fillRect/>
          </a:stretch>
        </p:blipFill>
        <p:spPr>
          <a:xfrm>
            <a:off x="5147981" y="437986"/>
            <a:ext cx="6916000" cy="4620513"/>
          </a:xfrm>
          <a:prstGeom prst="rect">
            <a:avLst/>
          </a:prstGeom>
          <a:ln w="12700">
            <a:solidFill>
              <a:srgbClr val="535353"/>
            </a:solidFill>
            <a:miter/>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06">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306">
                                            <p:txEl>
                                              <p:pRg st="0" end="0"/>
                                            </p:txEl>
                                          </p:spTgt>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iterate>
                                    <p:tmAbs val="0"/>
                                  </p:iterate>
                                  <p:childTnLst>
                                    <p:set>
                                      <p:cBhvr>
                                        <p:cTn id="11" fill="hold"/>
                                        <p:tgtEl>
                                          <p:spTgt spid="230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iterate>
                                    <p:tmAbs val="0"/>
                                  </p:iterate>
                                  <p:childTnLst>
                                    <p:set>
                                      <p:cBhvr>
                                        <p:cTn id="15" fill="hold"/>
                                        <p:tgtEl>
                                          <p:spTgt spid="2306">
                                            <p:txEl>
                                              <p:pRg st="1" end="1"/>
                                            </p:txEl>
                                          </p:spTgt>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iterate>
                                    <p:tmAbs val="0"/>
                                  </p:iterate>
                                  <p:childTnLst>
                                    <p:set>
                                      <p:cBhvr>
                                        <p:cTn id="18" fill="hold"/>
                                        <p:tgtEl>
                                          <p:spTgt spid="2309"/>
                                        </p:tgtEl>
                                        <p:attrNameLst>
                                          <p:attrName>style.visibility</p:attrName>
                                        </p:attrNameLst>
                                      </p:cBhvr>
                                      <p:to>
                                        <p:strVal val="visible"/>
                                      </p:to>
                                    </p:set>
                                  </p:childTnLst>
                                </p:cTn>
                              </p:par>
                            </p:childTnLst>
                          </p:cTn>
                        </p:par>
                        <p:par>
                          <p:cTn id="19" fill="hold">
                            <p:stCondLst>
                              <p:cond delay="0"/>
                            </p:stCondLst>
                            <p:childTnLst>
                              <p:par>
                                <p:cTn id="20" presetID="1" presetClass="exit" presetSubtype="0" fill="hold" grpId="1" nodeType="afterEffect">
                                  <p:stCondLst>
                                    <p:cond delay="0"/>
                                  </p:stCondLst>
                                  <p:iterate>
                                    <p:tmAbs val="0"/>
                                  </p:iterate>
                                  <p:childTnLst>
                                    <p:set>
                                      <p:cBhvr>
                                        <p:cTn id="21" fill="hold">
                                          <p:stCondLst>
                                            <p:cond delay="0"/>
                                          </p:stCondLst>
                                        </p:cTn>
                                        <p:tgtEl>
                                          <p:spTgt spid="2307"/>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iterate>
                                    <p:tmAbs val="0"/>
                                  </p:iterate>
                                  <p:childTnLst>
                                    <p:set>
                                      <p:cBhvr>
                                        <p:cTn id="25" fill="hold"/>
                                        <p:tgtEl>
                                          <p:spTgt spid="2306">
                                            <p:txEl>
                                              <p:pRg st="2" end="2"/>
                                            </p:txEl>
                                          </p:spTgt>
                                        </p:tgtEl>
                                        <p:attrNameLst>
                                          <p:attrName>style.visibility</p:attrName>
                                        </p:attrNameLst>
                                      </p:cBhvr>
                                      <p:to>
                                        <p:strVal val="visible"/>
                                      </p:to>
                                    </p:set>
                                  </p:childTnLst>
                                </p:cTn>
                              </p:par>
                            </p:childTnLst>
                          </p:cTn>
                        </p:par>
                        <p:par>
                          <p:cTn id="26" fill="hold">
                            <p:stCondLst>
                              <p:cond delay="0"/>
                            </p:stCondLst>
                            <p:childTnLst>
                              <p:par>
                                <p:cTn id="27" presetID="1" presetClass="entr" presetSubtype="0" fill="hold" grpId="0" nodeType="afterEffect">
                                  <p:stCondLst>
                                    <p:cond delay="0"/>
                                  </p:stCondLst>
                                  <p:iterate>
                                    <p:tmAbs val="0"/>
                                  </p:iterate>
                                  <p:childTnLst>
                                    <p:set>
                                      <p:cBhvr>
                                        <p:cTn id="28" fill="hold"/>
                                        <p:tgtEl>
                                          <p:spTgt spid="2308"/>
                                        </p:tgtEl>
                                        <p:attrNameLst>
                                          <p:attrName>style.visibility</p:attrName>
                                        </p:attrNameLst>
                                      </p:cBhvr>
                                      <p:to>
                                        <p:strVal val="visible"/>
                                      </p:to>
                                    </p:set>
                                  </p:childTnLst>
                                </p:cTn>
                              </p:par>
                            </p:childTnLst>
                          </p:cTn>
                        </p:par>
                        <p:par>
                          <p:cTn id="29" fill="hold">
                            <p:stCondLst>
                              <p:cond delay="0"/>
                            </p:stCondLst>
                            <p:childTnLst>
                              <p:par>
                                <p:cTn id="30" presetID="1" presetClass="exit" presetSubtype="0" fill="hold" grpId="1" nodeType="afterEffect">
                                  <p:stCondLst>
                                    <p:cond delay="0"/>
                                  </p:stCondLst>
                                  <p:iterate>
                                    <p:tmAbs val="0"/>
                                  </p:iterate>
                                  <p:childTnLst>
                                    <p:set>
                                      <p:cBhvr>
                                        <p:cTn id="31" fill="hold">
                                          <p:stCondLst>
                                            <p:cond delay="0"/>
                                          </p:stCondLst>
                                        </p:cTn>
                                        <p:tgtEl>
                                          <p:spTgt spid="2309"/>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iterate>
                                    <p:tmAbs val="0"/>
                                  </p:iterate>
                                  <p:childTnLst>
                                    <p:set>
                                      <p:cBhvr>
                                        <p:cTn id="35" fill="hold"/>
                                        <p:tgtEl>
                                          <p:spTgt spid="2306">
                                            <p:txEl>
                                              <p:pRg st="3" end="3"/>
                                            </p:txEl>
                                          </p:spTgt>
                                        </p:tgtEl>
                                        <p:attrNameLst>
                                          <p:attrName>style.visibility</p:attrName>
                                        </p:attrNameLst>
                                      </p:cBhvr>
                                      <p:to>
                                        <p:strVal val="visible"/>
                                      </p:to>
                                    </p:set>
                                  </p:childTnLst>
                                </p:cTn>
                              </p:par>
                            </p:childTnLst>
                          </p:cTn>
                        </p:par>
                        <p:par>
                          <p:cTn id="36" fill="hold">
                            <p:stCondLst>
                              <p:cond delay="0"/>
                            </p:stCondLst>
                            <p:childTnLst>
                              <p:par>
                                <p:cTn id="37" presetID="1" presetClass="exit" presetSubtype="0" fill="hold" grpId="1" nodeType="afterEffect">
                                  <p:stCondLst>
                                    <p:cond delay="0"/>
                                  </p:stCondLst>
                                  <p:iterate>
                                    <p:tmAbs val="0"/>
                                  </p:iterate>
                                  <p:childTnLst>
                                    <p:set>
                                      <p:cBhvr>
                                        <p:cTn id="38" fill="hold">
                                          <p:stCondLst>
                                            <p:cond delay="0"/>
                                          </p:stCondLst>
                                        </p:cTn>
                                        <p:tgtEl>
                                          <p:spTgt spid="230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6" grpId="0" build="p" bldLvl="5" animBg="1" advAuto="0"/>
      <p:bldP spid="2307" grpId="0" animBg="1" advAuto="0"/>
      <p:bldP spid="2307" grpId="1" animBg="1" advAuto="0"/>
      <p:bldP spid="2308" grpId="0" animBg="1" advAuto="0"/>
      <p:bldP spid="2308" grpId="1" animBg="1" advAuto="0"/>
      <p:bldP spid="2309" grpId="0" animBg="1" advAuto="0"/>
      <p:bldP spid="2309" grpId="1" animBg="1" advAuto="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3" name="Title 1"/>
          <p:cNvSpPr txBox="1">
            <a:spLocks noGrp="1"/>
          </p:cNvSpPr>
          <p:nvPr>
            <p:ph type="title"/>
          </p:nvPr>
        </p:nvSpPr>
        <p:spPr>
          <a:xfrm>
            <a:off x="609600" y="264084"/>
            <a:ext cx="10972800" cy="946391"/>
          </a:xfrm>
          <a:prstGeom prst="rect">
            <a:avLst/>
          </a:prstGeom>
        </p:spPr>
        <p:txBody>
          <a:bodyPr/>
          <a:lstStyle/>
          <a:p>
            <a:r>
              <a:t>Productivity Features - Questions?</a:t>
            </a:r>
          </a:p>
        </p:txBody>
      </p:sp>
      <p:sp>
        <p:nvSpPr>
          <p:cNvPr id="2314"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315"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9" name="Title 1"/>
          <p:cNvSpPr txBox="1">
            <a:spLocks noGrp="1"/>
          </p:cNvSpPr>
          <p:nvPr>
            <p:ph type="title"/>
          </p:nvPr>
        </p:nvSpPr>
        <p:spPr>
          <a:prstGeom prst="rect">
            <a:avLst/>
          </a:prstGeom>
        </p:spPr>
        <p:txBody>
          <a:bodyPr/>
          <a:lstStyle/>
          <a:p>
            <a:pPr>
              <a:defRPr spc="-200"/>
            </a:pPr>
            <a:r>
              <a:t>Module 4</a:t>
            </a:r>
          </a:p>
          <a:p>
            <a:pPr>
              <a:defRPr spc="-200"/>
            </a:pPr>
            <a:r>
              <a:t>Dynamic Media Templates</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1" name="Title 1"/>
          <p:cNvSpPr txBox="1">
            <a:spLocks noGrp="1"/>
          </p:cNvSpPr>
          <p:nvPr>
            <p:ph type="title"/>
          </p:nvPr>
        </p:nvSpPr>
        <p:spPr>
          <a:xfrm>
            <a:off x="609599" y="264084"/>
            <a:ext cx="4937762" cy="946391"/>
          </a:xfrm>
          <a:prstGeom prst="rect">
            <a:avLst/>
          </a:prstGeom>
        </p:spPr>
        <p:txBody>
          <a:bodyPr/>
          <a:lstStyle/>
          <a:p>
            <a:r>
              <a:t>Dynamic Media Templates</a:t>
            </a:r>
          </a:p>
        </p:txBody>
      </p:sp>
      <p:sp>
        <p:nvSpPr>
          <p:cNvPr id="2322" name="Rectangle 1"/>
          <p:cNvSpPr txBox="1">
            <a:spLocks noGrp="1"/>
          </p:cNvSpPr>
          <p:nvPr>
            <p:ph type="body" sz="half" idx="1"/>
          </p:nvPr>
        </p:nvSpPr>
        <p:spPr>
          <a:xfrm>
            <a:off x="609600" y="1334323"/>
            <a:ext cx="4937762" cy="4401206"/>
          </a:xfrm>
          <a:prstGeom prst="rect">
            <a:avLst/>
          </a:prstGeom>
        </p:spPr>
        <p:txBody>
          <a:bodyPr lIns="45719" tIns="45719" rIns="45719" bIns="45719"/>
          <a:lstStyle/>
          <a:p>
            <a:pPr defTabSz="877823">
              <a:lnSpc>
                <a:spcPct val="100000"/>
              </a:lnSpc>
              <a:spcBef>
                <a:spcPts val="0"/>
              </a:spcBef>
              <a:defRPr sz="1919"/>
            </a:pPr>
            <a:r>
              <a:t>Enable brand-consistent asset variations at scale</a:t>
            </a:r>
          </a:p>
          <a:p>
            <a:pPr defTabSz="877823">
              <a:lnSpc>
                <a:spcPct val="100000"/>
              </a:lnSpc>
              <a:spcBef>
                <a:spcPts val="0"/>
              </a:spcBef>
              <a:defRPr sz="1919"/>
            </a:pPr>
            <a:endParaRPr/>
          </a:p>
          <a:p>
            <a:pPr defTabSz="877823">
              <a:lnSpc>
                <a:spcPct val="100000"/>
              </a:lnSpc>
              <a:spcBef>
                <a:spcPts val="0"/>
              </a:spcBef>
              <a:defRPr sz="1919"/>
            </a:pPr>
            <a:r>
              <a:t>Templates link artwork with dynamic text, colors, or imagery</a:t>
            </a:r>
          </a:p>
          <a:p>
            <a:pPr defTabSz="877823">
              <a:lnSpc>
                <a:spcPct val="100000"/>
              </a:lnSpc>
              <a:spcBef>
                <a:spcPts val="0"/>
              </a:spcBef>
              <a:defRPr sz="1919"/>
            </a:pPr>
            <a:endParaRPr/>
          </a:p>
          <a:p>
            <a:pPr defTabSz="877823">
              <a:lnSpc>
                <a:spcPct val="100000"/>
              </a:lnSpc>
              <a:spcBef>
                <a:spcPts val="0"/>
              </a:spcBef>
              <a:defRPr sz="1919"/>
            </a:pPr>
            <a:r>
              <a:t>Users generate on-brand renditions without creative tools</a:t>
            </a:r>
          </a:p>
          <a:p>
            <a:pPr defTabSz="877823">
              <a:lnSpc>
                <a:spcPct val="100000"/>
              </a:lnSpc>
              <a:spcBef>
                <a:spcPts val="0"/>
              </a:spcBef>
              <a:defRPr sz="1919"/>
            </a:pPr>
            <a:endParaRPr/>
          </a:p>
          <a:p>
            <a:pPr defTabSz="877823">
              <a:lnSpc>
                <a:spcPct val="100000"/>
              </a:lnSpc>
              <a:spcBef>
                <a:spcPts val="0"/>
              </a:spcBef>
              <a:defRPr sz="1919"/>
            </a:pPr>
            <a:r>
              <a:t>Parameters controlled in AEM (no file editing required)</a:t>
            </a:r>
          </a:p>
          <a:p>
            <a:pPr defTabSz="877823">
              <a:lnSpc>
                <a:spcPct val="100000"/>
              </a:lnSpc>
              <a:spcBef>
                <a:spcPts val="0"/>
              </a:spcBef>
              <a:defRPr sz="1919"/>
            </a:pPr>
            <a:endParaRPr/>
          </a:p>
          <a:p>
            <a:pPr defTabSz="877823">
              <a:lnSpc>
                <a:spcPct val="100000"/>
              </a:lnSpc>
              <a:spcBef>
                <a:spcPts val="0"/>
              </a:spcBef>
              <a:defRPr sz="1919"/>
            </a:pPr>
            <a:r>
              <a:t>Streamlined for campaigns, regionalization, personalization</a:t>
            </a:r>
          </a:p>
        </p:txBody>
      </p:sp>
      <p:pic>
        <p:nvPicPr>
          <p:cNvPr id="2323" name="Picture 8" descr="Picture 8"/>
          <p:cNvPicPr>
            <a:picLocks noChangeAspect="1"/>
          </p:cNvPicPr>
          <p:nvPr/>
        </p:nvPicPr>
        <p:blipFill>
          <a:blip r:embed="rId3"/>
          <a:stretch>
            <a:fillRect/>
          </a:stretch>
        </p:blipFill>
        <p:spPr>
          <a:xfrm>
            <a:off x="5816693" y="4762"/>
            <a:ext cx="10559716" cy="6848476"/>
          </a:xfrm>
          <a:prstGeom prst="rect">
            <a:avLst/>
          </a:prstGeom>
          <a:ln>
            <a:solidFill>
              <a:schemeClr val="accent1"/>
            </a:solidFill>
          </a:ln>
        </p:spPr>
      </p:pic>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7" name="Title 1"/>
          <p:cNvSpPr txBox="1">
            <a:spLocks noGrp="1"/>
          </p:cNvSpPr>
          <p:nvPr>
            <p:ph type="title"/>
          </p:nvPr>
        </p:nvSpPr>
        <p:spPr>
          <a:xfrm>
            <a:off x="609600" y="264084"/>
            <a:ext cx="10972800" cy="946391"/>
          </a:xfrm>
          <a:prstGeom prst="rect">
            <a:avLst/>
          </a:prstGeom>
        </p:spPr>
        <p:txBody>
          <a:bodyPr>
            <a:noAutofit/>
          </a:bodyPr>
          <a:lstStyle>
            <a:lvl1pPr>
              <a:defRPr b="0"/>
            </a:lvl1pPr>
          </a:lstStyle>
          <a:p>
            <a:r>
              <a:t>Exercise 4.1 Dynamic Media Templates</a:t>
            </a:r>
          </a:p>
        </p:txBody>
      </p:sp>
      <p:sp>
        <p:nvSpPr>
          <p:cNvPr id="2328" name="Content Placeholder 2"/>
          <p:cNvSpPr txBox="1">
            <a:spLocks noGrp="1"/>
          </p:cNvSpPr>
          <p:nvPr>
            <p:ph type="body" sz="quarter" idx="4294967295"/>
          </p:nvPr>
        </p:nvSpPr>
        <p:spPr>
          <a:xfrm>
            <a:off x="609600" y="1554480"/>
            <a:ext cx="7730836" cy="2052779"/>
          </a:xfrm>
          <a:prstGeom prst="rect">
            <a:avLst/>
          </a:prstGeom>
        </p:spPr>
        <p:txBody>
          <a:bodyPr/>
          <a:lstStyle>
            <a:lvl1pPr>
              <a:defRPr sz="2400">
                <a:solidFill>
                  <a:srgbClr val="FFFFFF"/>
                </a:solidFill>
              </a:defRPr>
            </a:lvl1pPr>
          </a:lstStyle>
          <a:p>
            <a:r>
              <a:t>Get creative!</a:t>
            </a:r>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0" name="Title 1"/>
          <p:cNvSpPr txBox="1">
            <a:spLocks noGrp="1"/>
          </p:cNvSpPr>
          <p:nvPr>
            <p:ph type="title"/>
          </p:nvPr>
        </p:nvSpPr>
        <p:spPr>
          <a:xfrm>
            <a:off x="609600" y="264084"/>
            <a:ext cx="10972800" cy="946391"/>
          </a:xfrm>
          <a:prstGeom prst="rect">
            <a:avLst/>
          </a:prstGeom>
        </p:spPr>
        <p:txBody>
          <a:bodyPr/>
          <a:lstStyle/>
          <a:p>
            <a:r>
              <a:t>Dynamic Media Templates - Questions?</a:t>
            </a:r>
          </a:p>
        </p:txBody>
      </p:sp>
      <p:sp>
        <p:nvSpPr>
          <p:cNvPr id="2331"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332"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6" name="Conclusion"/>
          <p:cNvSpPr txBox="1">
            <a:spLocks noGrp="1"/>
          </p:cNvSpPr>
          <p:nvPr>
            <p:ph type="title"/>
          </p:nvPr>
        </p:nvSpPr>
        <p:spPr>
          <a:prstGeom prst="rect">
            <a:avLst/>
          </a:prstGeom>
        </p:spPr>
        <p:txBody>
          <a:bodyPr/>
          <a:lstStyle/>
          <a:p>
            <a:r>
              <a:t>Conclusion</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8" name="The two UIs - Admin View and Assets View"/>
          <p:cNvSpPr txBox="1">
            <a:spLocks noGrp="1"/>
          </p:cNvSpPr>
          <p:nvPr>
            <p:ph type="title"/>
          </p:nvPr>
        </p:nvSpPr>
        <p:spPr>
          <a:xfrm>
            <a:off x="609600" y="264084"/>
            <a:ext cx="10972800" cy="946391"/>
          </a:xfrm>
          <a:prstGeom prst="rect">
            <a:avLst/>
          </a:prstGeom>
        </p:spPr>
        <p:txBody>
          <a:bodyPr/>
          <a:lstStyle/>
          <a:p>
            <a:r>
              <a:t>The Future</a:t>
            </a:r>
          </a:p>
        </p:txBody>
      </p:sp>
      <p:sp>
        <p:nvSpPr>
          <p:cNvPr id="2339" name="TextBox 3"/>
          <p:cNvSpPr txBox="1"/>
          <p:nvPr/>
        </p:nvSpPr>
        <p:spPr>
          <a:xfrm>
            <a:off x="655319" y="1239244"/>
            <a:ext cx="5992369" cy="3444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marL="342900" indent="-342900">
              <a:lnSpc>
                <a:spcPct val="110000"/>
              </a:lnSpc>
              <a:spcBef>
                <a:spcPts val="900"/>
              </a:spcBef>
              <a:buSzPct val="100000"/>
              <a:buFont typeface="Adobe Clean"/>
              <a:buChar char="•"/>
              <a:defRPr sz="2400"/>
            </a:pPr>
            <a:r>
              <a:t>“Assets View” is the future “Assets”</a:t>
            </a:r>
          </a:p>
          <a:p>
            <a:pPr marL="342900" indent="-342900">
              <a:lnSpc>
                <a:spcPct val="110000"/>
              </a:lnSpc>
              <a:spcBef>
                <a:spcPts val="900"/>
              </a:spcBef>
              <a:buSzPct val="100000"/>
              <a:buFont typeface="Adobe Clean"/>
              <a:buChar char="•"/>
              <a:defRPr sz="2400"/>
            </a:pPr>
            <a:r>
              <a:t>Customers recommended to adopt Assets View for future-proofing</a:t>
            </a:r>
          </a:p>
          <a:p>
            <a:pPr marL="342900" indent="-342900">
              <a:lnSpc>
                <a:spcPct val="110000"/>
              </a:lnSpc>
              <a:spcBef>
                <a:spcPts val="900"/>
              </a:spcBef>
              <a:buSzPct val="100000"/>
              <a:buFont typeface="Adobe Clean"/>
              <a:buChar char="•"/>
              <a:defRPr sz="2400"/>
            </a:pPr>
            <a:r>
              <a:t>New features likely to be only available in Assets View.</a:t>
            </a:r>
          </a:p>
          <a:p>
            <a:pPr marL="342900" indent="-342900">
              <a:lnSpc>
                <a:spcPct val="110000"/>
              </a:lnSpc>
              <a:spcBef>
                <a:spcPts val="900"/>
              </a:spcBef>
              <a:buSzPct val="100000"/>
              <a:buFont typeface="Adobe Clean"/>
              <a:buChar char="•"/>
              <a:defRPr sz="2400"/>
            </a:pPr>
            <a:r>
              <a:t>Admin View still supported and no sunset</a:t>
            </a:r>
          </a:p>
        </p:txBody>
      </p:sp>
      <p:pic>
        <p:nvPicPr>
          <p:cNvPr id="2340" name="Picture 2" descr="Picture 2"/>
          <p:cNvPicPr>
            <a:picLocks noChangeAspect="1"/>
          </p:cNvPicPr>
          <p:nvPr/>
        </p:nvPicPr>
        <p:blipFill>
          <a:blip r:embed="rId3"/>
          <a:stretch>
            <a:fillRect/>
          </a:stretch>
        </p:blipFill>
        <p:spPr>
          <a:xfrm>
            <a:off x="5901487" y="0"/>
            <a:ext cx="5710671" cy="6858000"/>
          </a:xfrm>
          <a:prstGeom prst="rect">
            <a:avLst/>
          </a:prstGeom>
          <a:ln w="12700">
            <a:miter lim="400000"/>
          </a:ln>
        </p:spPr>
      </p:pic>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2339">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33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33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33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33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339">
                                            <p:txEl>
                                              <p:charRg st="198" end="19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39" grpId="0" build="p" bldLvl="5" animBg="1" advAuto="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 name="Title 3"/>
          <p:cNvSpPr txBox="1">
            <a:spLocks noGrp="1"/>
          </p:cNvSpPr>
          <p:nvPr>
            <p:ph type="title"/>
          </p:nvPr>
        </p:nvSpPr>
        <p:spPr>
          <a:xfrm>
            <a:off x="609600" y="264084"/>
            <a:ext cx="10972800" cy="946391"/>
          </a:xfrm>
          <a:prstGeom prst="rect">
            <a:avLst/>
          </a:prstGeom>
        </p:spPr>
        <p:txBody>
          <a:bodyPr/>
          <a:lstStyle/>
          <a:p>
            <a:r>
              <a:t>Key Course Takeaways</a:t>
            </a:r>
          </a:p>
        </p:txBody>
      </p:sp>
      <p:sp>
        <p:nvSpPr>
          <p:cNvPr id="2345" name="Content Placeholder 4"/>
          <p:cNvSpPr txBox="1">
            <a:spLocks noGrp="1"/>
          </p:cNvSpPr>
          <p:nvPr>
            <p:ph type="body" idx="1"/>
          </p:nvPr>
        </p:nvSpPr>
        <p:spPr>
          <a:prstGeom prst="rect">
            <a:avLst/>
          </a:prstGeom>
        </p:spPr>
        <p:txBody>
          <a:bodyPr/>
          <a:lstStyle/>
          <a:p>
            <a:pPr>
              <a:defRPr sz="2400"/>
            </a:pPr>
            <a:r>
              <a:t>Assets View:</a:t>
            </a:r>
          </a:p>
          <a:p>
            <a:pPr lvl="1">
              <a:defRPr sz="2400"/>
            </a:pPr>
            <a:r>
              <a:t> Is evolving rapidly</a:t>
            </a:r>
          </a:p>
          <a:p>
            <a:pPr lvl="1">
              <a:defRPr sz="2400"/>
            </a:pPr>
            <a:r>
              <a:t>promotes metadata/search-first design, including AI search features</a:t>
            </a:r>
          </a:p>
          <a:p>
            <a:pPr lvl="1">
              <a:defRPr sz="2400"/>
            </a:pPr>
            <a:r>
              <a:t>focuses on usability, speed, productivity and convenience for non-administrative tasks</a:t>
            </a:r>
          </a:p>
          <a:p>
            <a:pPr lvl="1">
              <a:defRPr sz="2400"/>
            </a:pPr>
            <a:r>
              <a:t>Accesses the same underlying AEM repository as Admin view</a:t>
            </a:r>
          </a:p>
          <a:p>
            <a:pPr lvl="1">
              <a:defRPr sz="2400"/>
            </a:pPr>
            <a:r>
              <a:t>is generally less customisable than Admin View</a:t>
            </a:r>
          </a:p>
          <a:p>
            <a:pPr lvl="1">
              <a:defRPr sz="2400"/>
            </a:pPr>
            <a:r>
              <a:t>has the same UI as </a:t>
            </a:r>
            <a:r>
              <a:rPr i="1"/>
              <a:t>Assets Essentials</a:t>
            </a:r>
            <a:r>
              <a:t>, but is part of a full Enterprise DAM system</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iterate>
                                    <p:tmAbs val="0"/>
                                  </p:iterate>
                                  <p:childTnLst>
                                    <p:set>
                                      <p:cBhvr>
                                        <p:cTn id="6" fill="hold"/>
                                        <p:tgtEl>
                                          <p:spTgt spid="2345">
                                            <p:bg/>
                                          </p:spTgt>
                                        </p:tgtEl>
                                        <p:attrNameLst>
                                          <p:attrName>style.visibility</p:attrName>
                                        </p:attrNameLst>
                                      </p:cBhvr>
                                      <p:to>
                                        <p:strVal val="visible"/>
                                      </p:to>
                                    </p:set>
                                  </p:childTnLst>
                                </p:cTn>
                              </p:par>
                              <p:par>
                                <p:cTn id="7" presetID="1" presetClass="entr" presetSubtype="0" fill="hold" grpId="0" nodeType="withEffect">
                                  <p:stCondLst>
                                    <p:cond delay="0"/>
                                  </p:stCondLst>
                                  <p:iterate>
                                    <p:tmAbs val="0"/>
                                  </p:iterate>
                                  <p:childTnLst>
                                    <p:set>
                                      <p:cBhvr>
                                        <p:cTn id="8" fill="hold"/>
                                        <p:tgtEl>
                                          <p:spTgt spid="234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iterate>
                                    <p:tmAbs val="0"/>
                                  </p:iterate>
                                  <p:childTnLst>
                                    <p:set>
                                      <p:cBhvr>
                                        <p:cTn id="12" fill="hold"/>
                                        <p:tgtEl>
                                          <p:spTgt spid="234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iterate>
                                    <p:tmAbs val="0"/>
                                  </p:iterate>
                                  <p:childTnLst>
                                    <p:set>
                                      <p:cBhvr>
                                        <p:cTn id="16" fill="hold"/>
                                        <p:tgtEl>
                                          <p:spTgt spid="234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iterate>
                                    <p:tmAbs val="0"/>
                                  </p:iterate>
                                  <p:childTnLst>
                                    <p:set>
                                      <p:cBhvr>
                                        <p:cTn id="20" fill="hold"/>
                                        <p:tgtEl>
                                          <p:spTgt spid="234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iterate>
                                    <p:tmAbs val="0"/>
                                  </p:iterate>
                                  <p:childTnLst>
                                    <p:set>
                                      <p:cBhvr>
                                        <p:cTn id="24" fill="hold"/>
                                        <p:tgtEl>
                                          <p:spTgt spid="234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iterate>
                                    <p:tmAbs val="0"/>
                                  </p:iterate>
                                  <p:childTnLst>
                                    <p:set>
                                      <p:cBhvr>
                                        <p:cTn id="28" fill="hold"/>
                                        <p:tgtEl>
                                          <p:spTgt spid="234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iterate>
                                    <p:tmAbs val="0"/>
                                  </p:iterate>
                                  <p:childTnLst>
                                    <p:set>
                                      <p:cBhvr>
                                        <p:cTn id="32" fill="hold"/>
                                        <p:tgtEl>
                                          <p:spTgt spid="234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 grpId="0" build="p" bldLvl="5" animBg="1" advAuto="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9" name="Title 1"/>
          <p:cNvSpPr txBox="1">
            <a:spLocks noGrp="1"/>
          </p:cNvSpPr>
          <p:nvPr>
            <p:ph type="title"/>
          </p:nvPr>
        </p:nvSpPr>
        <p:spPr>
          <a:xfrm>
            <a:off x="609600" y="264084"/>
            <a:ext cx="10972800" cy="946391"/>
          </a:xfrm>
          <a:prstGeom prst="rect">
            <a:avLst/>
          </a:prstGeom>
        </p:spPr>
        <p:txBody>
          <a:bodyPr/>
          <a:lstStyle/>
          <a:p>
            <a:r>
              <a:t>Questions?</a:t>
            </a:r>
          </a:p>
        </p:txBody>
      </p:sp>
      <p:sp>
        <p:nvSpPr>
          <p:cNvPr id="2350" name="TextBox 7"/>
          <p:cNvSpPr txBox="1"/>
          <p:nvPr/>
        </p:nvSpPr>
        <p:spPr>
          <a:xfrm>
            <a:off x="5172892" y="6079957"/>
            <a:ext cx="6363788" cy="2438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gn="r">
              <a:defRPr sz="1000">
                <a:solidFill>
                  <a:srgbClr val="FFFFFF"/>
                </a:solidFill>
              </a:defRPr>
            </a:lvl1pPr>
          </a:lstStyle>
          <a:p>
            <a:r>
              <a:t>Image by Ran Zheng</a:t>
            </a:r>
          </a:p>
        </p:txBody>
      </p:sp>
      <p:pic>
        <p:nvPicPr>
          <p:cNvPr id="2351" name="Picture 10" descr="Picture 10"/>
          <p:cNvPicPr>
            <a:picLocks noChangeAspect="1"/>
          </p:cNvPicPr>
          <p:nvPr/>
        </p:nvPicPr>
        <p:blipFill>
          <a:blip r:embed="rId3"/>
          <a:stretch>
            <a:fillRect/>
          </a:stretch>
        </p:blipFill>
        <p:spPr>
          <a:xfrm>
            <a:off x="609598" y="2092569"/>
            <a:ext cx="10972800" cy="2672861"/>
          </a:xfrm>
          <a:prstGeom prst="rect">
            <a:avLst/>
          </a:prstGeom>
          <a:ln w="12700">
            <a:miter lim="400000"/>
          </a:ln>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 name="Title 1"/>
          <p:cNvSpPr txBox="1">
            <a:spLocks noGrp="1"/>
          </p:cNvSpPr>
          <p:nvPr>
            <p:ph type="title"/>
          </p:nvPr>
        </p:nvSpPr>
        <p:spPr>
          <a:prstGeom prst="rect">
            <a:avLst/>
          </a:prstGeom>
        </p:spPr>
        <p:txBody>
          <a:bodyPr/>
          <a:lstStyle/>
          <a:p>
            <a:r>
              <a:t>Closer Slide</a:t>
            </a:r>
          </a:p>
        </p:txBody>
      </p:sp>
    </p:spTree>
  </p:cSld>
  <p:clrMapOvr>
    <a:masterClrMapping/>
  </p:clrMapOvr>
  <p:transition spd="med"/>
</p:sld>
</file>

<file path=ppt/theme/theme1.xml><?xml version="1.0" encoding="utf-8"?>
<a:theme xmlns:a="http://schemas.openxmlformats.org/drawingml/2006/main" name="Adobe Template 2024">
  <a:themeElements>
    <a:clrScheme name="Adobe Template 2024">
      <a:dk1>
        <a:srgbClr val="000000"/>
      </a:dk1>
      <a:lt1>
        <a:srgbClr val="FFFFFF"/>
      </a:lt1>
      <a:dk2>
        <a:srgbClr val="A7A7A7"/>
      </a:dk2>
      <a:lt2>
        <a:srgbClr val="535353"/>
      </a:lt2>
      <a:accent1>
        <a:srgbClr val="0AA35B"/>
      </a:accent1>
      <a:accent2>
        <a:srgbClr val="3A63F9"/>
      </a:accent2>
      <a:accent3>
        <a:srgbClr val="FF66CC"/>
      </a:accent3>
      <a:accent4>
        <a:srgbClr val="FFA311"/>
      </a:accent4>
      <a:accent5>
        <a:srgbClr val="F3C600"/>
      </a:accent5>
      <a:accent6>
        <a:srgbClr val="EB1000"/>
      </a:accent6>
      <a:hlink>
        <a:srgbClr val="0000FF"/>
      </a:hlink>
      <a:folHlink>
        <a:srgbClr val="FF00FF"/>
      </a:folHlink>
    </a:clrScheme>
    <a:fontScheme name="Adobe Template 2024">
      <a:majorFont>
        <a:latin typeface="Helvetica"/>
        <a:ea typeface="Helvetica"/>
        <a:cs typeface="Helvetica"/>
      </a:majorFont>
      <a:minorFont>
        <a:latin typeface="Calibri"/>
        <a:ea typeface="Calibri"/>
        <a:cs typeface="Calibri"/>
      </a:minorFont>
    </a:fontScheme>
    <a:fmtScheme name="Adobe Template 202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Adobe Template 2024">
  <a:themeElements>
    <a:clrScheme name="Adobe Template 2024">
      <a:dk1>
        <a:srgbClr val="000000"/>
      </a:dk1>
      <a:lt1>
        <a:srgbClr val="FFFFFF"/>
      </a:lt1>
      <a:dk2>
        <a:srgbClr val="A7A7A7"/>
      </a:dk2>
      <a:lt2>
        <a:srgbClr val="535353"/>
      </a:lt2>
      <a:accent1>
        <a:srgbClr val="0AA35B"/>
      </a:accent1>
      <a:accent2>
        <a:srgbClr val="3A63F9"/>
      </a:accent2>
      <a:accent3>
        <a:srgbClr val="FF66CC"/>
      </a:accent3>
      <a:accent4>
        <a:srgbClr val="FFA311"/>
      </a:accent4>
      <a:accent5>
        <a:srgbClr val="F3C600"/>
      </a:accent5>
      <a:accent6>
        <a:srgbClr val="EB1000"/>
      </a:accent6>
      <a:hlink>
        <a:srgbClr val="0000FF"/>
      </a:hlink>
      <a:folHlink>
        <a:srgbClr val="FF00FF"/>
      </a:folHlink>
    </a:clrScheme>
    <a:fontScheme name="Adobe Template 2024">
      <a:majorFont>
        <a:latin typeface="Helvetica"/>
        <a:ea typeface="Helvetica"/>
        <a:cs typeface="Helvetica"/>
      </a:majorFont>
      <a:minorFont>
        <a:latin typeface="Calibri"/>
        <a:ea typeface="Calibri"/>
        <a:cs typeface="Calibri"/>
      </a:minorFont>
    </a:fontScheme>
    <a:fmtScheme name="Adobe Template 202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dobe Clean"/>
            <a:ea typeface="Adobe Clean"/>
            <a:cs typeface="Adobe Clean"/>
            <a:sym typeface="Adobe Clean"/>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63</Slides>
  <Notes>41</Notes>
  <HiddenSlides>2</HiddenSlide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Adobe Template 2024</vt:lpstr>
      <vt:lpstr>Working with the new AEM Assets View</vt:lpstr>
      <vt:lpstr>Introductions!</vt:lpstr>
      <vt:lpstr>Legal and Confidentiality Information</vt:lpstr>
      <vt:lpstr>This Course –What you’ll Learn</vt:lpstr>
      <vt:lpstr>… and how you’ll learn it</vt:lpstr>
      <vt:lpstr>Course Agenda</vt:lpstr>
      <vt:lpstr>A flight over the Assets landscape</vt:lpstr>
      <vt:lpstr>The Assets View / Assets Essentials UI</vt:lpstr>
      <vt:lpstr>Assets Essentials - a Lightweight DAM for the Adobe Ecosystem</vt:lpstr>
      <vt:lpstr>Assets (Assets View and Admin View) - Enterprise DAM </vt:lpstr>
      <vt:lpstr>The two UIs of full AEM Assets - Admin View and Assets View</vt:lpstr>
      <vt:lpstr>Quick Facts – Assets View</vt:lpstr>
      <vt:lpstr>Questions?</vt:lpstr>
      <vt:lpstr>Module 1 UI Foundations </vt:lpstr>
      <vt:lpstr>Use Assets View when…</vt:lpstr>
      <vt:lpstr>Use Admin View when….</vt:lpstr>
      <vt:lpstr>Assets View UI Intro</vt:lpstr>
      <vt:lpstr>Assets View UI Intro 2</vt:lpstr>
      <vt:lpstr>Assets View UI Intro - Details</vt:lpstr>
      <vt:lpstr>Navigate to Assets View</vt:lpstr>
      <vt:lpstr>Switch between Admin and Assets View</vt:lpstr>
      <vt:lpstr>Activity 1.1 – The Fundamentals</vt:lpstr>
      <vt:lpstr>I am working!</vt:lpstr>
      <vt:lpstr>Getting started</vt:lpstr>
      <vt:lpstr>Renditions - Static, Dynamic and Smart Crops</vt:lpstr>
      <vt:lpstr>Approval and Publishing</vt:lpstr>
      <vt:lpstr>Activity 1.2 – Renditions, Publish, Delete</vt:lpstr>
      <vt:lpstr>User Interface Foundations - Questions?</vt:lpstr>
      <vt:lpstr>Module 2 Metadata and Search</vt:lpstr>
      <vt:lpstr>Search first:  Metadata instead of Folder structure</vt:lpstr>
      <vt:lpstr>Exercise 2.1: Access Metadata</vt:lpstr>
      <vt:lpstr>Assets View:  Metadata Forms</vt:lpstr>
      <vt:lpstr>MIME Type - Examples</vt:lpstr>
      <vt:lpstr>Adobe-provided Forms (used as templates)</vt:lpstr>
      <vt:lpstr>Exercise 2.2: Apply Metadata Forms</vt:lpstr>
      <vt:lpstr>Search Capabilities – Assets View</vt:lpstr>
      <vt:lpstr>UI - Contextual Search</vt:lpstr>
      <vt:lpstr>Exercise 2.3: Explore Search Features</vt:lpstr>
      <vt:lpstr>Metadata and Search Summary</vt:lpstr>
      <vt:lpstr>Metadata and Search Questions?</vt:lpstr>
      <vt:lpstr>Module 3 Productivity Features</vt:lpstr>
      <vt:lpstr>Quick Access</vt:lpstr>
      <vt:lpstr>Exercise 3.1: Quick Access</vt:lpstr>
      <vt:lpstr>Notifications</vt:lpstr>
      <vt:lpstr>Exercise 3.2: Notifications</vt:lpstr>
      <vt:lpstr>Insights</vt:lpstr>
      <vt:lpstr>Reports</vt:lpstr>
      <vt:lpstr>Collections</vt:lpstr>
      <vt:lpstr>Smart Collections</vt:lpstr>
      <vt:lpstr>Exercise 3.3: Insights</vt:lpstr>
      <vt:lpstr>Link Share</vt:lpstr>
      <vt:lpstr>Exercise 3.5 Link Share</vt:lpstr>
      <vt:lpstr>What else?</vt:lpstr>
      <vt:lpstr>Productivity Features - Questions?</vt:lpstr>
      <vt:lpstr>Module 4 Dynamic Media Templates</vt:lpstr>
      <vt:lpstr>Dynamic Media Templates</vt:lpstr>
      <vt:lpstr>Exercise 4.1 Dynamic Media Templates</vt:lpstr>
      <vt:lpstr>Dynamic Media Templates - Questions?</vt:lpstr>
      <vt:lpstr>Conclusion</vt:lpstr>
      <vt:lpstr>The Future</vt:lpstr>
      <vt:lpstr>Key Course Takeaways</vt:lpstr>
      <vt:lpstr>Questions?</vt:lpstr>
      <vt:lpstr>Closer Slide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Working with the new AEM Assets View</dc:title>
  <cp:lastModifiedBy>Rob Freeman</cp:lastModifiedBy>
  <cp:revision>1</cp:revision>
  <dcterms:modified xsi:type="dcterms:W3CDTF">2026-01-23T19:03:19Z</dcterms:modified>
</cp:coreProperties>
</file>